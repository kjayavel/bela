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av" ContentType="audio/x-wav"/>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 id="2147483667" r:id="rId3"/>
  </p:sldMasterIdLst>
  <p:notesMasterIdLst>
    <p:notesMasterId r:id="rId39"/>
  </p:notesMasterIdLst>
  <p:sldIdLst>
    <p:sldId id="256" r:id="rId4"/>
    <p:sldId id="1782" r:id="rId5"/>
    <p:sldId id="1783" r:id="rId6"/>
    <p:sldId id="1784" r:id="rId7"/>
    <p:sldId id="1785" r:id="rId8"/>
    <p:sldId id="1770" r:id="rId9"/>
    <p:sldId id="1775" r:id="rId10"/>
    <p:sldId id="1776" r:id="rId11"/>
    <p:sldId id="1771" r:id="rId12"/>
    <p:sldId id="1772" r:id="rId13"/>
    <p:sldId id="1774" r:id="rId14"/>
    <p:sldId id="1788" r:id="rId15"/>
    <p:sldId id="1773" r:id="rId16"/>
    <p:sldId id="1777" r:id="rId17"/>
    <p:sldId id="1778" r:id="rId18"/>
    <p:sldId id="1779" r:id="rId19"/>
    <p:sldId id="1780" r:id="rId20"/>
    <p:sldId id="1781" r:id="rId21"/>
    <p:sldId id="263" r:id="rId22"/>
    <p:sldId id="1786" r:id="rId23"/>
    <p:sldId id="1787" r:id="rId24"/>
    <p:sldId id="264" r:id="rId25"/>
    <p:sldId id="265" r:id="rId26"/>
    <p:sldId id="266" r:id="rId27"/>
    <p:sldId id="267" r:id="rId28"/>
    <p:sldId id="1768" r:id="rId29"/>
    <p:sldId id="268" r:id="rId30"/>
    <p:sldId id="269" r:id="rId31"/>
    <p:sldId id="1767" r:id="rId32"/>
    <p:sldId id="270" r:id="rId33"/>
    <p:sldId id="271" r:id="rId34"/>
    <p:sldId id="1789" r:id="rId35"/>
    <p:sldId id="275" r:id="rId36"/>
    <p:sldId id="286" r:id="rId37"/>
    <p:sldId id="291"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7"/>
    <p:restoredTop sz="94643"/>
  </p:normalViewPr>
  <p:slideViewPr>
    <p:cSldViewPr snapToGrid="0">
      <p:cViewPr varScale="1">
        <p:scale>
          <a:sx n="110" d="100"/>
          <a:sy n="110" d="100"/>
        </p:scale>
        <p:origin x="77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notesMaster" Target="notesMasters/notesMaster1.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tableStyles" Target="tableStyle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45C481B-8663-4CEB-BF23-261C93C39EF1}" type="doc">
      <dgm:prSet loTypeId="urn:microsoft.com/office/officeart/2008/layout/LinedList" loCatId="list" qsTypeId="urn:microsoft.com/office/officeart/2005/8/quickstyle/simple2" qsCatId="simple" csTypeId="urn:microsoft.com/office/officeart/2005/8/colors/accent1_2" csCatId="accent1" phldr="1"/>
      <dgm:spPr/>
      <dgm:t>
        <a:bodyPr/>
        <a:lstStyle/>
        <a:p>
          <a:endParaRPr lang="en-US"/>
        </a:p>
      </dgm:t>
    </dgm:pt>
    <dgm:pt modelId="{9F91340A-040D-4277-88D6-64291903EB02}">
      <dgm:prSet custT="1"/>
      <dgm:spPr/>
      <dgm:t>
        <a:bodyPr/>
        <a:lstStyle/>
        <a:p>
          <a:r>
            <a:rPr lang="en-GB" sz="2600" b="1" dirty="0" err="1"/>
            <a:t>Bela.h</a:t>
          </a:r>
          <a:r>
            <a:rPr lang="en-GB" sz="2600" dirty="0"/>
            <a:t> </a:t>
          </a:r>
          <a:r>
            <a:rPr lang="en-GB" sz="2600" dirty="0">
              <a:sym typeface="Wingdings" pitchFamily="2" charset="2"/>
            </a:rPr>
            <a:t></a:t>
          </a:r>
          <a:r>
            <a:rPr lang="en-GB" sz="2600" dirty="0"/>
            <a:t> lets us work with real-time audio on the Bela board</a:t>
          </a:r>
          <a:endParaRPr lang="en-US" sz="2600" dirty="0"/>
        </a:p>
      </dgm:t>
    </dgm:pt>
    <dgm:pt modelId="{73646713-E98D-4A2C-9BFA-2185CE8DF9A4}" type="parTrans" cxnId="{BF066498-A762-4E46-8651-75525B9A8261}">
      <dgm:prSet/>
      <dgm:spPr/>
      <dgm:t>
        <a:bodyPr/>
        <a:lstStyle/>
        <a:p>
          <a:endParaRPr lang="en-US"/>
        </a:p>
      </dgm:t>
    </dgm:pt>
    <dgm:pt modelId="{5C7F2953-9901-40D5-BF7F-48F2819779CF}" type="sibTrans" cxnId="{BF066498-A762-4E46-8651-75525B9A8261}">
      <dgm:prSet/>
      <dgm:spPr/>
      <dgm:t>
        <a:bodyPr/>
        <a:lstStyle/>
        <a:p>
          <a:endParaRPr lang="en-US"/>
        </a:p>
      </dgm:t>
    </dgm:pt>
    <dgm:pt modelId="{79067F4C-F68E-4F6A-9BFA-1B09F743EE9B}">
      <dgm:prSet custT="1"/>
      <dgm:spPr/>
      <dgm:t>
        <a:bodyPr/>
        <a:lstStyle/>
        <a:p>
          <a:r>
            <a:rPr lang="en-GB" sz="2600" b="1" dirty="0" err="1"/>
            <a:t>cmath</a:t>
          </a:r>
          <a:r>
            <a:rPr lang="en-GB" sz="2600" dirty="0"/>
            <a:t> </a:t>
          </a:r>
          <a:r>
            <a:rPr lang="en-GB" sz="2600" dirty="0">
              <a:sym typeface="Wingdings" pitchFamily="2" charset="2"/>
            </a:rPr>
            <a:t></a:t>
          </a:r>
          <a:r>
            <a:rPr lang="en-GB" sz="2600" dirty="0"/>
            <a:t> gives us maths functions like sin()</a:t>
          </a:r>
          <a:endParaRPr lang="en-US" sz="2600" dirty="0"/>
        </a:p>
      </dgm:t>
    </dgm:pt>
    <dgm:pt modelId="{38BA46A1-9933-4905-8BBC-708EEC5CDD54}" type="parTrans" cxnId="{ACC9D7F9-0586-437A-8500-D46B6281D4C5}">
      <dgm:prSet/>
      <dgm:spPr/>
      <dgm:t>
        <a:bodyPr/>
        <a:lstStyle/>
        <a:p>
          <a:endParaRPr lang="en-US"/>
        </a:p>
      </dgm:t>
    </dgm:pt>
    <dgm:pt modelId="{5297BF8B-82C4-4990-8856-C84455B89F1B}" type="sibTrans" cxnId="{ACC9D7F9-0586-437A-8500-D46B6281D4C5}">
      <dgm:prSet/>
      <dgm:spPr/>
      <dgm:t>
        <a:bodyPr/>
        <a:lstStyle/>
        <a:p>
          <a:endParaRPr lang="en-US"/>
        </a:p>
      </dgm:t>
    </dgm:pt>
    <dgm:pt modelId="{C4BCB179-5B7F-4510-9B01-5255D0CC6AB8}">
      <dgm:prSet custT="1"/>
      <dgm:spPr/>
      <dgm:t>
        <a:bodyPr/>
        <a:lstStyle/>
        <a:p>
          <a:r>
            <a:rPr lang="en-GB" sz="2600" b="1" dirty="0"/>
            <a:t>vector</a:t>
          </a:r>
          <a:r>
            <a:rPr lang="en-GB" sz="2600" dirty="0"/>
            <a:t> </a:t>
          </a:r>
          <a:r>
            <a:rPr lang="en-GB" sz="2600" dirty="0">
              <a:sym typeface="Wingdings" pitchFamily="2" charset="2"/>
            </a:rPr>
            <a:t></a:t>
          </a:r>
          <a:r>
            <a:rPr lang="en-GB" sz="2600" dirty="0"/>
            <a:t> lets us store a list of numbers that can change size</a:t>
          </a:r>
          <a:endParaRPr lang="en-US" sz="2600" dirty="0"/>
        </a:p>
      </dgm:t>
    </dgm:pt>
    <dgm:pt modelId="{F23873E0-A1C3-4220-A2EE-DF972C1FFC95}" type="parTrans" cxnId="{13BD7735-DF45-4F81-832C-E6A6ACF3EA1B}">
      <dgm:prSet/>
      <dgm:spPr/>
      <dgm:t>
        <a:bodyPr/>
        <a:lstStyle/>
        <a:p>
          <a:endParaRPr lang="en-US"/>
        </a:p>
      </dgm:t>
    </dgm:pt>
    <dgm:pt modelId="{37FA8649-F0EB-4EF6-B3F6-F9AEC31BAD85}" type="sibTrans" cxnId="{13BD7735-DF45-4F81-832C-E6A6ACF3EA1B}">
      <dgm:prSet/>
      <dgm:spPr/>
      <dgm:t>
        <a:bodyPr/>
        <a:lstStyle/>
        <a:p>
          <a:endParaRPr lang="en-US"/>
        </a:p>
      </dgm:t>
    </dgm:pt>
    <dgm:pt modelId="{9AADAFF4-2E9E-594F-8912-564BC077862A}" type="pres">
      <dgm:prSet presAssocID="{A45C481B-8663-4CEB-BF23-261C93C39EF1}" presName="vert0" presStyleCnt="0">
        <dgm:presLayoutVars>
          <dgm:dir/>
          <dgm:animOne val="branch"/>
          <dgm:animLvl val="lvl"/>
        </dgm:presLayoutVars>
      </dgm:prSet>
      <dgm:spPr/>
    </dgm:pt>
    <dgm:pt modelId="{571107AA-3CB4-5648-A850-536154387819}" type="pres">
      <dgm:prSet presAssocID="{9F91340A-040D-4277-88D6-64291903EB02}" presName="thickLine" presStyleLbl="alignNode1" presStyleIdx="0" presStyleCnt="3"/>
      <dgm:spPr/>
    </dgm:pt>
    <dgm:pt modelId="{E5C5F814-8137-FB48-AD0C-FDD602A2D4C2}" type="pres">
      <dgm:prSet presAssocID="{9F91340A-040D-4277-88D6-64291903EB02}" presName="horz1" presStyleCnt="0"/>
      <dgm:spPr/>
    </dgm:pt>
    <dgm:pt modelId="{A9AF9D35-134C-FB46-9C29-0295B7D63F73}" type="pres">
      <dgm:prSet presAssocID="{9F91340A-040D-4277-88D6-64291903EB02}" presName="tx1" presStyleLbl="revTx" presStyleIdx="0" presStyleCnt="3"/>
      <dgm:spPr/>
    </dgm:pt>
    <dgm:pt modelId="{3AF7A584-218A-0D40-B504-0F091D0256AD}" type="pres">
      <dgm:prSet presAssocID="{9F91340A-040D-4277-88D6-64291903EB02}" presName="vert1" presStyleCnt="0"/>
      <dgm:spPr/>
    </dgm:pt>
    <dgm:pt modelId="{F909690F-B1A2-F94F-82A8-47E9E7F19E32}" type="pres">
      <dgm:prSet presAssocID="{79067F4C-F68E-4F6A-9BFA-1B09F743EE9B}" presName="thickLine" presStyleLbl="alignNode1" presStyleIdx="1" presStyleCnt="3"/>
      <dgm:spPr/>
    </dgm:pt>
    <dgm:pt modelId="{45BE4762-CA74-C74D-8038-4EC748030DC8}" type="pres">
      <dgm:prSet presAssocID="{79067F4C-F68E-4F6A-9BFA-1B09F743EE9B}" presName="horz1" presStyleCnt="0"/>
      <dgm:spPr/>
    </dgm:pt>
    <dgm:pt modelId="{16578106-A508-744D-8FC9-636E12310568}" type="pres">
      <dgm:prSet presAssocID="{79067F4C-F68E-4F6A-9BFA-1B09F743EE9B}" presName="tx1" presStyleLbl="revTx" presStyleIdx="1" presStyleCnt="3"/>
      <dgm:spPr/>
    </dgm:pt>
    <dgm:pt modelId="{3B1369AC-04F3-084C-9447-36D070D69DC8}" type="pres">
      <dgm:prSet presAssocID="{79067F4C-F68E-4F6A-9BFA-1B09F743EE9B}" presName="vert1" presStyleCnt="0"/>
      <dgm:spPr/>
    </dgm:pt>
    <dgm:pt modelId="{0877FABF-19B8-964C-AE01-BF7AC1287CDA}" type="pres">
      <dgm:prSet presAssocID="{C4BCB179-5B7F-4510-9B01-5255D0CC6AB8}" presName="thickLine" presStyleLbl="alignNode1" presStyleIdx="2" presStyleCnt="3"/>
      <dgm:spPr/>
    </dgm:pt>
    <dgm:pt modelId="{A07EEE30-5D12-9241-99B0-5FB6A17114DD}" type="pres">
      <dgm:prSet presAssocID="{C4BCB179-5B7F-4510-9B01-5255D0CC6AB8}" presName="horz1" presStyleCnt="0"/>
      <dgm:spPr/>
    </dgm:pt>
    <dgm:pt modelId="{2C8FFBBE-35CD-5644-848F-13DD47A65430}" type="pres">
      <dgm:prSet presAssocID="{C4BCB179-5B7F-4510-9B01-5255D0CC6AB8}" presName="tx1" presStyleLbl="revTx" presStyleIdx="2" presStyleCnt="3"/>
      <dgm:spPr/>
    </dgm:pt>
    <dgm:pt modelId="{417D35D4-A32B-6A49-884B-6E1AF2E50B23}" type="pres">
      <dgm:prSet presAssocID="{C4BCB179-5B7F-4510-9B01-5255D0CC6AB8}" presName="vert1" presStyleCnt="0"/>
      <dgm:spPr/>
    </dgm:pt>
  </dgm:ptLst>
  <dgm:cxnLst>
    <dgm:cxn modelId="{6BCA1218-87AE-1B43-B1A4-BF1B47E86788}" type="presOf" srcId="{A45C481B-8663-4CEB-BF23-261C93C39EF1}" destId="{9AADAFF4-2E9E-594F-8912-564BC077862A}" srcOrd="0" destOrd="0" presId="urn:microsoft.com/office/officeart/2008/layout/LinedList"/>
    <dgm:cxn modelId="{13BD7735-DF45-4F81-832C-E6A6ACF3EA1B}" srcId="{A45C481B-8663-4CEB-BF23-261C93C39EF1}" destId="{C4BCB179-5B7F-4510-9B01-5255D0CC6AB8}" srcOrd="2" destOrd="0" parTransId="{F23873E0-A1C3-4220-A2EE-DF972C1FFC95}" sibTransId="{37FA8649-F0EB-4EF6-B3F6-F9AEC31BAD85}"/>
    <dgm:cxn modelId="{C74C204C-8B1E-2D45-B6FE-0152E38834AC}" type="presOf" srcId="{9F91340A-040D-4277-88D6-64291903EB02}" destId="{A9AF9D35-134C-FB46-9C29-0295B7D63F73}" srcOrd="0" destOrd="0" presId="urn:microsoft.com/office/officeart/2008/layout/LinedList"/>
    <dgm:cxn modelId="{BF066498-A762-4E46-8651-75525B9A8261}" srcId="{A45C481B-8663-4CEB-BF23-261C93C39EF1}" destId="{9F91340A-040D-4277-88D6-64291903EB02}" srcOrd="0" destOrd="0" parTransId="{73646713-E98D-4A2C-9BFA-2185CE8DF9A4}" sibTransId="{5C7F2953-9901-40D5-BF7F-48F2819779CF}"/>
    <dgm:cxn modelId="{F1F3ACA6-1606-6B41-8941-0EAC267D28D2}" type="presOf" srcId="{79067F4C-F68E-4F6A-9BFA-1B09F743EE9B}" destId="{16578106-A508-744D-8FC9-636E12310568}" srcOrd="0" destOrd="0" presId="urn:microsoft.com/office/officeart/2008/layout/LinedList"/>
    <dgm:cxn modelId="{66B41FC6-148A-A64F-AF7D-7E34798A7834}" type="presOf" srcId="{C4BCB179-5B7F-4510-9B01-5255D0CC6AB8}" destId="{2C8FFBBE-35CD-5644-848F-13DD47A65430}" srcOrd="0" destOrd="0" presId="urn:microsoft.com/office/officeart/2008/layout/LinedList"/>
    <dgm:cxn modelId="{ACC9D7F9-0586-437A-8500-D46B6281D4C5}" srcId="{A45C481B-8663-4CEB-BF23-261C93C39EF1}" destId="{79067F4C-F68E-4F6A-9BFA-1B09F743EE9B}" srcOrd="1" destOrd="0" parTransId="{38BA46A1-9933-4905-8BBC-708EEC5CDD54}" sibTransId="{5297BF8B-82C4-4990-8856-C84455B89F1B}"/>
    <dgm:cxn modelId="{A5DB2BA3-12C7-F84E-BCB3-0E3D196F216F}" type="presParOf" srcId="{9AADAFF4-2E9E-594F-8912-564BC077862A}" destId="{571107AA-3CB4-5648-A850-536154387819}" srcOrd="0" destOrd="0" presId="urn:microsoft.com/office/officeart/2008/layout/LinedList"/>
    <dgm:cxn modelId="{2AB71CC5-2C67-F44F-B9C8-6E28C5F24451}" type="presParOf" srcId="{9AADAFF4-2E9E-594F-8912-564BC077862A}" destId="{E5C5F814-8137-FB48-AD0C-FDD602A2D4C2}" srcOrd="1" destOrd="0" presId="urn:microsoft.com/office/officeart/2008/layout/LinedList"/>
    <dgm:cxn modelId="{60BC7524-5A1D-B14A-8AB3-3BD0D6245467}" type="presParOf" srcId="{E5C5F814-8137-FB48-AD0C-FDD602A2D4C2}" destId="{A9AF9D35-134C-FB46-9C29-0295B7D63F73}" srcOrd="0" destOrd="0" presId="urn:microsoft.com/office/officeart/2008/layout/LinedList"/>
    <dgm:cxn modelId="{40CEE81F-DC02-2742-A28D-56FDCF84157E}" type="presParOf" srcId="{E5C5F814-8137-FB48-AD0C-FDD602A2D4C2}" destId="{3AF7A584-218A-0D40-B504-0F091D0256AD}" srcOrd="1" destOrd="0" presId="urn:microsoft.com/office/officeart/2008/layout/LinedList"/>
    <dgm:cxn modelId="{8297D200-5FFB-FD4E-8ED5-76AC7C68E978}" type="presParOf" srcId="{9AADAFF4-2E9E-594F-8912-564BC077862A}" destId="{F909690F-B1A2-F94F-82A8-47E9E7F19E32}" srcOrd="2" destOrd="0" presId="urn:microsoft.com/office/officeart/2008/layout/LinedList"/>
    <dgm:cxn modelId="{86033846-6EA1-7541-96F7-E204BDEFCC4F}" type="presParOf" srcId="{9AADAFF4-2E9E-594F-8912-564BC077862A}" destId="{45BE4762-CA74-C74D-8038-4EC748030DC8}" srcOrd="3" destOrd="0" presId="urn:microsoft.com/office/officeart/2008/layout/LinedList"/>
    <dgm:cxn modelId="{9FDE65C2-A449-A641-9AD9-206B7B882D5C}" type="presParOf" srcId="{45BE4762-CA74-C74D-8038-4EC748030DC8}" destId="{16578106-A508-744D-8FC9-636E12310568}" srcOrd="0" destOrd="0" presId="urn:microsoft.com/office/officeart/2008/layout/LinedList"/>
    <dgm:cxn modelId="{17E452CE-1062-2045-9E7C-20C49B1DF088}" type="presParOf" srcId="{45BE4762-CA74-C74D-8038-4EC748030DC8}" destId="{3B1369AC-04F3-084C-9447-36D070D69DC8}" srcOrd="1" destOrd="0" presId="urn:microsoft.com/office/officeart/2008/layout/LinedList"/>
    <dgm:cxn modelId="{5D18E20D-EEA3-1548-A6E4-84D76C91C9D7}" type="presParOf" srcId="{9AADAFF4-2E9E-594F-8912-564BC077862A}" destId="{0877FABF-19B8-964C-AE01-BF7AC1287CDA}" srcOrd="4" destOrd="0" presId="urn:microsoft.com/office/officeart/2008/layout/LinedList"/>
    <dgm:cxn modelId="{4B275025-B113-2545-B1FF-8EEA9F6CB941}" type="presParOf" srcId="{9AADAFF4-2E9E-594F-8912-564BC077862A}" destId="{A07EEE30-5D12-9241-99B0-5FB6A17114DD}" srcOrd="5" destOrd="0" presId="urn:microsoft.com/office/officeart/2008/layout/LinedList"/>
    <dgm:cxn modelId="{3BC9330D-5599-B54D-AB13-97FAE3BF92B2}" type="presParOf" srcId="{A07EEE30-5D12-9241-99B0-5FB6A17114DD}" destId="{2C8FFBBE-35CD-5644-848F-13DD47A65430}" srcOrd="0" destOrd="0" presId="urn:microsoft.com/office/officeart/2008/layout/LinedList"/>
    <dgm:cxn modelId="{6AB65552-4A4C-7241-8E49-EFA0739A2B12}" type="presParOf" srcId="{A07EEE30-5D12-9241-99B0-5FB6A17114DD}" destId="{417D35D4-A32B-6A49-884B-6E1AF2E50B23}"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1107AA-3CB4-5648-A850-536154387819}">
      <dsp:nvSpPr>
        <dsp:cNvPr id="0" name=""/>
        <dsp:cNvSpPr/>
      </dsp:nvSpPr>
      <dsp:spPr>
        <a:xfrm>
          <a:off x="0" y="1912"/>
          <a:ext cx="4958965"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A9AF9D35-134C-FB46-9C29-0295B7D63F73}">
      <dsp:nvSpPr>
        <dsp:cNvPr id="0" name=""/>
        <dsp:cNvSpPr/>
      </dsp:nvSpPr>
      <dsp:spPr>
        <a:xfrm>
          <a:off x="0" y="1912"/>
          <a:ext cx="4958965" cy="13046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GB" sz="2600" b="1" kern="1200" dirty="0" err="1"/>
            <a:t>Bela.h</a:t>
          </a:r>
          <a:r>
            <a:rPr lang="en-GB" sz="2600" kern="1200" dirty="0"/>
            <a:t> </a:t>
          </a:r>
          <a:r>
            <a:rPr lang="en-GB" sz="2600" kern="1200" dirty="0">
              <a:sym typeface="Wingdings" pitchFamily="2" charset="2"/>
            </a:rPr>
            <a:t></a:t>
          </a:r>
          <a:r>
            <a:rPr lang="en-GB" sz="2600" kern="1200" dirty="0"/>
            <a:t> lets us work with real-time audio on the Bela board</a:t>
          </a:r>
          <a:endParaRPr lang="en-US" sz="2600" kern="1200" dirty="0"/>
        </a:p>
      </dsp:txBody>
      <dsp:txXfrm>
        <a:off x="0" y="1912"/>
        <a:ext cx="4958965" cy="1304649"/>
      </dsp:txXfrm>
    </dsp:sp>
    <dsp:sp modelId="{F909690F-B1A2-F94F-82A8-47E9E7F19E32}">
      <dsp:nvSpPr>
        <dsp:cNvPr id="0" name=""/>
        <dsp:cNvSpPr/>
      </dsp:nvSpPr>
      <dsp:spPr>
        <a:xfrm>
          <a:off x="0" y="1306561"/>
          <a:ext cx="4958965"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16578106-A508-744D-8FC9-636E12310568}">
      <dsp:nvSpPr>
        <dsp:cNvPr id="0" name=""/>
        <dsp:cNvSpPr/>
      </dsp:nvSpPr>
      <dsp:spPr>
        <a:xfrm>
          <a:off x="0" y="1306561"/>
          <a:ext cx="4958965" cy="13046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GB" sz="2600" b="1" kern="1200" dirty="0" err="1"/>
            <a:t>cmath</a:t>
          </a:r>
          <a:r>
            <a:rPr lang="en-GB" sz="2600" kern="1200" dirty="0"/>
            <a:t> </a:t>
          </a:r>
          <a:r>
            <a:rPr lang="en-GB" sz="2600" kern="1200" dirty="0">
              <a:sym typeface="Wingdings" pitchFamily="2" charset="2"/>
            </a:rPr>
            <a:t></a:t>
          </a:r>
          <a:r>
            <a:rPr lang="en-GB" sz="2600" kern="1200" dirty="0"/>
            <a:t> gives us maths functions like sin()</a:t>
          </a:r>
          <a:endParaRPr lang="en-US" sz="2600" kern="1200" dirty="0"/>
        </a:p>
      </dsp:txBody>
      <dsp:txXfrm>
        <a:off x="0" y="1306561"/>
        <a:ext cx="4958965" cy="1304649"/>
      </dsp:txXfrm>
    </dsp:sp>
    <dsp:sp modelId="{0877FABF-19B8-964C-AE01-BF7AC1287CDA}">
      <dsp:nvSpPr>
        <dsp:cNvPr id="0" name=""/>
        <dsp:cNvSpPr/>
      </dsp:nvSpPr>
      <dsp:spPr>
        <a:xfrm>
          <a:off x="0" y="2611211"/>
          <a:ext cx="4958965"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2C8FFBBE-35CD-5644-848F-13DD47A65430}">
      <dsp:nvSpPr>
        <dsp:cNvPr id="0" name=""/>
        <dsp:cNvSpPr/>
      </dsp:nvSpPr>
      <dsp:spPr>
        <a:xfrm>
          <a:off x="0" y="2611211"/>
          <a:ext cx="4958965" cy="13046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GB" sz="2600" b="1" kern="1200" dirty="0"/>
            <a:t>vector</a:t>
          </a:r>
          <a:r>
            <a:rPr lang="en-GB" sz="2600" kern="1200" dirty="0"/>
            <a:t> </a:t>
          </a:r>
          <a:r>
            <a:rPr lang="en-GB" sz="2600" kern="1200" dirty="0">
              <a:sym typeface="Wingdings" pitchFamily="2" charset="2"/>
            </a:rPr>
            <a:t></a:t>
          </a:r>
          <a:r>
            <a:rPr lang="en-GB" sz="2600" kern="1200" dirty="0"/>
            <a:t> lets us store a list of numbers that can change size</a:t>
          </a:r>
          <a:endParaRPr lang="en-US" sz="2600" kern="1200" dirty="0"/>
        </a:p>
      </dsp:txBody>
      <dsp:txXfrm>
        <a:off x="0" y="2611211"/>
        <a:ext cx="4958965" cy="1304649"/>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999D77-2ABB-E447-A33C-02A5633F3D1B}" type="datetimeFigureOut">
              <a:rPr lang="en-GB" smtClean="0"/>
              <a:t>29/01/2026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74248A-1CF4-B54D-8DCE-46B1FC412819}" type="slidenum">
              <a:rPr lang="en-GB" smtClean="0"/>
              <a:t>‹#›</a:t>
            </a:fld>
            <a:endParaRPr lang="en-GB"/>
          </a:p>
        </p:txBody>
      </p:sp>
    </p:spTree>
    <p:extLst>
      <p:ext uri="{BB962C8B-B14F-4D97-AF65-F5344CB8AC3E}">
        <p14:creationId xmlns:p14="http://schemas.microsoft.com/office/powerpoint/2010/main" val="10250243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474248A-1CF4-B54D-8DCE-46B1FC412819}" type="slidenum">
              <a:rPr lang="en-GB" smtClean="0"/>
              <a:t>10</a:t>
            </a:fld>
            <a:endParaRPr lang="en-GB"/>
          </a:p>
        </p:txBody>
      </p:sp>
    </p:spTree>
    <p:extLst>
      <p:ext uri="{BB962C8B-B14F-4D97-AF65-F5344CB8AC3E}">
        <p14:creationId xmlns:p14="http://schemas.microsoft.com/office/powerpoint/2010/main" val="26066852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9767B-9CAD-19A5-F4E0-C7E0073EAB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FE0FB0-290A-1DA0-B808-B5B66C2A0D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A3868A-0DD7-4BA7-4F23-66AFB377A00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C5D4D9E-F10A-1B33-A421-AB35F5CAD56B}"/>
              </a:ext>
            </a:extLst>
          </p:cNvPr>
          <p:cNvSpPr>
            <a:spLocks noGrp="1"/>
          </p:cNvSpPr>
          <p:nvPr>
            <p:ph type="sldNum" sz="quarter" idx="5"/>
          </p:nvPr>
        </p:nvSpPr>
        <p:spPr/>
        <p:txBody>
          <a:bodyPr/>
          <a:lstStyle/>
          <a:p>
            <a:fld id="{B474248A-1CF4-B54D-8DCE-46B1FC412819}" type="slidenum">
              <a:rPr lang="en-GB" smtClean="0"/>
              <a:t>11</a:t>
            </a:fld>
            <a:endParaRPr lang="en-GB"/>
          </a:p>
        </p:txBody>
      </p:sp>
    </p:spTree>
    <p:extLst>
      <p:ext uri="{BB962C8B-B14F-4D97-AF65-F5344CB8AC3E}">
        <p14:creationId xmlns:p14="http://schemas.microsoft.com/office/powerpoint/2010/main" val="40138586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EB811-5C07-F1A8-7184-CCABC13552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A138E4-9146-95CD-1CDD-ACB3B18D55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DC6C71-9256-5D0A-A659-D0DD17E6C37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63D733F-23C6-5EA0-0EC8-E6B3992790CB}"/>
              </a:ext>
            </a:extLst>
          </p:cNvPr>
          <p:cNvSpPr>
            <a:spLocks noGrp="1"/>
          </p:cNvSpPr>
          <p:nvPr>
            <p:ph type="sldNum" sz="quarter" idx="5"/>
          </p:nvPr>
        </p:nvSpPr>
        <p:spPr/>
        <p:txBody>
          <a:bodyPr/>
          <a:lstStyle/>
          <a:p>
            <a:fld id="{B474248A-1CF4-B54D-8DCE-46B1FC412819}" type="slidenum">
              <a:rPr lang="en-GB" smtClean="0"/>
              <a:t>12</a:t>
            </a:fld>
            <a:endParaRPr lang="en-GB"/>
          </a:p>
        </p:txBody>
      </p:sp>
    </p:spTree>
    <p:extLst>
      <p:ext uri="{BB962C8B-B14F-4D97-AF65-F5344CB8AC3E}">
        <p14:creationId xmlns:p14="http://schemas.microsoft.com/office/powerpoint/2010/main" val="37326635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F2658-17C5-DEF4-FAC7-B64BCADE0C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F28B4E-F596-07DA-47C5-05F1DEEB22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FC14CB-AAA7-80D7-59F8-2DEB20FE6B4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3450DB8-02CD-BF63-9AFF-B527AEC3DFDD}"/>
              </a:ext>
            </a:extLst>
          </p:cNvPr>
          <p:cNvSpPr>
            <a:spLocks noGrp="1"/>
          </p:cNvSpPr>
          <p:nvPr>
            <p:ph type="sldNum" sz="quarter" idx="5"/>
          </p:nvPr>
        </p:nvSpPr>
        <p:spPr/>
        <p:txBody>
          <a:bodyPr/>
          <a:lstStyle/>
          <a:p>
            <a:fld id="{B474248A-1CF4-B54D-8DCE-46B1FC412819}" type="slidenum">
              <a:rPr lang="en-GB" smtClean="0"/>
              <a:t>13</a:t>
            </a:fld>
            <a:endParaRPr lang="en-GB"/>
          </a:p>
        </p:txBody>
      </p:sp>
    </p:spTree>
    <p:extLst>
      <p:ext uri="{BB962C8B-B14F-4D97-AF65-F5344CB8AC3E}">
        <p14:creationId xmlns:p14="http://schemas.microsoft.com/office/powerpoint/2010/main" val="10174448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01B67-EE93-7F96-281A-456684DBD0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D2B27E-DF34-3A5E-4D6D-57B2D9CEED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2AA7C5-1506-A09E-BF31-0337D9DF5F3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24253BA-9463-87FA-9C17-C3F025D3FB17}"/>
              </a:ext>
            </a:extLst>
          </p:cNvPr>
          <p:cNvSpPr>
            <a:spLocks noGrp="1"/>
          </p:cNvSpPr>
          <p:nvPr>
            <p:ph type="sldNum" sz="quarter" idx="5"/>
          </p:nvPr>
        </p:nvSpPr>
        <p:spPr/>
        <p:txBody>
          <a:bodyPr/>
          <a:lstStyle/>
          <a:p>
            <a:fld id="{B474248A-1CF4-B54D-8DCE-46B1FC412819}" type="slidenum">
              <a:rPr lang="en-GB" smtClean="0"/>
              <a:t>14</a:t>
            </a:fld>
            <a:endParaRPr lang="en-GB"/>
          </a:p>
        </p:txBody>
      </p:sp>
    </p:spTree>
    <p:extLst>
      <p:ext uri="{BB962C8B-B14F-4D97-AF65-F5344CB8AC3E}">
        <p14:creationId xmlns:p14="http://schemas.microsoft.com/office/powerpoint/2010/main" val="39447197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3050D-E034-7793-C4BD-40FC45BDC1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D2BF41-0EDA-EA43-EFD0-CBA7AE7AF5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0A15B1-F788-7404-863A-F0E1E9DADD3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A271DE4-EC00-C402-9BA7-8FF4B6838F82}"/>
              </a:ext>
            </a:extLst>
          </p:cNvPr>
          <p:cNvSpPr>
            <a:spLocks noGrp="1"/>
          </p:cNvSpPr>
          <p:nvPr>
            <p:ph type="sldNum" sz="quarter" idx="5"/>
          </p:nvPr>
        </p:nvSpPr>
        <p:spPr/>
        <p:txBody>
          <a:bodyPr/>
          <a:lstStyle/>
          <a:p>
            <a:fld id="{B474248A-1CF4-B54D-8DCE-46B1FC412819}" type="slidenum">
              <a:rPr lang="en-GB" smtClean="0"/>
              <a:t>15</a:t>
            </a:fld>
            <a:endParaRPr lang="en-GB"/>
          </a:p>
        </p:txBody>
      </p:sp>
    </p:spTree>
    <p:extLst>
      <p:ext uri="{BB962C8B-B14F-4D97-AF65-F5344CB8AC3E}">
        <p14:creationId xmlns:p14="http://schemas.microsoft.com/office/powerpoint/2010/main" val="21475145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38333ecd045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8" name="Google Shape;238;g38333ecd045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8333ecd045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1" name="Google Shape;251;g38333ecd045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38333ecd045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0" name="Google Shape;260;g38333ecd045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38333ecd045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4" name="Google Shape;274;g38333ecd045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38333ecd045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3" name="Google Shape;283;g38333ecd045_0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a:extLst>
            <a:ext uri="{FF2B5EF4-FFF2-40B4-BE49-F238E27FC236}">
              <a16:creationId xmlns:a16="http://schemas.microsoft.com/office/drawing/2014/main" id="{935A050B-3B9A-5440-C781-C2ECDED9140C}"/>
            </a:ext>
          </a:extLst>
        </p:cNvPr>
        <p:cNvGrpSpPr/>
        <p:nvPr/>
      </p:nvGrpSpPr>
      <p:grpSpPr>
        <a:xfrm>
          <a:off x="0" y="0"/>
          <a:ext cx="0" cy="0"/>
          <a:chOff x="0" y="0"/>
          <a:chExt cx="0" cy="0"/>
        </a:xfrm>
      </p:grpSpPr>
      <p:sp>
        <p:nvSpPr>
          <p:cNvPr id="282" name="Google Shape;282;g38333ecd045_0_85:notes">
            <a:extLst>
              <a:ext uri="{FF2B5EF4-FFF2-40B4-BE49-F238E27FC236}">
                <a16:creationId xmlns:a16="http://schemas.microsoft.com/office/drawing/2014/main" id="{C42A9F0B-D8B7-1D81-BF06-18039DB4CFF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3" name="Google Shape;283;g38333ecd045_0_85:notes">
            <a:extLst>
              <a:ext uri="{FF2B5EF4-FFF2-40B4-BE49-F238E27FC236}">
                <a16:creationId xmlns:a16="http://schemas.microsoft.com/office/drawing/2014/main" id="{B4367379-2CC1-7F34-A2CE-1B50B494F9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959419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38333ecd045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1" name="Google Shape;291;g38333ecd045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38333ecd045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2" name="Google Shape;302;g38333ecd045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a:extLst>
            <a:ext uri="{FF2B5EF4-FFF2-40B4-BE49-F238E27FC236}">
              <a16:creationId xmlns:a16="http://schemas.microsoft.com/office/drawing/2014/main" id="{07B92CA4-2409-E5FE-639F-623E892D038A}"/>
            </a:ext>
          </a:extLst>
        </p:cNvPr>
        <p:cNvGrpSpPr/>
        <p:nvPr/>
      </p:nvGrpSpPr>
      <p:grpSpPr>
        <a:xfrm>
          <a:off x="0" y="0"/>
          <a:ext cx="0" cy="0"/>
          <a:chOff x="0" y="0"/>
          <a:chExt cx="0" cy="0"/>
        </a:xfrm>
      </p:grpSpPr>
      <p:sp>
        <p:nvSpPr>
          <p:cNvPr id="301" name="Google Shape;301;g38333ecd045_0_104:notes">
            <a:extLst>
              <a:ext uri="{FF2B5EF4-FFF2-40B4-BE49-F238E27FC236}">
                <a16:creationId xmlns:a16="http://schemas.microsoft.com/office/drawing/2014/main" id="{AFFBFDA9-75BE-AD20-A9F8-29B135479B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2" name="Google Shape;302;g38333ecd045_0_104:notes">
            <a:extLst>
              <a:ext uri="{FF2B5EF4-FFF2-40B4-BE49-F238E27FC236}">
                <a16:creationId xmlns:a16="http://schemas.microsoft.com/office/drawing/2014/main" id="{ADEE4726-7B78-D89B-F4D2-0760B9EEFE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122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38360d653c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1" name="Google Shape;311;g38360d653c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38360d653c4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0" name="Google Shape;320;g38360d653c4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 Id="rId4"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44532-708D-5170-A2AF-9B81D06FE92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5F33D452-853F-1CBD-5CC4-3D17B19A71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3CF6CA4C-C51D-EEC1-66C1-5A6C3FBCF6E5}"/>
              </a:ext>
            </a:extLst>
          </p:cNvPr>
          <p:cNvSpPr>
            <a:spLocks noGrp="1"/>
          </p:cNvSpPr>
          <p:nvPr>
            <p:ph type="dt" sz="half" idx="10"/>
          </p:nvPr>
        </p:nvSpPr>
        <p:spPr/>
        <p:txBody>
          <a:bodyPr/>
          <a:lstStyle/>
          <a:p>
            <a:fld id="{38ABA5B9-6179-BC4B-8C74-A25CEC868EE3}" type="datetimeFigureOut">
              <a:rPr lang="en-GB" smtClean="0"/>
              <a:t>29/01/2026</a:t>
            </a:fld>
            <a:endParaRPr lang="en-GB"/>
          </a:p>
        </p:txBody>
      </p:sp>
      <p:sp>
        <p:nvSpPr>
          <p:cNvPr id="5" name="Footer Placeholder 4">
            <a:extLst>
              <a:ext uri="{FF2B5EF4-FFF2-40B4-BE49-F238E27FC236}">
                <a16:creationId xmlns:a16="http://schemas.microsoft.com/office/drawing/2014/main" id="{827593BA-E94E-D487-16EB-477786739CF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790BBCE-06EC-CD97-35BD-21113FD9C080}"/>
              </a:ext>
            </a:extLst>
          </p:cNvPr>
          <p:cNvSpPr>
            <a:spLocks noGrp="1"/>
          </p:cNvSpPr>
          <p:nvPr>
            <p:ph type="sldNum" sz="quarter" idx="12"/>
          </p:nvPr>
        </p:nvSpPr>
        <p:spPr/>
        <p:txBody>
          <a:bodyPr/>
          <a:lstStyle/>
          <a:p>
            <a:fld id="{BB356C5A-C79F-3948-BB6A-36C01CC8E999}" type="slidenum">
              <a:rPr lang="en-GB" smtClean="0"/>
              <a:t>‹#›</a:t>
            </a:fld>
            <a:endParaRPr lang="en-GB"/>
          </a:p>
        </p:txBody>
      </p:sp>
    </p:spTree>
    <p:extLst>
      <p:ext uri="{BB962C8B-B14F-4D97-AF65-F5344CB8AC3E}">
        <p14:creationId xmlns:p14="http://schemas.microsoft.com/office/powerpoint/2010/main" val="19758107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394C4-48B5-EEFA-9F6D-68DAB1A3C77A}"/>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8D27A864-10F2-F4A8-3E32-3146C6C4853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1AAC4DE7-62A1-5BF3-9D87-004654FCA283}"/>
              </a:ext>
            </a:extLst>
          </p:cNvPr>
          <p:cNvSpPr>
            <a:spLocks noGrp="1"/>
          </p:cNvSpPr>
          <p:nvPr>
            <p:ph type="dt" sz="half" idx="10"/>
          </p:nvPr>
        </p:nvSpPr>
        <p:spPr/>
        <p:txBody>
          <a:bodyPr/>
          <a:lstStyle/>
          <a:p>
            <a:fld id="{38ABA5B9-6179-BC4B-8C74-A25CEC868EE3}" type="datetimeFigureOut">
              <a:rPr lang="en-GB" smtClean="0"/>
              <a:t>29/01/2026</a:t>
            </a:fld>
            <a:endParaRPr lang="en-GB"/>
          </a:p>
        </p:txBody>
      </p:sp>
      <p:sp>
        <p:nvSpPr>
          <p:cNvPr id="5" name="Footer Placeholder 4">
            <a:extLst>
              <a:ext uri="{FF2B5EF4-FFF2-40B4-BE49-F238E27FC236}">
                <a16:creationId xmlns:a16="http://schemas.microsoft.com/office/drawing/2014/main" id="{7DD26024-E8FD-5E45-673B-9C21222BB96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37F1156-9393-8A81-3C4A-8A9E957ECB0B}"/>
              </a:ext>
            </a:extLst>
          </p:cNvPr>
          <p:cNvSpPr>
            <a:spLocks noGrp="1"/>
          </p:cNvSpPr>
          <p:nvPr>
            <p:ph type="sldNum" sz="quarter" idx="12"/>
          </p:nvPr>
        </p:nvSpPr>
        <p:spPr/>
        <p:txBody>
          <a:bodyPr/>
          <a:lstStyle/>
          <a:p>
            <a:fld id="{BB356C5A-C79F-3948-BB6A-36C01CC8E999}" type="slidenum">
              <a:rPr lang="en-GB" smtClean="0"/>
              <a:t>‹#›</a:t>
            </a:fld>
            <a:endParaRPr lang="en-GB"/>
          </a:p>
        </p:txBody>
      </p:sp>
    </p:spTree>
    <p:extLst>
      <p:ext uri="{BB962C8B-B14F-4D97-AF65-F5344CB8AC3E}">
        <p14:creationId xmlns:p14="http://schemas.microsoft.com/office/powerpoint/2010/main" val="21121705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45632-228A-35C6-7A24-FD9C905AA4B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B499F9CC-9234-D9EB-59DB-0F2112E0A97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3B5FE63D-D7C5-00FD-8A86-CF77A4479CFF}"/>
              </a:ext>
            </a:extLst>
          </p:cNvPr>
          <p:cNvSpPr>
            <a:spLocks noGrp="1"/>
          </p:cNvSpPr>
          <p:nvPr>
            <p:ph type="dt" sz="half" idx="10"/>
          </p:nvPr>
        </p:nvSpPr>
        <p:spPr/>
        <p:txBody>
          <a:bodyPr/>
          <a:lstStyle/>
          <a:p>
            <a:fld id="{38ABA5B9-6179-BC4B-8C74-A25CEC868EE3}" type="datetimeFigureOut">
              <a:rPr lang="en-GB" smtClean="0"/>
              <a:t>29/01/2026</a:t>
            </a:fld>
            <a:endParaRPr lang="en-GB"/>
          </a:p>
        </p:txBody>
      </p:sp>
      <p:sp>
        <p:nvSpPr>
          <p:cNvPr id="5" name="Footer Placeholder 4">
            <a:extLst>
              <a:ext uri="{FF2B5EF4-FFF2-40B4-BE49-F238E27FC236}">
                <a16:creationId xmlns:a16="http://schemas.microsoft.com/office/drawing/2014/main" id="{18281AAE-6A89-FC0D-771E-D308CCC05DD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F58EB7-6191-29BA-539A-2E7DD2FE7013}"/>
              </a:ext>
            </a:extLst>
          </p:cNvPr>
          <p:cNvSpPr>
            <a:spLocks noGrp="1"/>
          </p:cNvSpPr>
          <p:nvPr>
            <p:ph type="sldNum" sz="quarter" idx="12"/>
          </p:nvPr>
        </p:nvSpPr>
        <p:spPr/>
        <p:txBody>
          <a:bodyPr/>
          <a:lstStyle/>
          <a:p>
            <a:fld id="{BB356C5A-C79F-3948-BB6A-36C01CC8E999}" type="slidenum">
              <a:rPr lang="en-GB" smtClean="0"/>
              <a:t>‹#›</a:t>
            </a:fld>
            <a:endParaRPr lang="en-GB"/>
          </a:p>
        </p:txBody>
      </p:sp>
    </p:spTree>
    <p:extLst>
      <p:ext uri="{BB962C8B-B14F-4D97-AF65-F5344CB8AC3E}">
        <p14:creationId xmlns:p14="http://schemas.microsoft.com/office/powerpoint/2010/main" val="1263357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8A8BE-DCB0-1A9A-2A24-92325E283E25}"/>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A7E010CF-1918-0D7F-3EB7-1EFE326B65C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E8FF4104-857F-EA67-A679-98EF9377814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BA20ECC8-BA14-EAE4-B0C7-9CA2F3075DFA}"/>
              </a:ext>
            </a:extLst>
          </p:cNvPr>
          <p:cNvSpPr>
            <a:spLocks noGrp="1"/>
          </p:cNvSpPr>
          <p:nvPr>
            <p:ph type="dt" sz="half" idx="10"/>
          </p:nvPr>
        </p:nvSpPr>
        <p:spPr/>
        <p:txBody>
          <a:bodyPr/>
          <a:lstStyle/>
          <a:p>
            <a:fld id="{38ABA5B9-6179-BC4B-8C74-A25CEC868EE3}" type="datetimeFigureOut">
              <a:rPr lang="en-GB" smtClean="0"/>
              <a:t>29/01/2026</a:t>
            </a:fld>
            <a:endParaRPr lang="en-GB"/>
          </a:p>
        </p:txBody>
      </p:sp>
      <p:sp>
        <p:nvSpPr>
          <p:cNvPr id="6" name="Footer Placeholder 5">
            <a:extLst>
              <a:ext uri="{FF2B5EF4-FFF2-40B4-BE49-F238E27FC236}">
                <a16:creationId xmlns:a16="http://schemas.microsoft.com/office/drawing/2014/main" id="{B034845F-F9F8-AEC7-10B8-81E5C28E033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2F671F0-F344-851C-6DFE-A83A103161D7}"/>
              </a:ext>
            </a:extLst>
          </p:cNvPr>
          <p:cNvSpPr>
            <a:spLocks noGrp="1"/>
          </p:cNvSpPr>
          <p:nvPr>
            <p:ph type="sldNum" sz="quarter" idx="12"/>
          </p:nvPr>
        </p:nvSpPr>
        <p:spPr/>
        <p:txBody>
          <a:bodyPr/>
          <a:lstStyle/>
          <a:p>
            <a:fld id="{BB356C5A-C79F-3948-BB6A-36C01CC8E999}" type="slidenum">
              <a:rPr lang="en-GB" smtClean="0"/>
              <a:t>‹#›</a:t>
            </a:fld>
            <a:endParaRPr lang="en-GB"/>
          </a:p>
        </p:txBody>
      </p:sp>
    </p:spTree>
    <p:extLst>
      <p:ext uri="{BB962C8B-B14F-4D97-AF65-F5344CB8AC3E}">
        <p14:creationId xmlns:p14="http://schemas.microsoft.com/office/powerpoint/2010/main" val="12030430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7F4B5-F72B-1BD2-74B1-95F2A24ADD7B}"/>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BE48496D-0584-02B4-BFC6-F810598618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E6BC1D0-A8B1-5A2E-2B6F-B6316595272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83E63D53-390B-335D-93A7-EAC14622DC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D14CA72-32EF-A513-9434-82C01CA9635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EEEECFC5-ED41-AF15-8A27-8BFBA922424A}"/>
              </a:ext>
            </a:extLst>
          </p:cNvPr>
          <p:cNvSpPr>
            <a:spLocks noGrp="1"/>
          </p:cNvSpPr>
          <p:nvPr>
            <p:ph type="dt" sz="half" idx="10"/>
          </p:nvPr>
        </p:nvSpPr>
        <p:spPr/>
        <p:txBody>
          <a:bodyPr/>
          <a:lstStyle/>
          <a:p>
            <a:fld id="{38ABA5B9-6179-BC4B-8C74-A25CEC868EE3}" type="datetimeFigureOut">
              <a:rPr lang="en-GB" smtClean="0"/>
              <a:t>29/01/2026</a:t>
            </a:fld>
            <a:endParaRPr lang="en-GB"/>
          </a:p>
        </p:txBody>
      </p:sp>
      <p:sp>
        <p:nvSpPr>
          <p:cNvPr id="8" name="Footer Placeholder 7">
            <a:extLst>
              <a:ext uri="{FF2B5EF4-FFF2-40B4-BE49-F238E27FC236}">
                <a16:creationId xmlns:a16="http://schemas.microsoft.com/office/drawing/2014/main" id="{59DFABE4-89C8-E8AB-E900-8749746D1DC2}"/>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623B18E2-5068-2DAE-651A-9DF28698A3A3}"/>
              </a:ext>
            </a:extLst>
          </p:cNvPr>
          <p:cNvSpPr>
            <a:spLocks noGrp="1"/>
          </p:cNvSpPr>
          <p:nvPr>
            <p:ph type="sldNum" sz="quarter" idx="12"/>
          </p:nvPr>
        </p:nvSpPr>
        <p:spPr/>
        <p:txBody>
          <a:bodyPr/>
          <a:lstStyle/>
          <a:p>
            <a:fld id="{BB356C5A-C79F-3948-BB6A-36C01CC8E999}" type="slidenum">
              <a:rPr lang="en-GB" smtClean="0"/>
              <a:t>‹#›</a:t>
            </a:fld>
            <a:endParaRPr lang="en-GB"/>
          </a:p>
        </p:txBody>
      </p:sp>
    </p:spTree>
    <p:extLst>
      <p:ext uri="{BB962C8B-B14F-4D97-AF65-F5344CB8AC3E}">
        <p14:creationId xmlns:p14="http://schemas.microsoft.com/office/powerpoint/2010/main" val="38170518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442A2-89B0-2E6D-037A-8ECECA3CDE54}"/>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E155367E-1255-71FD-A4B7-CCF0F8EE2EE0}"/>
              </a:ext>
            </a:extLst>
          </p:cNvPr>
          <p:cNvSpPr>
            <a:spLocks noGrp="1"/>
          </p:cNvSpPr>
          <p:nvPr>
            <p:ph type="dt" sz="half" idx="10"/>
          </p:nvPr>
        </p:nvSpPr>
        <p:spPr/>
        <p:txBody>
          <a:bodyPr/>
          <a:lstStyle/>
          <a:p>
            <a:fld id="{38ABA5B9-6179-BC4B-8C74-A25CEC868EE3}" type="datetimeFigureOut">
              <a:rPr lang="en-GB" smtClean="0"/>
              <a:t>29/01/2026</a:t>
            </a:fld>
            <a:endParaRPr lang="en-GB"/>
          </a:p>
        </p:txBody>
      </p:sp>
      <p:sp>
        <p:nvSpPr>
          <p:cNvPr id="4" name="Footer Placeholder 3">
            <a:extLst>
              <a:ext uri="{FF2B5EF4-FFF2-40B4-BE49-F238E27FC236}">
                <a16:creationId xmlns:a16="http://schemas.microsoft.com/office/drawing/2014/main" id="{091380E2-1819-6996-0E90-F25FE3050B3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69F7C9B-F45B-1F9D-763A-1976981B83F3}"/>
              </a:ext>
            </a:extLst>
          </p:cNvPr>
          <p:cNvSpPr>
            <a:spLocks noGrp="1"/>
          </p:cNvSpPr>
          <p:nvPr>
            <p:ph type="sldNum" sz="quarter" idx="12"/>
          </p:nvPr>
        </p:nvSpPr>
        <p:spPr/>
        <p:txBody>
          <a:bodyPr/>
          <a:lstStyle/>
          <a:p>
            <a:fld id="{BB356C5A-C79F-3948-BB6A-36C01CC8E999}" type="slidenum">
              <a:rPr lang="en-GB" smtClean="0"/>
              <a:t>‹#›</a:t>
            </a:fld>
            <a:endParaRPr lang="en-GB"/>
          </a:p>
        </p:txBody>
      </p:sp>
    </p:spTree>
    <p:extLst>
      <p:ext uri="{BB962C8B-B14F-4D97-AF65-F5344CB8AC3E}">
        <p14:creationId xmlns:p14="http://schemas.microsoft.com/office/powerpoint/2010/main" val="2361521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A82BD8A-EC02-2FF8-DEC8-C630FD581733}"/>
              </a:ext>
            </a:extLst>
          </p:cNvPr>
          <p:cNvSpPr>
            <a:spLocks noGrp="1"/>
          </p:cNvSpPr>
          <p:nvPr>
            <p:ph type="dt" sz="half" idx="10"/>
          </p:nvPr>
        </p:nvSpPr>
        <p:spPr/>
        <p:txBody>
          <a:bodyPr/>
          <a:lstStyle/>
          <a:p>
            <a:fld id="{38ABA5B9-6179-BC4B-8C74-A25CEC868EE3}" type="datetimeFigureOut">
              <a:rPr lang="en-GB" smtClean="0"/>
              <a:t>29/01/2026</a:t>
            </a:fld>
            <a:endParaRPr lang="en-GB"/>
          </a:p>
        </p:txBody>
      </p:sp>
      <p:sp>
        <p:nvSpPr>
          <p:cNvPr id="3" name="Footer Placeholder 2">
            <a:extLst>
              <a:ext uri="{FF2B5EF4-FFF2-40B4-BE49-F238E27FC236}">
                <a16:creationId xmlns:a16="http://schemas.microsoft.com/office/drawing/2014/main" id="{7753ADF8-9F90-79A4-1A0D-1FDDDACF099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D64219B2-AABB-E1A5-1038-E22FAD106BDF}"/>
              </a:ext>
            </a:extLst>
          </p:cNvPr>
          <p:cNvSpPr>
            <a:spLocks noGrp="1"/>
          </p:cNvSpPr>
          <p:nvPr>
            <p:ph type="sldNum" sz="quarter" idx="12"/>
          </p:nvPr>
        </p:nvSpPr>
        <p:spPr/>
        <p:txBody>
          <a:bodyPr/>
          <a:lstStyle/>
          <a:p>
            <a:fld id="{BB356C5A-C79F-3948-BB6A-36C01CC8E999}" type="slidenum">
              <a:rPr lang="en-GB" smtClean="0"/>
              <a:t>‹#›</a:t>
            </a:fld>
            <a:endParaRPr lang="en-GB"/>
          </a:p>
        </p:txBody>
      </p:sp>
    </p:spTree>
    <p:extLst>
      <p:ext uri="{BB962C8B-B14F-4D97-AF65-F5344CB8AC3E}">
        <p14:creationId xmlns:p14="http://schemas.microsoft.com/office/powerpoint/2010/main" val="1390441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FC211-88D6-52E7-5157-D965B55D30A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EAEE6559-26BA-1282-68F5-E4EB1254D4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0AD236E5-56BC-BE3F-2FD1-2B97677A7A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BD7BB7A-5086-5582-3F46-A19D644A8E3F}"/>
              </a:ext>
            </a:extLst>
          </p:cNvPr>
          <p:cNvSpPr>
            <a:spLocks noGrp="1"/>
          </p:cNvSpPr>
          <p:nvPr>
            <p:ph type="dt" sz="half" idx="10"/>
          </p:nvPr>
        </p:nvSpPr>
        <p:spPr/>
        <p:txBody>
          <a:bodyPr/>
          <a:lstStyle/>
          <a:p>
            <a:fld id="{38ABA5B9-6179-BC4B-8C74-A25CEC868EE3}" type="datetimeFigureOut">
              <a:rPr lang="en-GB" smtClean="0"/>
              <a:t>29/01/2026</a:t>
            </a:fld>
            <a:endParaRPr lang="en-GB"/>
          </a:p>
        </p:txBody>
      </p:sp>
      <p:sp>
        <p:nvSpPr>
          <p:cNvPr id="6" name="Footer Placeholder 5">
            <a:extLst>
              <a:ext uri="{FF2B5EF4-FFF2-40B4-BE49-F238E27FC236}">
                <a16:creationId xmlns:a16="http://schemas.microsoft.com/office/drawing/2014/main" id="{3E0CFE72-A550-4EAC-1353-7E978A95D06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E32D0AD-C85E-0190-6677-E67EDC1DBCCA}"/>
              </a:ext>
            </a:extLst>
          </p:cNvPr>
          <p:cNvSpPr>
            <a:spLocks noGrp="1"/>
          </p:cNvSpPr>
          <p:nvPr>
            <p:ph type="sldNum" sz="quarter" idx="12"/>
          </p:nvPr>
        </p:nvSpPr>
        <p:spPr/>
        <p:txBody>
          <a:bodyPr/>
          <a:lstStyle/>
          <a:p>
            <a:fld id="{BB356C5A-C79F-3948-BB6A-36C01CC8E999}" type="slidenum">
              <a:rPr lang="en-GB" smtClean="0"/>
              <a:t>‹#›</a:t>
            </a:fld>
            <a:endParaRPr lang="en-GB"/>
          </a:p>
        </p:txBody>
      </p:sp>
    </p:spTree>
    <p:extLst>
      <p:ext uri="{BB962C8B-B14F-4D97-AF65-F5344CB8AC3E}">
        <p14:creationId xmlns:p14="http://schemas.microsoft.com/office/powerpoint/2010/main" val="40001266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C2828-E8EC-3264-D9B3-E0D0831E5CD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31DEE480-1442-27C0-4268-6EBA95ED8B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53B9C71-E8C1-64F4-F447-BF1F654E07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CEBCFB8-1388-D2F8-9671-0D42B959DDC0}"/>
              </a:ext>
            </a:extLst>
          </p:cNvPr>
          <p:cNvSpPr>
            <a:spLocks noGrp="1"/>
          </p:cNvSpPr>
          <p:nvPr>
            <p:ph type="dt" sz="half" idx="10"/>
          </p:nvPr>
        </p:nvSpPr>
        <p:spPr/>
        <p:txBody>
          <a:bodyPr/>
          <a:lstStyle/>
          <a:p>
            <a:fld id="{38ABA5B9-6179-BC4B-8C74-A25CEC868EE3}" type="datetimeFigureOut">
              <a:rPr lang="en-GB" smtClean="0"/>
              <a:t>29/01/2026</a:t>
            </a:fld>
            <a:endParaRPr lang="en-GB"/>
          </a:p>
        </p:txBody>
      </p:sp>
      <p:sp>
        <p:nvSpPr>
          <p:cNvPr id="6" name="Footer Placeholder 5">
            <a:extLst>
              <a:ext uri="{FF2B5EF4-FFF2-40B4-BE49-F238E27FC236}">
                <a16:creationId xmlns:a16="http://schemas.microsoft.com/office/drawing/2014/main" id="{D5A6C1F3-A75B-42B3-0ED3-81FD9D8AD3D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B89200B-8D83-100C-B9B1-703D462048EF}"/>
              </a:ext>
            </a:extLst>
          </p:cNvPr>
          <p:cNvSpPr>
            <a:spLocks noGrp="1"/>
          </p:cNvSpPr>
          <p:nvPr>
            <p:ph type="sldNum" sz="quarter" idx="12"/>
          </p:nvPr>
        </p:nvSpPr>
        <p:spPr/>
        <p:txBody>
          <a:bodyPr/>
          <a:lstStyle/>
          <a:p>
            <a:fld id="{BB356C5A-C79F-3948-BB6A-36C01CC8E999}" type="slidenum">
              <a:rPr lang="en-GB" smtClean="0"/>
              <a:t>‹#›</a:t>
            </a:fld>
            <a:endParaRPr lang="en-GB"/>
          </a:p>
        </p:txBody>
      </p:sp>
    </p:spTree>
    <p:extLst>
      <p:ext uri="{BB962C8B-B14F-4D97-AF65-F5344CB8AC3E}">
        <p14:creationId xmlns:p14="http://schemas.microsoft.com/office/powerpoint/2010/main" val="28802560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71F58-C9E7-F15E-3E93-21DAE4D439AF}"/>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2542F8C4-E2A5-2B7E-EBA6-00BBD3A0B65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D061A754-CFA9-8145-88E6-10FEC29E9F99}"/>
              </a:ext>
            </a:extLst>
          </p:cNvPr>
          <p:cNvSpPr>
            <a:spLocks noGrp="1"/>
          </p:cNvSpPr>
          <p:nvPr>
            <p:ph type="dt" sz="half" idx="10"/>
          </p:nvPr>
        </p:nvSpPr>
        <p:spPr/>
        <p:txBody>
          <a:bodyPr/>
          <a:lstStyle/>
          <a:p>
            <a:fld id="{38ABA5B9-6179-BC4B-8C74-A25CEC868EE3}" type="datetimeFigureOut">
              <a:rPr lang="en-GB" smtClean="0"/>
              <a:t>29/01/2026</a:t>
            </a:fld>
            <a:endParaRPr lang="en-GB"/>
          </a:p>
        </p:txBody>
      </p:sp>
      <p:sp>
        <p:nvSpPr>
          <p:cNvPr id="5" name="Footer Placeholder 4">
            <a:extLst>
              <a:ext uri="{FF2B5EF4-FFF2-40B4-BE49-F238E27FC236}">
                <a16:creationId xmlns:a16="http://schemas.microsoft.com/office/drawing/2014/main" id="{00E03D4C-1BD5-2DE5-AEF7-A5F8EF02BFC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28B5502-EC8B-8851-E393-EABF28BB3920}"/>
              </a:ext>
            </a:extLst>
          </p:cNvPr>
          <p:cNvSpPr>
            <a:spLocks noGrp="1"/>
          </p:cNvSpPr>
          <p:nvPr>
            <p:ph type="sldNum" sz="quarter" idx="12"/>
          </p:nvPr>
        </p:nvSpPr>
        <p:spPr/>
        <p:txBody>
          <a:bodyPr/>
          <a:lstStyle/>
          <a:p>
            <a:fld id="{BB356C5A-C79F-3948-BB6A-36C01CC8E999}" type="slidenum">
              <a:rPr lang="en-GB" smtClean="0"/>
              <a:t>‹#›</a:t>
            </a:fld>
            <a:endParaRPr lang="en-GB"/>
          </a:p>
        </p:txBody>
      </p:sp>
    </p:spTree>
    <p:extLst>
      <p:ext uri="{BB962C8B-B14F-4D97-AF65-F5344CB8AC3E}">
        <p14:creationId xmlns:p14="http://schemas.microsoft.com/office/powerpoint/2010/main" val="30365213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5C1583-24E5-1987-60B4-DEE8F34E56DD}"/>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849EB8F3-1908-8D6F-6834-372302C9AF1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3D7257DA-DFF5-19E4-B86D-D4B723196AE4}"/>
              </a:ext>
            </a:extLst>
          </p:cNvPr>
          <p:cNvSpPr>
            <a:spLocks noGrp="1"/>
          </p:cNvSpPr>
          <p:nvPr>
            <p:ph type="dt" sz="half" idx="10"/>
          </p:nvPr>
        </p:nvSpPr>
        <p:spPr/>
        <p:txBody>
          <a:bodyPr/>
          <a:lstStyle/>
          <a:p>
            <a:fld id="{38ABA5B9-6179-BC4B-8C74-A25CEC868EE3}" type="datetimeFigureOut">
              <a:rPr lang="en-GB" smtClean="0"/>
              <a:t>29/01/2026</a:t>
            </a:fld>
            <a:endParaRPr lang="en-GB"/>
          </a:p>
        </p:txBody>
      </p:sp>
      <p:sp>
        <p:nvSpPr>
          <p:cNvPr id="5" name="Footer Placeholder 4">
            <a:extLst>
              <a:ext uri="{FF2B5EF4-FFF2-40B4-BE49-F238E27FC236}">
                <a16:creationId xmlns:a16="http://schemas.microsoft.com/office/drawing/2014/main" id="{C2EA3AE2-A570-D128-EEC8-3B90F1A2748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8E2DB79-30EA-2F00-4907-3597009E9302}"/>
              </a:ext>
            </a:extLst>
          </p:cNvPr>
          <p:cNvSpPr>
            <a:spLocks noGrp="1"/>
          </p:cNvSpPr>
          <p:nvPr>
            <p:ph type="sldNum" sz="quarter" idx="12"/>
          </p:nvPr>
        </p:nvSpPr>
        <p:spPr/>
        <p:txBody>
          <a:bodyPr/>
          <a:lstStyle/>
          <a:p>
            <a:fld id="{BB356C5A-C79F-3948-BB6A-36C01CC8E999}" type="slidenum">
              <a:rPr lang="en-GB" smtClean="0"/>
              <a:t>‹#›</a:t>
            </a:fld>
            <a:endParaRPr lang="en-GB"/>
          </a:p>
        </p:txBody>
      </p:sp>
    </p:spTree>
    <p:extLst>
      <p:ext uri="{BB962C8B-B14F-4D97-AF65-F5344CB8AC3E}">
        <p14:creationId xmlns:p14="http://schemas.microsoft.com/office/powerpoint/2010/main" val="40703064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
        <p:cNvGrpSpPr/>
        <p:nvPr/>
      </p:nvGrpSpPr>
      <p:grpSpPr>
        <a:xfrm>
          <a:off x="0" y="0"/>
          <a:ext cx="0" cy="0"/>
          <a:chOff x="0" y="0"/>
          <a:chExt cx="0" cy="0"/>
        </a:xfrm>
      </p:grpSpPr>
      <p:sp>
        <p:nvSpPr>
          <p:cNvPr id="10" name="Google Shape;10;p2"/>
          <p:cNvSpPr txBox="1">
            <a:spLocks noGrp="1"/>
          </p:cNvSpPr>
          <p:nvPr>
            <p:ph type="dt" idx="10"/>
          </p:nvPr>
        </p:nvSpPr>
        <p:spPr>
          <a:xfrm>
            <a:off x="1622617" y="4116533"/>
            <a:ext cx="1422400" cy="2434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1" name="Google Shape;11;p2"/>
          <p:cNvSpPr txBox="1">
            <a:spLocks noGrp="1"/>
          </p:cNvSpPr>
          <p:nvPr>
            <p:ph type="ftr" idx="11"/>
          </p:nvPr>
        </p:nvSpPr>
        <p:spPr>
          <a:xfrm>
            <a:off x="3400617" y="4116533"/>
            <a:ext cx="1930400" cy="2434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r>
              <a:rPr lang="en-GB"/>
              <a:t>Slough and Langley | CCI | UAL | BSc Data Science and AI | 29th January 2025</a:t>
            </a:r>
            <a:endParaRPr/>
          </a:p>
        </p:txBody>
      </p:sp>
      <p:sp>
        <p:nvSpPr>
          <p:cNvPr id="12" name="Google Shape;12;p2"/>
          <p:cNvSpPr txBox="1">
            <a:spLocks noGrp="1"/>
          </p:cNvSpPr>
          <p:nvPr>
            <p:ph type="sldNum" idx="12"/>
          </p:nvPr>
        </p:nvSpPr>
        <p:spPr>
          <a:xfrm>
            <a:off x="4368800" y="4237567"/>
            <a:ext cx="1422400" cy="2434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41075146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s" type="secHead">
  <p:cSld name="Table of Contents">
    <p:bg>
      <p:bgPr>
        <a:solidFill>
          <a:schemeClr val="dk1"/>
        </a:solidFill>
        <a:effectLst/>
      </p:bgPr>
    </p:bg>
    <p:spTree>
      <p:nvGrpSpPr>
        <p:cNvPr id="1" name="Shape 23"/>
        <p:cNvGrpSpPr/>
        <p:nvPr/>
      </p:nvGrpSpPr>
      <p:grpSpPr>
        <a:xfrm>
          <a:off x="0" y="0"/>
          <a:ext cx="0" cy="0"/>
          <a:chOff x="0" y="0"/>
          <a:chExt cx="0" cy="0"/>
        </a:xfrm>
      </p:grpSpPr>
      <p:sp>
        <p:nvSpPr>
          <p:cNvPr id="24" name="Google Shape;24;p4"/>
          <p:cNvSpPr txBox="1">
            <a:spLocks noGrp="1"/>
          </p:cNvSpPr>
          <p:nvPr>
            <p:ph type="body" idx="1"/>
          </p:nvPr>
        </p:nvSpPr>
        <p:spPr>
          <a:xfrm>
            <a:off x="678617" y="129283"/>
            <a:ext cx="1563600" cy="164000"/>
          </a:xfrm>
          <a:prstGeom prst="rect">
            <a:avLst/>
          </a:prstGeom>
        </p:spPr>
        <p:txBody>
          <a:bodyPr spcFirstLastPara="1" wrap="square" lIns="0" tIns="0" rIns="0" bIns="0" anchor="t" anchorCtr="0">
            <a:noAutofit/>
          </a:bodyPr>
          <a:lstStyle>
            <a:lvl1pPr marL="304815" lvl="0" indent="-215911" rtl="0">
              <a:spcBef>
                <a:spcPts val="427"/>
              </a:spcBef>
              <a:spcAft>
                <a:spcPts val="0"/>
              </a:spcAft>
              <a:buClr>
                <a:schemeClr val="lt1"/>
              </a:buClr>
              <a:buSzPts val="1500"/>
              <a:buChar char="•"/>
              <a:defRPr sz="1000" i="1">
                <a:solidFill>
                  <a:schemeClr val="lt1"/>
                </a:solidFill>
              </a:defRPr>
            </a:lvl1pPr>
            <a:lvl2pPr marL="609630" lvl="1" indent="-215911" rtl="0">
              <a:spcBef>
                <a:spcPts val="373"/>
              </a:spcBef>
              <a:spcAft>
                <a:spcPts val="0"/>
              </a:spcAft>
              <a:buClr>
                <a:schemeClr val="lt1"/>
              </a:buClr>
              <a:buSzPts val="1500"/>
              <a:buChar char="–"/>
              <a:defRPr sz="1000" i="1">
                <a:solidFill>
                  <a:schemeClr val="lt1"/>
                </a:solidFill>
              </a:defRPr>
            </a:lvl2pPr>
            <a:lvl3pPr marL="914446" lvl="2" indent="-215911" rtl="0">
              <a:spcBef>
                <a:spcPts val="320"/>
              </a:spcBef>
              <a:spcAft>
                <a:spcPts val="0"/>
              </a:spcAft>
              <a:buClr>
                <a:schemeClr val="lt1"/>
              </a:buClr>
              <a:buSzPts val="1500"/>
              <a:buChar char="•"/>
              <a:defRPr sz="1000" b="1" i="1">
                <a:solidFill>
                  <a:schemeClr val="lt1"/>
                </a:solidFill>
              </a:defRPr>
            </a:lvl3pPr>
            <a:lvl4pPr marL="1219261" lvl="3" indent="-215911" rtl="0">
              <a:spcBef>
                <a:spcPts val="267"/>
              </a:spcBef>
              <a:spcAft>
                <a:spcPts val="0"/>
              </a:spcAft>
              <a:buClr>
                <a:schemeClr val="lt1"/>
              </a:buClr>
              <a:buSzPts val="1500"/>
              <a:buFont typeface="Inter"/>
              <a:buChar char="–"/>
              <a:defRPr sz="1000" b="1" i="1">
                <a:solidFill>
                  <a:schemeClr val="lt1"/>
                </a:solidFill>
                <a:latin typeface="Inter"/>
                <a:ea typeface="Inter"/>
                <a:cs typeface="Inter"/>
                <a:sym typeface="Inter"/>
              </a:defRPr>
            </a:lvl4pPr>
            <a:lvl5pPr marL="1524076" lvl="4" indent="-215911" rtl="0">
              <a:spcBef>
                <a:spcPts val="267"/>
              </a:spcBef>
              <a:spcAft>
                <a:spcPts val="0"/>
              </a:spcAft>
              <a:buClr>
                <a:schemeClr val="lt1"/>
              </a:buClr>
              <a:buSzPts val="1500"/>
              <a:buChar char="»"/>
              <a:defRPr sz="1000" b="1" i="1">
                <a:solidFill>
                  <a:schemeClr val="lt1"/>
                </a:solidFill>
              </a:defRPr>
            </a:lvl5pPr>
            <a:lvl6pPr marL="1828891" lvl="5" indent="-215911" rtl="0">
              <a:spcBef>
                <a:spcPts val="267"/>
              </a:spcBef>
              <a:spcAft>
                <a:spcPts val="0"/>
              </a:spcAft>
              <a:buClr>
                <a:schemeClr val="lt1"/>
              </a:buClr>
              <a:buSzPts val="1500"/>
              <a:buChar char="•"/>
              <a:defRPr sz="1000" b="1" i="1">
                <a:solidFill>
                  <a:schemeClr val="lt1"/>
                </a:solidFill>
              </a:defRPr>
            </a:lvl6pPr>
            <a:lvl7pPr marL="2133707" lvl="6" indent="-215911" rtl="0">
              <a:spcBef>
                <a:spcPts val="267"/>
              </a:spcBef>
              <a:spcAft>
                <a:spcPts val="0"/>
              </a:spcAft>
              <a:buClr>
                <a:schemeClr val="lt1"/>
              </a:buClr>
              <a:buSzPts val="1500"/>
              <a:buChar char="•"/>
              <a:defRPr sz="1000" b="1" i="1">
                <a:solidFill>
                  <a:schemeClr val="lt1"/>
                </a:solidFill>
              </a:defRPr>
            </a:lvl7pPr>
            <a:lvl8pPr marL="2438522" lvl="7" indent="-215911" rtl="0">
              <a:spcBef>
                <a:spcPts val="267"/>
              </a:spcBef>
              <a:spcAft>
                <a:spcPts val="0"/>
              </a:spcAft>
              <a:buClr>
                <a:schemeClr val="lt1"/>
              </a:buClr>
              <a:buSzPts val="1500"/>
              <a:buChar char="•"/>
              <a:defRPr sz="1000" b="1" i="1">
                <a:solidFill>
                  <a:schemeClr val="lt1"/>
                </a:solidFill>
              </a:defRPr>
            </a:lvl8pPr>
            <a:lvl9pPr marL="2743337" lvl="8" indent="-215911" rtl="0">
              <a:spcBef>
                <a:spcPts val="267"/>
              </a:spcBef>
              <a:spcAft>
                <a:spcPts val="0"/>
              </a:spcAft>
              <a:buClr>
                <a:schemeClr val="lt1"/>
              </a:buClr>
              <a:buSzPts val="1500"/>
              <a:buChar char="•"/>
              <a:defRPr sz="1000" b="1" i="1">
                <a:solidFill>
                  <a:schemeClr val="lt1"/>
                </a:solidFill>
              </a:defRPr>
            </a:lvl9pPr>
          </a:lstStyle>
          <a:p>
            <a:endParaRPr/>
          </a:p>
        </p:txBody>
      </p:sp>
      <p:sp>
        <p:nvSpPr>
          <p:cNvPr id="25" name="Google Shape;25;p4"/>
          <p:cNvSpPr txBox="1">
            <a:spLocks noGrp="1"/>
          </p:cNvSpPr>
          <p:nvPr>
            <p:ph type="subTitle" idx="2"/>
          </p:nvPr>
        </p:nvSpPr>
        <p:spPr>
          <a:xfrm>
            <a:off x="632019" y="3845867"/>
            <a:ext cx="2057400" cy="2003600"/>
          </a:xfrm>
          <a:prstGeom prst="rect">
            <a:avLst/>
          </a:prstGeom>
        </p:spPr>
        <p:txBody>
          <a:bodyPr spcFirstLastPara="1" wrap="square" lIns="0" tIns="0" rIns="0" bIns="0" anchor="t" anchorCtr="0">
            <a:noAutofit/>
          </a:bodyPr>
          <a:lstStyle>
            <a:lvl1pPr lvl="0">
              <a:spcBef>
                <a:spcPts val="427"/>
              </a:spcBef>
              <a:spcAft>
                <a:spcPts val="0"/>
              </a:spcAft>
              <a:buClr>
                <a:schemeClr val="lt1"/>
              </a:buClr>
              <a:buSzPts val="4800"/>
              <a:buNone/>
              <a:defRPr>
                <a:solidFill>
                  <a:schemeClr val="lt1"/>
                </a:solidFill>
              </a:defRPr>
            </a:lvl1pPr>
            <a:lvl2pPr lvl="1">
              <a:spcBef>
                <a:spcPts val="373"/>
              </a:spcBef>
              <a:spcAft>
                <a:spcPts val="0"/>
              </a:spcAft>
              <a:buClr>
                <a:schemeClr val="lt1"/>
              </a:buClr>
              <a:buSzPts val="2800"/>
              <a:buNone/>
              <a:defRPr>
                <a:solidFill>
                  <a:schemeClr val="lt1"/>
                </a:solidFill>
              </a:defRPr>
            </a:lvl2pPr>
            <a:lvl3pPr lvl="2">
              <a:spcBef>
                <a:spcPts val="320"/>
              </a:spcBef>
              <a:spcAft>
                <a:spcPts val="0"/>
              </a:spcAft>
              <a:buClr>
                <a:schemeClr val="lt1"/>
              </a:buClr>
              <a:buSzPts val="1800"/>
              <a:buNone/>
              <a:defRPr>
                <a:solidFill>
                  <a:schemeClr val="lt1"/>
                </a:solidFill>
              </a:defRPr>
            </a:lvl3pPr>
            <a:lvl4pPr lvl="3">
              <a:spcBef>
                <a:spcPts val="267"/>
              </a:spcBef>
              <a:spcAft>
                <a:spcPts val="0"/>
              </a:spcAft>
              <a:buClr>
                <a:schemeClr val="lt1"/>
              </a:buClr>
              <a:buSzPts val="2000"/>
              <a:buNone/>
              <a:defRPr>
                <a:solidFill>
                  <a:schemeClr val="lt1"/>
                </a:solidFill>
              </a:defRPr>
            </a:lvl4pPr>
            <a:lvl5pPr lvl="4">
              <a:spcBef>
                <a:spcPts val="267"/>
              </a:spcBef>
              <a:spcAft>
                <a:spcPts val="0"/>
              </a:spcAft>
              <a:buClr>
                <a:schemeClr val="lt1"/>
              </a:buClr>
              <a:buSzPts val="2000"/>
              <a:buNone/>
              <a:defRPr>
                <a:solidFill>
                  <a:schemeClr val="lt1"/>
                </a:solidFill>
              </a:defRPr>
            </a:lvl5pPr>
            <a:lvl6pPr lvl="5">
              <a:spcBef>
                <a:spcPts val="267"/>
              </a:spcBef>
              <a:spcAft>
                <a:spcPts val="0"/>
              </a:spcAft>
              <a:buClr>
                <a:schemeClr val="lt1"/>
              </a:buClr>
              <a:buSzPts val="2000"/>
              <a:buNone/>
              <a:defRPr>
                <a:solidFill>
                  <a:schemeClr val="lt1"/>
                </a:solidFill>
              </a:defRPr>
            </a:lvl6pPr>
            <a:lvl7pPr lvl="6">
              <a:spcBef>
                <a:spcPts val="267"/>
              </a:spcBef>
              <a:spcAft>
                <a:spcPts val="0"/>
              </a:spcAft>
              <a:buClr>
                <a:schemeClr val="lt1"/>
              </a:buClr>
              <a:buSzPts val="2000"/>
              <a:buNone/>
              <a:defRPr>
                <a:solidFill>
                  <a:schemeClr val="lt1"/>
                </a:solidFill>
              </a:defRPr>
            </a:lvl7pPr>
            <a:lvl8pPr lvl="7">
              <a:spcBef>
                <a:spcPts val="267"/>
              </a:spcBef>
              <a:spcAft>
                <a:spcPts val="0"/>
              </a:spcAft>
              <a:buClr>
                <a:schemeClr val="lt1"/>
              </a:buClr>
              <a:buSzPts val="2000"/>
              <a:buNone/>
              <a:defRPr>
                <a:solidFill>
                  <a:schemeClr val="lt1"/>
                </a:solidFill>
              </a:defRPr>
            </a:lvl8pPr>
            <a:lvl9pPr lvl="8">
              <a:spcBef>
                <a:spcPts val="267"/>
              </a:spcBef>
              <a:spcAft>
                <a:spcPts val="0"/>
              </a:spcAft>
              <a:buClr>
                <a:schemeClr val="lt1"/>
              </a:buClr>
              <a:buSzPts val="2000"/>
              <a:buNone/>
              <a:defRPr>
                <a:solidFill>
                  <a:schemeClr val="lt1"/>
                </a:solidFill>
              </a:defRPr>
            </a:lvl9pPr>
          </a:lstStyle>
          <a:p>
            <a:endParaRPr/>
          </a:p>
        </p:txBody>
      </p:sp>
      <p:sp>
        <p:nvSpPr>
          <p:cNvPr id="26" name="Google Shape;26;p4"/>
          <p:cNvSpPr txBox="1">
            <a:spLocks noGrp="1"/>
          </p:cNvSpPr>
          <p:nvPr>
            <p:ph type="body" idx="3"/>
          </p:nvPr>
        </p:nvSpPr>
        <p:spPr>
          <a:xfrm>
            <a:off x="10503250" y="129283"/>
            <a:ext cx="1003000" cy="164000"/>
          </a:xfrm>
          <a:prstGeom prst="rect">
            <a:avLst/>
          </a:prstGeom>
        </p:spPr>
        <p:txBody>
          <a:bodyPr spcFirstLastPara="1" wrap="square" lIns="0" tIns="0" rIns="0" bIns="0" anchor="t" anchorCtr="0">
            <a:noAutofit/>
          </a:bodyPr>
          <a:lstStyle>
            <a:lvl1pPr marL="304815" lvl="0" indent="-215911" algn="r" rtl="0">
              <a:spcBef>
                <a:spcPts val="427"/>
              </a:spcBef>
              <a:spcAft>
                <a:spcPts val="0"/>
              </a:spcAft>
              <a:buClr>
                <a:schemeClr val="lt1"/>
              </a:buClr>
              <a:buSzPts val="1500"/>
              <a:buChar char="•"/>
              <a:defRPr sz="1000" b="0">
                <a:solidFill>
                  <a:schemeClr val="lt1"/>
                </a:solidFill>
              </a:defRPr>
            </a:lvl1pPr>
            <a:lvl2pPr marL="609630" lvl="1" indent="-215911" algn="r" rtl="0">
              <a:spcBef>
                <a:spcPts val="373"/>
              </a:spcBef>
              <a:spcAft>
                <a:spcPts val="0"/>
              </a:spcAft>
              <a:buClr>
                <a:schemeClr val="lt1"/>
              </a:buClr>
              <a:buSzPts val="1500"/>
              <a:buChar char="–"/>
              <a:defRPr sz="1000" b="0">
                <a:solidFill>
                  <a:schemeClr val="lt1"/>
                </a:solidFill>
              </a:defRPr>
            </a:lvl2pPr>
            <a:lvl3pPr marL="914446" lvl="2" indent="-215911" algn="r" rtl="0">
              <a:spcBef>
                <a:spcPts val="320"/>
              </a:spcBef>
              <a:spcAft>
                <a:spcPts val="0"/>
              </a:spcAft>
              <a:buClr>
                <a:schemeClr val="lt1"/>
              </a:buClr>
              <a:buSzPts val="1500"/>
              <a:buChar char="•"/>
              <a:defRPr sz="1000">
                <a:solidFill>
                  <a:schemeClr val="lt1"/>
                </a:solidFill>
              </a:defRPr>
            </a:lvl3pPr>
            <a:lvl4pPr marL="1219261" lvl="3" indent="-215911" algn="r" rtl="0">
              <a:spcBef>
                <a:spcPts val="267"/>
              </a:spcBef>
              <a:spcAft>
                <a:spcPts val="0"/>
              </a:spcAft>
              <a:buClr>
                <a:schemeClr val="lt1"/>
              </a:buClr>
              <a:buSzPts val="1500"/>
              <a:buFont typeface="Inter"/>
              <a:buChar char="–"/>
              <a:defRPr sz="1000">
                <a:solidFill>
                  <a:schemeClr val="lt1"/>
                </a:solidFill>
                <a:latin typeface="Inter"/>
                <a:ea typeface="Inter"/>
                <a:cs typeface="Inter"/>
                <a:sym typeface="Inter"/>
              </a:defRPr>
            </a:lvl4pPr>
            <a:lvl5pPr marL="1524076" lvl="4" indent="-215911" algn="r" rtl="0">
              <a:spcBef>
                <a:spcPts val="267"/>
              </a:spcBef>
              <a:spcAft>
                <a:spcPts val="0"/>
              </a:spcAft>
              <a:buClr>
                <a:schemeClr val="lt1"/>
              </a:buClr>
              <a:buSzPts val="1500"/>
              <a:buChar char="»"/>
              <a:defRPr sz="1000">
                <a:solidFill>
                  <a:schemeClr val="lt1"/>
                </a:solidFill>
              </a:defRPr>
            </a:lvl5pPr>
            <a:lvl6pPr marL="1828891" lvl="5" indent="-215911" algn="r" rtl="0">
              <a:spcBef>
                <a:spcPts val="267"/>
              </a:spcBef>
              <a:spcAft>
                <a:spcPts val="0"/>
              </a:spcAft>
              <a:buClr>
                <a:schemeClr val="lt1"/>
              </a:buClr>
              <a:buSzPts val="1500"/>
              <a:buChar char="•"/>
              <a:defRPr sz="1000">
                <a:solidFill>
                  <a:schemeClr val="lt1"/>
                </a:solidFill>
              </a:defRPr>
            </a:lvl6pPr>
            <a:lvl7pPr marL="2133707" lvl="6" indent="-215911" algn="r" rtl="0">
              <a:spcBef>
                <a:spcPts val="267"/>
              </a:spcBef>
              <a:spcAft>
                <a:spcPts val="0"/>
              </a:spcAft>
              <a:buClr>
                <a:schemeClr val="lt1"/>
              </a:buClr>
              <a:buSzPts val="1500"/>
              <a:buChar char="•"/>
              <a:defRPr sz="1000">
                <a:solidFill>
                  <a:schemeClr val="lt1"/>
                </a:solidFill>
              </a:defRPr>
            </a:lvl7pPr>
            <a:lvl8pPr marL="2438522" lvl="7" indent="-215911" algn="r" rtl="0">
              <a:spcBef>
                <a:spcPts val="267"/>
              </a:spcBef>
              <a:spcAft>
                <a:spcPts val="0"/>
              </a:spcAft>
              <a:buClr>
                <a:schemeClr val="lt1"/>
              </a:buClr>
              <a:buSzPts val="1500"/>
              <a:buChar char="•"/>
              <a:defRPr sz="1000">
                <a:solidFill>
                  <a:schemeClr val="lt1"/>
                </a:solidFill>
              </a:defRPr>
            </a:lvl8pPr>
            <a:lvl9pPr marL="2743337" lvl="8" indent="-215911" algn="r" rtl="0">
              <a:spcBef>
                <a:spcPts val="267"/>
              </a:spcBef>
              <a:spcAft>
                <a:spcPts val="0"/>
              </a:spcAft>
              <a:buClr>
                <a:schemeClr val="lt1"/>
              </a:buClr>
              <a:buSzPts val="1500"/>
              <a:buChar char="•"/>
              <a:defRPr sz="1000">
                <a:solidFill>
                  <a:schemeClr val="lt1"/>
                </a:solidFill>
              </a:defRPr>
            </a:lvl9pPr>
          </a:lstStyle>
          <a:p>
            <a:endParaRPr/>
          </a:p>
        </p:txBody>
      </p:sp>
      <p:sp>
        <p:nvSpPr>
          <p:cNvPr id="27" name="Google Shape;27;p4"/>
          <p:cNvSpPr txBox="1">
            <a:spLocks noGrp="1"/>
          </p:cNvSpPr>
          <p:nvPr>
            <p:ph type="body" idx="4"/>
          </p:nvPr>
        </p:nvSpPr>
        <p:spPr>
          <a:xfrm>
            <a:off x="3845867" y="3805517"/>
            <a:ext cx="7660400" cy="299400"/>
          </a:xfrm>
          <a:prstGeom prst="rect">
            <a:avLst/>
          </a:prstGeom>
        </p:spPr>
        <p:txBody>
          <a:bodyPr spcFirstLastPara="1" wrap="square" lIns="0" tIns="0" rIns="0" bIns="0" anchor="t" anchorCtr="0">
            <a:noAutofit/>
          </a:bodyPr>
          <a:lstStyle>
            <a:lvl1pPr marL="304815" lvl="0" indent="-270947" rtl="0">
              <a:spcBef>
                <a:spcPts val="427"/>
              </a:spcBef>
              <a:spcAft>
                <a:spcPts val="0"/>
              </a:spcAft>
              <a:buClr>
                <a:schemeClr val="lt1"/>
              </a:buClr>
              <a:buSzPts val="2800"/>
              <a:buChar char="•"/>
              <a:defRPr sz="1867">
                <a:solidFill>
                  <a:schemeClr val="lt1"/>
                </a:solidFill>
              </a:defRPr>
            </a:lvl1pPr>
            <a:lvl2pPr marL="609630" lvl="1" indent="-270947" rtl="0">
              <a:spcBef>
                <a:spcPts val="373"/>
              </a:spcBef>
              <a:spcAft>
                <a:spcPts val="0"/>
              </a:spcAft>
              <a:buClr>
                <a:schemeClr val="lt1"/>
              </a:buClr>
              <a:buSzPts val="2800"/>
              <a:buChar char="–"/>
              <a:defRPr>
                <a:solidFill>
                  <a:schemeClr val="lt1"/>
                </a:solidFill>
              </a:defRPr>
            </a:lvl2pPr>
            <a:lvl3pPr marL="914446" lvl="2" indent="-270947" rtl="0">
              <a:spcBef>
                <a:spcPts val="320"/>
              </a:spcBef>
              <a:spcAft>
                <a:spcPts val="0"/>
              </a:spcAft>
              <a:buClr>
                <a:schemeClr val="lt1"/>
              </a:buClr>
              <a:buSzPts val="2800"/>
              <a:buChar char="•"/>
              <a:defRPr sz="1867" b="1">
                <a:solidFill>
                  <a:schemeClr val="lt1"/>
                </a:solidFill>
              </a:defRPr>
            </a:lvl3pPr>
            <a:lvl4pPr marL="1219261" lvl="3" indent="-270947" rtl="0">
              <a:spcBef>
                <a:spcPts val="267"/>
              </a:spcBef>
              <a:spcAft>
                <a:spcPts val="0"/>
              </a:spcAft>
              <a:buClr>
                <a:schemeClr val="lt1"/>
              </a:buClr>
              <a:buSzPts val="2800"/>
              <a:buFont typeface="Inter"/>
              <a:buChar char="–"/>
              <a:defRPr sz="1867" b="1">
                <a:solidFill>
                  <a:schemeClr val="lt1"/>
                </a:solidFill>
                <a:latin typeface="Inter"/>
                <a:ea typeface="Inter"/>
                <a:cs typeface="Inter"/>
                <a:sym typeface="Inter"/>
              </a:defRPr>
            </a:lvl4pPr>
            <a:lvl5pPr marL="1524076" lvl="4" indent="-270947" rtl="0">
              <a:spcBef>
                <a:spcPts val="267"/>
              </a:spcBef>
              <a:spcAft>
                <a:spcPts val="0"/>
              </a:spcAft>
              <a:buClr>
                <a:schemeClr val="lt1"/>
              </a:buClr>
              <a:buSzPts val="2800"/>
              <a:buChar char="»"/>
              <a:defRPr sz="1867" b="1">
                <a:solidFill>
                  <a:schemeClr val="lt1"/>
                </a:solidFill>
              </a:defRPr>
            </a:lvl5pPr>
            <a:lvl6pPr marL="1828891" lvl="5" indent="-270947" rtl="0">
              <a:spcBef>
                <a:spcPts val="267"/>
              </a:spcBef>
              <a:spcAft>
                <a:spcPts val="0"/>
              </a:spcAft>
              <a:buClr>
                <a:schemeClr val="lt1"/>
              </a:buClr>
              <a:buSzPts val="2800"/>
              <a:buChar char="•"/>
              <a:defRPr sz="1867" b="1">
                <a:solidFill>
                  <a:schemeClr val="lt1"/>
                </a:solidFill>
              </a:defRPr>
            </a:lvl6pPr>
            <a:lvl7pPr marL="2133707" lvl="6" indent="-270947" rtl="0">
              <a:spcBef>
                <a:spcPts val="267"/>
              </a:spcBef>
              <a:spcAft>
                <a:spcPts val="0"/>
              </a:spcAft>
              <a:buClr>
                <a:schemeClr val="lt1"/>
              </a:buClr>
              <a:buSzPts val="2800"/>
              <a:buChar char="•"/>
              <a:defRPr sz="1867" b="1">
                <a:solidFill>
                  <a:schemeClr val="lt1"/>
                </a:solidFill>
              </a:defRPr>
            </a:lvl7pPr>
            <a:lvl8pPr marL="2438522" lvl="7" indent="-270947" rtl="0">
              <a:spcBef>
                <a:spcPts val="267"/>
              </a:spcBef>
              <a:spcAft>
                <a:spcPts val="0"/>
              </a:spcAft>
              <a:buClr>
                <a:schemeClr val="lt1"/>
              </a:buClr>
              <a:buSzPts val="2800"/>
              <a:buChar char="•"/>
              <a:defRPr sz="1867" b="1">
                <a:solidFill>
                  <a:schemeClr val="lt1"/>
                </a:solidFill>
              </a:defRPr>
            </a:lvl8pPr>
            <a:lvl9pPr marL="2743337" lvl="8" indent="-270947" rtl="0">
              <a:spcBef>
                <a:spcPts val="267"/>
              </a:spcBef>
              <a:spcAft>
                <a:spcPts val="0"/>
              </a:spcAft>
              <a:buClr>
                <a:schemeClr val="lt1"/>
              </a:buClr>
              <a:buSzPts val="2800"/>
              <a:buChar char="•"/>
              <a:defRPr sz="1867" b="1">
                <a:solidFill>
                  <a:schemeClr val="lt1"/>
                </a:solidFill>
              </a:defRPr>
            </a:lvl9pPr>
          </a:lstStyle>
          <a:p>
            <a:endParaRPr/>
          </a:p>
        </p:txBody>
      </p:sp>
      <p:sp>
        <p:nvSpPr>
          <p:cNvPr id="28" name="Google Shape;28;p4"/>
          <p:cNvSpPr txBox="1">
            <a:spLocks noGrp="1"/>
          </p:cNvSpPr>
          <p:nvPr>
            <p:ph type="body" idx="5"/>
          </p:nvPr>
        </p:nvSpPr>
        <p:spPr>
          <a:xfrm>
            <a:off x="3770892" y="129283"/>
            <a:ext cx="1003000" cy="164000"/>
          </a:xfrm>
          <a:prstGeom prst="rect">
            <a:avLst/>
          </a:prstGeom>
        </p:spPr>
        <p:txBody>
          <a:bodyPr spcFirstLastPara="1" wrap="square" lIns="0" tIns="0" rIns="0" bIns="0" anchor="t" anchorCtr="0">
            <a:noAutofit/>
          </a:bodyPr>
          <a:lstStyle>
            <a:lvl1pPr marL="304815" lvl="0" indent="-215911" algn="ctr" rtl="0">
              <a:spcBef>
                <a:spcPts val="427"/>
              </a:spcBef>
              <a:spcAft>
                <a:spcPts val="0"/>
              </a:spcAft>
              <a:buClr>
                <a:schemeClr val="lt1"/>
              </a:buClr>
              <a:buSzPts val="1500"/>
              <a:buChar char="•"/>
              <a:defRPr sz="1000" b="0">
                <a:solidFill>
                  <a:schemeClr val="lt1"/>
                </a:solidFill>
              </a:defRPr>
            </a:lvl1pPr>
            <a:lvl2pPr marL="609630" lvl="1" indent="-215911" algn="ctr" rtl="0">
              <a:spcBef>
                <a:spcPts val="373"/>
              </a:spcBef>
              <a:spcAft>
                <a:spcPts val="0"/>
              </a:spcAft>
              <a:buClr>
                <a:schemeClr val="lt1"/>
              </a:buClr>
              <a:buSzPts val="1500"/>
              <a:buChar char="–"/>
              <a:defRPr sz="1000" b="0">
                <a:solidFill>
                  <a:schemeClr val="lt1"/>
                </a:solidFill>
              </a:defRPr>
            </a:lvl2pPr>
            <a:lvl3pPr marL="914446" lvl="2" indent="-215911" algn="ctr" rtl="0">
              <a:spcBef>
                <a:spcPts val="320"/>
              </a:spcBef>
              <a:spcAft>
                <a:spcPts val="0"/>
              </a:spcAft>
              <a:buClr>
                <a:schemeClr val="lt1"/>
              </a:buClr>
              <a:buSzPts val="1500"/>
              <a:buChar char="•"/>
              <a:defRPr sz="1000">
                <a:solidFill>
                  <a:schemeClr val="lt1"/>
                </a:solidFill>
              </a:defRPr>
            </a:lvl3pPr>
            <a:lvl4pPr marL="1219261" lvl="3" indent="-215911" algn="ctr" rtl="0">
              <a:spcBef>
                <a:spcPts val="267"/>
              </a:spcBef>
              <a:spcAft>
                <a:spcPts val="0"/>
              </a:spcAft>
              <a:buClr>
                <a:schemeClr val="lt1"/>
              </a:buClr>
              <a:buSzPts val="1500"/>
              <a:buFont typeface="Inter"/>
              <a:buChar char="–"/>
              <a:defRPr sz="1000">
                <a:solidFill>
                  <a:schemeClr val="lt1"/>
                </a:solidFill>
                <a:latin typeface="Inter"/>
                <a:ea typeface="Inter"/>
                <a:cs typeface="Inter"/>
                <a:sym typeface="Inter"/>
              </a:defRPr>
            </a:lvl4pPr>
            <a:lvl5pPr marL="1524076" lvl="4" indent="-215911" algn="ctr" rtl="0">
              <a:spcBef>
                <a:spcPts val="267"/>
              </a:spcBef>
              <a:spcAft>
                <a:spcPts val="0"/>
              </a:spcAft>
              <a:buClr>
                <a:schemeClr val="lt1"/>
              </a:buClr>
              <a:buSzPts val="1500"/>
              <a:buChar char="»"/>
              <a:defRPr sz="1000">
                <a:solidFill>
                  <a:schemeClr val="lt1"/>
                </a:solidFill>
              </a:defRPr>
            </a:lvl5pPr>
            <a:lvl6pPr marL="1828891" lvl="5" indent="-215911" algn="ctr" rtl="0">
              <a:spcBef>
                <a:spcPts val="267"/>
              </a:spcBef>
              <a:spcAft>
                <a:spcPts val="0"/>
              </a:spcAft>
              <a:buClr>
                <a:schemeClr val="lt1"/>
              </a:buClr>
              <a:buSzPts val="1500"/>
              <a:buChar char="•"/>
              <a:defRPr sz="1000">
                <a:solidFill>
                  <a:schemeClr val="lt1"/>
                </a:solidFill>
              </a:defRPr>
            </a:lvl6pPr>
            <a:lvl7pPr marL="2133707" lvl="6" indent="-215911" algn="ctr" rtl="0">
              <a:spcBef>
                <a:spcPts val="267"/>
              </a:spcBef>
              <a:spcAft>
                <a:spcPts val="0"/>
              </a:spcAft>
              <a:buClr>
                <a:schemeClr val="lt1"/>
              </a:buClr>
              <a:buSzPts val="1500"/>
              <a:buChar char="•"/>
              <a:defRPr sz="1000">
                <a:solidFill>
                  <a:schemeClr val="lt1"/>
                </a:solidFill>
              </a:defRPr>
            </a:lvl7pPr>
            <a:lvl8pPr marL="2438522" lvl="7" indent="-215911" algn="ctr" rtl="0">
              <a:spcBef>
                <a:spcPts val="267"/>
              </a:spcBef>
              <a:spcAft>
                <a:spcPts val="0"/>
              </a:spcAft>
              <a:buClr>
                <a:schemeClr val="lt1"/>
              </a:buClr>
              <a:buSzPts val="1500"/>
              <a:buChar char="•"/>
              <a:defRPr sz="1000">
                <a:solidFill>
                  <a:schemeClr val="lt1"/>
                </a:solidFill>
              </a:defRPr>
            </a:lvl8pPr>
            <a:lvl9pPr marL="2743337" lvl="8" indent="-215911" algn="ctr" rtl="0">
              <a:spcBef>
                <a:spcPts val="267"/>
              </a:spcBef>
              <a:spcAft>
                <a:spcPts val="0"/>
              </a:spcAft>
              <a:buClr>
                <a:schemeClr val="lt1"/>
              </a:buClr>
              <a:buSzPts val="1500"/>
              <a:buChar char="•"/>
              <a:defRPr sz="1000">
                <a:solidFill>
                  <a:schemeClr val="lt1"/>
                </a:solidFill>
              </a:defRPr>
            </a:lvl9pPr>
          </a:lstStyle>
          <a:p>
            <a:endParaRPr/>
          </a:p>
        </p:txBody>
      </p:sp>
      <p:sp>
        <p:nvSpPr>
          <p:cNvPr id="29" name="Google Shape;29;p4"/>
          <p:cNvSpPr txBox="1">
            <a:spLocks noGrp="1"/>
          </p:cNvSpPr>
          <p:nvPr>
            <p:ph type="body" idx="6"/>
          </p:nvPr>
        </p:nvSpPr>
        <p:spPr>
          <a:xfrm>
            <a:off x="4944217" y="129283"/>
            <a:ext cx="1003000" cy="164000"/>
          </a:xfrm>
          <a:prstGeom prst="rect">
            <a:avLst/>
          </a:prstGeom>
        </p:spPr>
        <p:txBody>
          <a:bodyPr spcFirstLastPara="1" wrap="square" lIns="0" tIns="0" rIns="0" bIns="0" anchor="t" anchorCtr="0">
            <a:noAutofit/>
          </a:bodyPr>
          <a:lstStyle>
            <a:lvl1pPr marL="304815" lvl="0" indent="-215911" algn="ctr" rtl="0">
              <a:spcBef>
                <a:spcPts val="427"/>
              </a:spcBef>
              <a:spcAft>
                <a:spcPts val="0"/>
              </a:spcAft>
              <a:buClr>
                <a:schemeClr val="lt1"/>
              </a:buClr>
              <a:buSzPts val="1500"/>
              <a:buChar char="•"/>
              <a:defRPr sz="1000" b="0">
                <a:solidFill>
                  <a:schemeClr val="lt1"/>
                </a:solidFill>
              </a:defRPr>
            </a:lvl1pPr>
            <a:lvl2pPr marL="609630" lvl="1" indent="-215911" algn="ctr" rtl="0">
              <a:spcBef>
                <a:spcPts val="373"/>
              </a:spcBef>
              <a:spcAft>
                <a:spcPts val="0"/>
              </a:spcAft>
              <a:buClr>
                <a:schemeClr val="lt1"/>
              </a:buClr>
              <a:buSzPts val="1500"/>
              <a:buChar char="–"/>
              <a:defRPr sz="1000" b="0">
                <a:solidFill>
                  <a:schemeClr val="lt1"/>
                </a:solidFill>
              </a:defRPr>
            </a:lvl2pPr>
            <a:lvl3pPr marL="914446" lvl="2" indent="-215911" algn="ctr" rtl="0">
              <a:spcBef>
                <a:spcPts val="320"/>
              </a:spcBef>
              <a:spcAft>
                <a:spcPts val="0"/>
              </a:spcAft>
              <a:buClr>
                <a:schemeClr val="lt1"/>
              </a:buClr>
              <a:buSzPts val="1500"/>
              <a:buChar char="•"/>
              <a:defRPr sz="1000">
                <a:solidFill>
                  <a:schemeClr val="lt1"/>
                </a:solidFill>
              </a:defRPr>
            </a:lvl3pPr>
            <a:lvl4pPr marL="1219261" lvl="3" indent="-215911" algn="ctr" rtl="0">
              <a:spcBef>
                <a:spcPts val="267"/>
              </a:spcBef>
              <a:spcAft>
                <a:spcPts val="0"/>
              </a:spcAft>
              <a:buClr>
                <a:schemeClr val="lt1"/>
              </a:buClr>
              <a:buSzPts val="1500"/>
              <a:buFont typeface="Inter"/>
              <a:buChar char="–"/>
              <a:defRPr sz="1000">
                <a:solidFill>
                  <a:schemeClr val="lt1"/>
                </a:solidFill>
                <a:latin typeface="Inter"/>
                <a:ea typeface="Inter"/>
                <a:cs typeface="Inter"/>
                <a:sym typeface="Inter"/>
              </a:defRPr>
            </a:lvl4pPr>
            <a:lvl5pPr marL="1524076" lvl="4" indent="-215911" algn="ctr" rtl="0">
              <a:spcBef>
                <a:spcPts val="267"/>
              </a:spcBef>
              <a:spcAft>
                <a:spcPts val="0"/>
              </a:spcAft>
              <a:buClr>
                <a:schemeClr val="lt1"/>
              </a:buClr>
              <a:buSzPts val="1500"/>
              <a:buChar char="»"/>
              <a:defRPr sz="1000">
                <a:solidFill>
                  <a:schemeClr val="lt1"/>
                </a:solidFill>
              </a:defRPr>
            </a:lvl5pPr>
            <a:lvl6pPr marL="1828891" lvl="5" indent="-215911" algn="ctr" rtl="0">
              <a:spcBef>
                <a:spcPts val="267"/>
              </a:spcBef>
              <a:spcAft>
                <a:spcPts val="0"/>
              </a:spcAft>
              <a:buClr>
                <a:schemeClr val="lt1"/>
              </a:buClr>
              <a:buSzPts val="1500"/>
              <a:buChar char="•"/>
              <a:defRPr sz="1000">
                <a:solidFill>
                  <a:schemeClr val="lt1"/>
                </a:solidFill>
              </a:defRPr>
            </a:lvl6pPr>
            <a:lvl7pPr marL="2133707" lvl="6" indent="-215911" algn="ctr" rtl="0">
              <a:spcBef>
                <a:spcPts val="267"/>
              </a:spcBef>
              <a:spcAft>
                <a:spcPts val="0"/>
              </a:spcAft>
              <a:buClr>
                <a:schemeClr val="lt1"/>
              </a:buClr>
              <a:buSzPts val="1500"/>
              <a:buChar char="•"/>
              <a:defRPr sz="1000">
                <a:solidFill>
                  <a:schemeClr val="lt1"/>
                </a:solidFill>
              </a:defRPr>
            </a:lvl7pPr>
            <a:lvl8pPr marL="2438522" lvl="7" indent="-215911" algn="ctr" rtl="0">
              <a:spcBef>
                <a:spcPts val="267"/>
              </a:spcBef>
              <a:spcAft>
                <a:spcPts val="0"/>
              </a:spcAft>
              <a:buClr>
                <a:schemeClr val="lt1"/>
              </a:buClr>
              <a:buSzPts val="1500"/>
              <a:buChar char="•"/>
              <a:defRPr sz="1000">
                <a:solidFill>
                  <a:schemeClr val="lt1"/>
                </a:solidFill>
              </a:defRPr>
            </a:lvl8pPr>
            <a:lvl9pPr marL="2743337" lvl="8" indent="-215911" algn="ctr" rtl="0">
              <a:spcBef>
                <a:spcPts val="267"/>
              </a:spcBef>
              <a:spcAft>
                <a:spcPts val="0"/>
              </a:spcAft>
              <a:buClr>
                <a:schemeClr val="lt1"/>
              </a:buClr>
              <a:buSzPts val="1500"/>
              <a:buChar char="•"/>
              <a:defRPr sz="1000">
                <a:solidFill>
                  <a:schemeClr val="lt1"/>
                </a:solidFill>
              </a:defRPr>
            </a:lvl9pPr>
          </a:lstStyle>
          <a:p>
            <a:endParaRPr/>
          </a:p>
        </p:txBody>
      </p:sp>
      <p:sp>
        <p:nvSpPr>
          <p:cNvPr id="30" name="Google Shape;30;p4"/>
          <p:cNvSpPr txBox="1">
            <a:spLocks noGrp="1"/>
          </p:cNvSpPr>
          <p:nvPr>
            <p:ph type="body" idx="7"/>
          </p:nvPr>
        </p:nvSpPr>
        <p:spPr>
          <a:xfrm>
            <a:off x="6221867" y="129283"/>
            <a:ext cx="1003000" cy="164000"/>
          </a:xfrm>
          <a:prstGeom prst="rect">
            <a:avLst/>
          </a:prstGeom>
        </p:spPr>
        <p:txBody>
          <a:bodyPr spcFirstLastPara="1" wrap="square" lIns="0" tIns="0" rIns="0" bIns="0" anchor="t" anchorCtr="0">
            <a:noAutofit/>
          </a:bodyPr>
          <a:lstStyle>
            <a:lvl1pPr marL="304815" lvl="0" indent="-215911" algn="ctr" rtl="0">
              <a:spcBef>
                <a:spcPts val="427"/>
              </a:spcBef>
              <a:spcAft>
                <a:spcPts val="0"/>
              </a:spcAft>
              <a:buClr>
                <a:schemeClr val="lt1"/>
              </a:buClr>
              <a:buSzPts val="1500"/>
              <a:buChar char="•"/>
              <a:defRPr sz="1000" b="0">
                <a:solidFill>
                  <a:schemeClr val="lt1"/>
                </a:solidFill>
              </a:defRPr>
            </a:lvl1pPr>
            <a:lvl2pPr marL="609630" lvl="1" indent="-215911" algn="ctr" rtl="0">
              <a:spcBef>
                <a:spcPts val="373"/>
              </a:spcBef>
              <a:spcAft>
                <a:spcPts val="0"/>
              </a:spcAft>
              <a:buClr>
                <a:schemeClr val="lt1"/>
              </a:buClr>
              <a:buSzPts val="1500"/>
              <a:buChar char="–"/>
              <a:defRPr sz="1000" b="0">
                <a:solidFill>
                  <a:schemeClr val="lt1"/>
                </a:solidFill>
              </a:defRPr>
            </a:lvl2pPr>
            <a:lvl3pPr marL="914446" lvl="2" indent="-215911" algn="ctr" rtl="0">
              <a:spcBef>
                <a:spcPts val="320"/>
              </a:spcBef>
              <a:spcAft>
                <a:spcPts val="0"/>
              </a:spcAft>
              <a:buClr>
                <a:schemeClr val="lt1"/>
              </a:buClr>
              <a:buSzPts val="1500"/>
              <a:buChar char="•"/>
              <a:defRPr sz="1000">
                <a:solidFill>
                  <a:schemeClr val="lt1"/>
                </a:solidFill>
              </a:defRPr>
            </a:lvl3pPr>
            <a:lvl4pPr marL="1219261" lvl="3" indent="-215911" algn="ctr" rtl="0">
              <a:spcBef>
                <a:spcPts val="267"/>
              </a:spcBef>
              <a:spcAft>
                <a:spcPts val="0"/>
              </a:spcAft>
              <a:buClr>
                <a:schemeClr val="lt1"/>
              </a:buClr>
              <a:buSzPts val="1500"/>
              <a:buFont typeface="Inter"/>
              <a:buChar char="–"/>
              <a:defRPr sz="1000">
                <a:solidFill>
                  <a:schemeClr val="lt1"/>
                </a:solidFill>
                <a:latin typeface="Inter"/>
                <a:ea typeface="Inter"/>
                <a:cs typeface="Inter"/>
                <a:sym typeface="Inter"/>
              </a:defRPr>
            </a:lvl4pPr>
            <a:lvl5pPr marL="1524076" lvl="4" indent="-215911" algn="ctr" rtl="0">
              <a:spcBef>
                <a:spcPts val="267"/>
              </a:spcBef>
              <a:spcAft>
                <a:spcPts val="0"/>
              </a:spcAft>
              <a:buClr>
                <a:schemeClr val="lt1"/>
              </a:buClr>
              <a:buSzPts val="1500"/>
              <a:buChar char="»"/>
              <a:defRPr sz="1000">
                <a:solidFill>
                  <a:schemeClr val="lt1"/>
                </a:solidFill>
              </a:defRPr>
            </a:lvl5pPr>
            <a:lvl6pPr marL="1828891" lvl="5" indent="-215911" algn="ctr" rtl="0">
              <a:spcBef>
                <a:spcPts val="267"/>
              </a:spcBef>
              <a:spcAft>
                <a:spcPts val="0"/>
              </a:spcAft>
              <a:buClr>
                <a:schemeClr val="lt1"/>
              </a:buClr>
              <a:buSzPts val="1500"/>
              <a:buChar char="•"/>
              <a:defRPr sz="1000">
                <a:solidFill>
                  <a:schemeClr val="lt1"/>
                </a:solidFill>
              </a:defRPr>
            </a:lvl6pPr>
            <a:lvl7pPr marL="2133707" lvl="6" indent="-215911" algn="ctr" rtl="0">
              <a:spcBef>
                <a:spcPts val="267"/>
              </a:spcBef>
              <a:spcAft>
                <a:spcPts val="0"/>
              </a:spcAft>
              <a:buClr>
                <a:schemeClr val="lt1"/>
              </a:buClr>
              <a:buSzPts val="1500"/>
              <a:buChar char="•"/>
              <a:defRPr sz="1000">
                <a:solidFill>
                  <a:schemeClr val="lt1"/>
                </a:solidFill>
              </a:defRPr>
            </a:lvl7pPr>
            <a:lvl8pPr marL="2438522" lvl="7" indent="-215911" algn="ctr" rtl="0">
              <a:spcBef>
                <a:spcPts val="267"/>
              </a:spcBef>
              <a:spcAft>
                <a:spcPts val="0"/>
              </a:spcAft>
              <a:buClr>
                <a:schemeClr val="lt1"/>
              </a:buClr>
              <a:buSzPts val="1500"/>
              <a:buChar char="•"/>
              <a:defRPr sz="1000">
                <a:solidFill>
                  <a:schemeClr val="lt1"/>
                </a:solidFill>
              </a:defRPr>
            </a:lvl8pPr>
            <a:lvl9pPr marL="2743337" lvl="8" indent="-215911" algn="ctr" rtl="0">
              <a:spcBef>
                <a:spcPts val="267"/>
              </a:spcBef>
              <a:spcAft>
                <a:spcPts val="0"/>
              </a:spcAft>
              <a:buClr>
                <a:schemeClr val="lt1"/>
              </a:buClr>
              <a:buSzPts val="1500"/>
              <a:buChar char="•"/>
              <a:defRPr sz="1000">
                <a:solidFill>
                  <a:schemeClr val="lt1"/>
                </a:solidFill>
              </a:defRPr>
            </a:lvl9pPr>
          </a:lstStyle>
          <a:p>
            <a:endParaRPr/>
          </a:p>
        </p:txBody>
      </p:sp>
      <p:sp>
        <p:nvSpPr>
          <p:cNvPr id="31" name="Google Shape;31;p4"/>
          <p:cNvSpPr txBox="1">
            <a:spLocks noGrp="1"/>
          </p:cNvSpPr>
          <p:nvPr>
            <p:ph type="body" idx="8"/>
          </p:nvPr>
        </p:nvSpPr>
        <p:spPr>
          <a:xfrm>
            <a:off x="7414317" y="129283"/>
            <a:ext cx="1003000" cy="164000"/>
          </a:xfrm>
          <a:prstGeom prst="rect">
            <a:avLst/>
          </a:prstGeom>
        </p:spPr>
        <p:txBody>
          <a:bodyPr spcFirstLastPara="1" wrap="square" lIns="0" tIns="0" rIns="0" bIns="0" anchor="t" anchorCtr="0">
            <a:noAutofit/>
          </a:bodyPr>
          <a:lstStyle>
            <a:lvl1pPr marL="304815" lvl="0" indent="-215911" algn="ctr" rtl="0">
              <a:spcBef>
                <a:spcPts val="427"/>
              </a:spcBef>
              <a:spcAft>
                <a:spcPts val="0"/>
              </a:spcAft>
              <a:buClr>
                <a:schemeClr val="lt1"/>
              </a:buClr>
              <a:buSzPts val="1500"/>
              <a:buChar char="•"/>
              <a:defRPr sz="1000" b="0">
                <a:solidFill>
                  <a:schemeClr val="lt1"/>
                </a:solidFill>
              </a:defRPr>
            </a:lvl1pPr>
            <a:lvl2pPr marL="609630" lvl="1" indent="-215911" algn="ctr" rtl="0">
              <a:spcBef>
                <a:spcPts val="373"/>
              </a:spcBef>
              <a:spcAft>
                <a:spcPts val="0"/>
              </a:spcAft>
              <a:buClr>
                <a:schemeClr val="lt1"/>
              </a:buClr>
              <a:buSzPts val="1500"/>
              <a:buChar char="–"/>
              <a:defRPr sz="1000" b="0">
                <a:solidFill>
                  <a:schemeClr val="lt1"/>
                </a:solidFill>
              </a:defRPr>
            </a:lvl2pPr>
            <a:lvl3pPr marL="914446" lvl="2" indent="-215911" algn="ctr" rtl="0">
              <a:spcBef>
                <a:spcPts val="320"/>
              </a:spcBef>
              <a:spcAft>
                <a:spcPts val="0"/>
              </a:spcAft>
              <a:buClr>
                <a:schemeClr val="lt1"/>
              </a:buClr>
              <a:buSzPts val="1500"/>
              <a:buChar char="•"/>
              <a:defRPr sz="1000">
                <a:solidFill>
                  <a:schemeClr val="lt1"/>
                </a:solidFill>
              </a:defRPr>
            </a:lvl3pPr>
            <a:lvl4pPr marL="1219261" lvl="3" indent="-215911" algn="ctr" rtl="0">
              <a:spcBef>
                <a:spcPts val="267"/>
              </a:spcBef>
              <a:spcAft>
                <a:spcPts val="0"/>
              </a:spcAft>
              <a:buClr>
                <a:schemeClr val="lt1"/>
              </a:buClr>
              <a:buSzPts val="1500"/>
              <a:buFont typeface="Inter"/>
              <a:buChar char="–"/>
              <a:defRPr sz="1000">
                <a:solidFill>
                  <a:schemeClr val="lt1"/>
                </a:solidFill>
                <a:latin typeface="Inter"/>
                <a:ea typeface="Inter"/>
                <a:cs typeface="Inter"/>
                <a:sym typeface="Inter"/>
              </a:defRPr>
            </a:lvl4pPr>
            <a:lvl5pPr marL="1524076" lvl="4" indent="-215911" algn="ctr" rtl="0">
              <a:spcBef>
                <a:spcPts val="267"/>
              </a:spcBef>
              <a:spcAft>
                <a:spcPts val="0"/>
              </a:spcAft>
              <a:buClr>
                <a:schemeClr val="lt1"/>
              </a:buClr>
              <a:buSzPts val="1500"/>
              <a:buChar char="»"/>
              <a:defRPr sz="1000">
                <a:solidFill>
                  <a:schemeClr val="lt1"/>
                </a:solidFill>
              </a:defRPr>
            </a:lvl5pPr>
            <a:lvl6pPr marL="1828891" lvl="5" indent="-215911" algn="ctr" rtl="0">
              <a:spcBef>
                <a:spcPts val="267"/>
              </a:spcBef>
              <a:spcAft>
                <a:spcPts val="0"/>
              </a:spcAft>
              <a:buClr>
                <a:schemeClr val="lt1"/>
              </a:buClr>
              <a:buSzPts val="1500"/>
              <a:buChar char="•"/>
              <a:defRPr sz="1000">
                <a:solidFill>
                  <a:schemeClr val="lt1"/>
                </a:solidFill>
              </a:defRPr>
            </a:lvl6pPr>
            <a:lvl7pPr marL="2133707" lvl="6" indent="-215911" algn="ctr" rtl="0">
              <a:spcBef>
                <a:spcPts val="267"/>
              </a:spcBef>
              <a:spcAft>
                <a:spcPts val="0"/>
              </a:spcAft>
              <a:buClr>
                <a:schemeClr val="lt1"/>
              </a:buClr>
              <a:buSzPts val="1500"/>
              <a:buChar char="•"/>
              <a:defRPr sz="1000">
                <a:solidFill>
                  <a:schemeClr val="lt1"/>
                </a:solidFill>
              </a:defRPr>
            </a:lvl7pPr>
            <a:lvl8pPr marL="2438522" lvl="7" indent="-215911" algn="ctr" rtl="0">
              <a:spcBef>
                <a:spcPts val="267"/>
              </a:spcBef>
              <a:spcAft>
                <a:spcPts val="0"/>
              </a:spcAft>
              <a:buClr>
                <a:schemeClr val="lt1"/>
              </a:buClr>
              <a:buSzPts val="1500"/>
              <a:buChar char="•"/>
              <a:defRPr sz="1000">
                <a:solidFill>
                  <a:schemeClr val="lt1"/>
                </a:solidFill>
              </a:defRPr>
            </a:lvl8pPr>
            <a:lvl9pPr marL="2743337" lvl="8" indent="-215911" algn="ctr" rtl="0">
              <a:spcBef>
                <a:spcPts val="267"/>
              </a:spcBef>
              <a:spcAft>
                <a:spcPts val="0"/>
              </a:spcAft>
              <a:buClr>
                <a:schemeClr val="lt1"/>
              </a:buClr>
              <a:buSzPts val="1500"/>
              <a:buChar char="•"/>
              <a:defRPr sz="1000">
                <a:solidFill>
                  <a:schemeClr val="lt1"/>
                </a:solidFill>
              </a:defRPr>
            </a:lvl9pPr>
          </a:lstStyle>
          <a:p>
            <a:endParaRPr/>
          </a:p>
        </p:txBody>
      </p:sp>
      <p:cxnSp>
        <p:nvCxnSpPr>
          <p:cNvPr id="32" name="Google Shape;32;p4"/>
          <p:cNvCxnSpPr/>
          <p:nvPr/>
        </p:nvCxnSpPr>
        <p:spPr>
          <a:xfrm>
            <a:off x="3834944" y="4471601"/>
            <a:ext cx="8357000" cy="0"/>
          </a:xfrm>
          <a:prstGeom prst="straightConnector1">
            <a:avLst/>
          </a:prstGeom>
          <a:noFill/>
          <a:ln w="9525" cap="flat" cmpd="sng">
            <a:solidFill>
              <a:srgbClr val="FFFFFF"/>
            </a:solidFill>
            <a:prstDash val="solid"/>
            <a:round/>
            <a:headEnd type="none" w="sm" len="sm"/>
            <a:tailEnd type="none" w="sm" len="sm"/>
          </a:ln>
        </p:spPr>
      </p:cxnSp>
      <p:cxnSp>
        <p:nvCxnSpPr>
          <p:cNvPr id="33" name="Google Shape;33;p4"/>
          <p:cNvCxnSpPr/>
          <p:nvPr/>
        </p:nvCxnSpPr>
        <p:spPr>
          <a:xfrm>
            <a:off x="3834944" y="5320313"/>
            <a:ext cx="8357000" cy="0"/>
          </a:xfrm>
          <a:prstGeom prst="straightConnector1">
            <a:avLst/>
          </a:prstGeom>
          <a:noFill/>
          <a:ln w="9525" cap="flat" cmpd="sng">
            <a:solidFill>
              <a:srgbClr val="FFFFFF"/>
            </a:solidFill>
            <a:prstDash val="solid"/>
            <a:round/>
            <a:headEnd type="none" w="sm" len="sm"/>
            <a:tailEnd type="none" w="sm" len="sm"/>
          </a:ln>
        </p:spPr>
      </p:cxnSp>
      <p:cxnSp>
        <p:nvCxnSpPr>
          <p:cNvPr id="34" name="Google Shape;34;p4"/>
          <p:cNvCxnSpPr/>
          <p:nvPr/>
        </p:nvCxnSpPr>
        <p:spPr>
          <a:xfrm>
            <a:off x="3834944" y="6169025"/>
            <a:ext cx="8357000" cy="0"/>
          </a:xfrm>
          <a:prstGeom prst="straightConnector1">
            <a:avLst/>
          </a:prstGeom>
          <a:noFill/>
          <a:ln w="9525" cap="flat" cmpd="sng">
            <a:solidFill>
              <a:srgbClr val="FFFFFF"/>
            </a:solidFill>
            <a:prstDash val="solid"/>
            <a:round/>
            <a:headEnd type="none" w="sm" len="sm"/>
            <a:tailEnd type="none" w="sm" len="sm"/>
          </a:ln>
        </p:spPr>
      </p:cxnSp>
      <p:sp>
        <p:nvSpPr>
          <p:cNvPr id="35" name="Google Shape;35;p4"/>
          <p:cNvSpPr>
            <a:spLocks noGrp="1"/>
          </p:cNvSpPr>
          <p:nvPr>
            <p:ph type="pic" idx="9"/>
          </p:nvPr>
        </p:nvSpPr>
        <p:spPr>
          <a:xfrm>
            <a:off x="0" y="443750"/>
            <a:ext cx="12192000" cy="2998800"/>
          </a:xfrm>
          <a:prstGeom prst="rect">
            <a:avLst/>
          </a:prstGeom>
          <a:noFill/>
          <a:ln>
            <a:noFill/>
          </a:ln>
        </p:spPr>
      </p:sp>
      <p:sp>
        <p:nvSpPr>
          <p:cNvPr id="36" name="Google Shape;36;p4"/>
          <p:cNvSpPr txBox="1">
            <a:spLocks noGrp="1"/>
          </p:cNvSpPr>
          <p:nvPr>
            <p:ph type="body" idx="13"/>
          </p:nvPr>
        </p:nvSpPr>
        <p:spPr>
          <a:xfrm>
            <a:off x="3845867" y="4128783"/>
            <a:ext cx="7660400" cy="299400"/>
          </a:xfrm>
          <a:prstGeom prst="rect">
            <a:avLst/>
          </a:prstGeom>
        </p:spPr>
        <p:txBody>
          <a:bodyPr spcFirstLastPara="1" wrap="square" lIns="0" tIns="0" rIns="0" bIns="0" anchor="t" anchorCtr="0">
            <a:noAutofit/>
          </a:bodyPr>
          <a:lstStyle>
            <a:lvl1pPr marL="304815" lvl="0" indent="-228611" rtl="0">
              <a:spcBef>
                <a:spcPts val="427"/>
              </a:spcBef>
              <a:spcAft>
                <a:spcPts val="0"/>
              </a:spcAft>
              <a:buClr>
                <a:schemeClr val="lt1"/>
              </a:buClr>
              <a:buSzPts val="1800"/>
              <a:buChar char="•"/>
              <a:defRPr sz="1200" b="0">
                <a:solidFill>
                  <a:schemeClr val="lt1"/>
                </a:solidFill>
              </a:defRPr>
            </a:lvl1pPr>
            <a:lvl2pPr marL="609630" lvl="1" indent="-228611" rtl="0">
              <a:spcBef>
                <a:spcPts val="373"/>
              </a:spcBef>
              <a:spcAft>
                <a:spcPts val="0"/>
              </a:spcAft>
              <a:buClr>
                <a:schemeClr val="lt1"/>
              </a:buClr>
              <a:buSzPts val="1800"/>
              <a:buChar char="–"/>
              <a:defRPr sz="1200" b="0">
                <a:solidFill>
                  <a:schemeClr val="lt1"/>
                </a:solidFill>
              </a:defRPr>
            </a:lvl2pPr>
            <a:lvl3pPr marL="914446" lvl="2" indent="-228611" rtl="0">
              <a:spcBef>
                <a:spcPts val="320"/>
              </a:spcBef>
              <a:spcAft>
                <a:spcPts val="0"/>
              </a:spcAft>
              <a:buClr>
                <a:schemeClr val="lt1"/>
              </a:buClr>
              <a:buSzPts val="1800"/>
              <a:buChar char="•"/>
              <a:defRPr>
                <a:solidFill>
                  <a:schemeClr val="lt1"/>
                </a:solidFill>
              </a:defRPr>
            </a:lvl3pPr>
            <a:lvl4pPr marL="1219261" lvl="3" indent="-228611" rtl="0">
              <a:spcBef>
                <a:spcPts val="267"/>
              </a:spcBef>
              <a:spcAft>
                <a:spcPts val="0"/>
              </a:spcAft>
              <a:buClr>
                <a:schemeClr val="lt1"/>
              </a:buClr>
              <a:buSzPts val="1800"/>
              <a:buFont typeface="Inter"/>
              <a:buChar char="–"/>
              <a:defRPr sz="1200">
                <a:solidFill>
                  <a:schemeClr val="lt1"/>
                </a:solidFill>
                <a:latin typeface="Inter"/>
                <a:ea typeface="Inter"/>
                <a:cs typeface="Inter"/>
                <a:sym typeface="Inter"/>
              </a:defRPr>
            </a:lvl4pPr>
            <a:lvl5pPr marL="1524076" lvl="4" indent="-228611" rtl="0">
              <a:spcBef>
                <a:spcPts val="267"/>
              </a:spcBef>
              <a:spcAft>
                <a:spcPts val="0"/>
              </a:spcAft>
              <a:buClr>
                <a:schemeClr val="lt1"/>
              </a:buClr>
              <a:buSzPts val="1800"/>
              <a:buChar char="»"/>
              <a:defRPr sz="1200">
                <a:solidFill>
                  <a:schemeClr val="lt1"/>
                </a:solidFill>
              </a:defRPr>
            </a:lvl5pPr>
            <a:lvl6pPr marL="1828891" lvl="5" indent="-228611" rtl="0">
              <a:spcBef>
                <a:spcPts val="267"/>
              </a:spcBef>
              <a:spcAft>
                <a:spcPts val="0"/>
              </a:spcAft>
              <a:buClr>
                <a:schemeClr val="lt1"/>
              </a:buClr>
              <a:buSzPts val="1800"/>
              <a:buChar char="•"/>
              <a:defRPr sz="1200">
                <a:solidFill>
                  <a:schemeClr val="lt1"/>
                </a:solidFill>
              </a:defRPr>
            </a:lvl6pPr>
            <a:lvl7pPr marL="2133707" lvl="6" indent="-228611" rtl="0">
              <a:spcBef>
                <a:spcPts val="267"/>
              </a:spcBef>
              <a:spcAft>
                <a:spcPts val="0"/>
              </a:spcAft>
              <a:buClr>
                <a:schemeClr val="lt1"/>
              </a:buClr>
              <a:buSzPts val="1800"/>
              <a:buChar char="•"/>
              <a:defRPr sz="1200">
                <a:solidFill>
                  <a:schemeClr val="lt1"/>
                </a:solidFill>
              </a:defRPr>
            </a:lvl7pPr>
            <a:lvl8pPr marL="2438522" lvl="7" indent="-228611" rtl="0">
              <a:spcBef>
                <a:spcPts val="267"/>
              </a:spcBef>
              <a:spcAft>
                <a:spcPts val="0"/>
              </a:spcAft>
              <a:buClr>
                <a:schemeClr val="lt1"/>
              </a:buClr>
              <a:buSzPts val="1800"/>
              <a:buChar char="•"/>
              <a:defRPr sz="1200">
                <a:solidFill>
                  <a:schemeClr val="lt1"/>
                </a:solidFill>
              </a:defRPr>
            </a:lvl8pPr>
            <a:lvl9pPr marL="2743337" lvl="8" indent="-228611" rtl="0">
              <a:spcBef>
                <a:spcPts val="267"/>
              </a:spcBef>
              <a:spcAft>
                <a:spcPts val="0"/>
              </a:spcAft>
              <a:buClr>
                <a:schemeClr val="lt1"/>
              </a:buClr>
              <a:buSzPts val="1800"/>
              <a:buChar char="•"/>
              <a:defRPr sz="1200">
                <a:solidFill>
                  <a:schemeClr val="lt1"/>
                </a:solidFill>
              </a:defRPr>
            </a:lvl9pPr>
          </a:lstStyle>
          <a:p>
            <a:endParaRPr/>
          </a:p>
        </p:txBody>
      </p:sp>
      <p:sp>
        <p:nvSpPr>
          <p:cNvPr id="37" name="Google Shape;37;p4"/>
          <p:cNvSpPr txBox="1">
            <a:spLocks noGrp="1"/>
          </p:cNvSpPr>
          <p:nvPr>
            <p:ph type="body" idx="14"/>
          </p:nvPr>
        </p:nvSpPr>
        <p:spPr>
          <a:xfrm>
            <a:off x="3845867" y="4562917"/>
            <a:ext cx="7660400" cy="299400"/>
          </a:xfrm>
          <a:prstGeom prst="rect">
            <a:avLst/>
          </a:prstGeom>
        </p:spPr>
        <p:txBody>
          <a:bodyPr spcFirstLastPara="1" wrap="square" lIns="0" tIns="0" rIns="0" bIns="0" anchor="t" anchorCtr="0">
            <a:noAutofit/>
          </a:bodyPr>
          <a:lstStyle>
            <a:lvl1pPr marL="304815" lvl="0" indent="-270947" rtl="0">
              <a:spcBef>
                <a:spcPts val="427"/>
              </a:spcBef>
              <a:spcAft>
                <a:spcPts val="0"/>
              </a:spcAft>
              <a:buClr>
                <a:schemeClr val="lt1"/>
              </a:buClr>
              <a:buSzPts val="2800"/>
              <a:buChar char="•"/>
              <a:defRPr sz="1867">
                <a:solidFill>
                  <a:schemeClr val="lt1"/>
                </a:solidFill>
              </a:defRPr>
            </a:lvl1pPr>
            <a:lvl2pPr marL="609630" lvl="1" indent="-270947" rtl="0">
              <a:spcBef>
                <a:spcPts val="373"/>
              </a:spcBef>
              <a:spcAft>
                <a:spcPts val="0"/>
              </a:spcAft>
              <a:buClr>
                <a:schemeClr val="lt1"/>
              </a:buClr>
              <a:buSzPts val="2800"/>
              <a:buChar char="–"/>
              <a:defRPr>
                <a:solidFill>
                  <a:schemeClr val="lt1"/>
                </a:solidFill>
              </a:defRPr>
            </a:lvl2pPr>
            <a:lvl3pPr marL="914446" lvl="2" indent="-270947" rtl="0">
              <a:spcBef>
                <a:spcPts val="320"/>
              </a:spcBef>
              <a:spcAft>
                <a:spcPts val="0"/>
              </a:spcAft>
              <a:buClr>
                <a:schemeClr val="lt1"/>
              </a:buClr>
              <a:buSzPts val="2800"/>
              <a:buChar char="•"/>
              <a:defRPr sz="1867" b="1">
                <a:solidFill>
                  <a:schemeClr val="lt1"/>
                </a:solidFill>
              </a:defRPr>
            </a:lvl3pPr>
            <a:lvl4pPr marL="1219261" lvl="3" indent="-270947" rtl="0">
              <a:spcBef>
                <a:spcPts val="267"/>
              </a:spcBef>
              <a:spcAft>
                <a:spcPts val="0"/>
              </a:spcAft>
              <a:buClr>
                <a:schemeClr val="lt1"/>
              </a:buClr>
              <a:buSzPts val="2800"/>
              <a:buFont typeface="Inter"/>
              <a:buChar char="–"/>
              <a:defRPr sz="1867" b="1">
                <a:solidFill>
                  <a:schemeClr val="lt1"/>
                </a:solidFill>
                <a:latin typeface="Inter"/>
                <a:ea typeface="Inter"/>
                <a:cs typeface="Inter"/>
                <a:sym typeface="Inter"/>
              </a:defRPr>
            </a:lvl4pPr>
            <a:lvl5pPr marL="1524076" lvl="4" indent="-270947" rtl="0">
              <a:spcBef>
                <a:spcPts val="267"/>
              </a:spcBef>
              <a:spcAft>
                <a:spcPts val="0"/>
              </a:spcAft>
              <a:buClr>
                <a:schemeClr val="lt1"/>
              </a:buClr>
              <a:buSzPts val="2800"/>
              <a:buChar char="»"/>
              <a:defRPr sz="1867" b="1">
                <a:solidFill>
                  <a:schemeClr val="lt1"/>
                </a:solidFill>
              </a:defRPr>
            </a:lvl5pPr>
            <a:lvl6pPr marL="1828891" lvl="5" indent="-270947" rtl="0">
              <a:spcBef>
                <a:spcPts val="267"/>
              </a:spcBef>
              <a:spcAft>
                <a:spcPts val="0"/>
              </a:spcAft>
              <a:buClr>
                <a:schemeClr val="lt1"/>
              </a:buClr>
              <a:buSzPts val="2800"/>
              <a:buChar char="•"/>
              <a:defRPr sz="1867" b="1">
                <a:solidFill>
                  <a:schemeClr val="lt1"/>
                </a:solidFill>
              </a:defRPr>
            </a:lvl6pPr>
            <a:lvl7pPr marL="2133707" lvl="6" indent="-270947" rtl="0">
              <a:spcBef>
                <a:spcPts val="267"/>
              </a:spcBef>
              <a:spcAft>
                <a:spcPts val="0"/>
              </a:spcAft>
              <a:buClr>
                <a:schemeClr val="lt1"/>
              </a:buClr>
              <a:buSzPts val="2800"/>
              <a:buChar char="•"/>
              <a:defRPr sz="1867" b="1">
                <a:solidFill>
                  <a:schemeClr val="lt1"/>
                </a:solidFill>
              </a:defRPr>
            </a:lvl7pPr>
            <a:lvl8pPr marL="2438522" lvl="7" indent="-270947" rtl="0">
              <a:spcBef>
                <a:spcPts val="267"/>
              </a:spcBef>
              <a:spcAft>
                <a:spcPts val="0"/>
              </a:spcAft>
              <a:buClr>
                <a:schemeClr val="lt1"/>
              </a:buClr>
              <a:buSzPts val="2800"/>
              <a:buChar char="•"/>
              <a:defRPr sz="1867" b="1">
                <a:solidFill>
                  <a:schemeClr val="lt1"/>
                </a:solidFill>
              </a:defRPr>
            </a:lvl8pPr>
            <a:lvl9pPr marL="2743337" lvl="8" indent="-270947" rtl="0">
              <a:spcBef>
                <a:spcPts val="267"/>
              </a:spcBef>
              <a:spcAft>
                <a:spcPts val="0"/>
              </a:spcAft>
              <a:buClr>
                <a:schemeClr val="lt1"/>
              </a:buClr>
              <a:buSzPts val="2800"/>
              <a:buChar char="•"/>
              <a:defRPr sz="1867" b="1">
                <a:solidFill>
                  <a:schemeClr val="lt1"/>
                </a:solidFill>
              </a:defRPr>
            </a:lvl9pPr>
          </a:lstStyle>
          <a:p>
            <a:endParaRPr/>
          </a:p>
        </p:txBody>
      </p:sp>
      <p:sp>
        <p:nvSpPr>
          <p:cNvPr id="38" name="Google Shape;38;p4"/>
          <p:cNvSpPr txBox="1">
            <a:spLocks noGrp="1"/>
          </p:cNvSpPr>
          <p:nvPr>
            <p:ph type="body" idx="15"/>
          </p:nvPr>
        </p:nvSpPr>
        <p:spPr>
          <a:xfrm>
            <a:off x="3845867" y="4886183"/>
            <a:ext cx="7660400" cy="299400"/>
          </a:xfrm>
          <a:prstGeom prst="rect">
            <a:avLst/>
          </a:prstGeom>
        </p:spPr>
        <p:txBody>
          <a:bodyPr spcFirstLastPara="1" wrap="square" lIns="0" tIns="0" rIns="0" bIns="0" anchor="t" anchorCtr="0">
            <a:noAutofit/>
          </a:bodyPr>
          <a:lstStyle>
            <a:lvl1pPr marL="304815" lvl="0" indent="-228611" rtl="0">
              <a:spcBef>
                <a:spcPts val="427"/>
              </a:spcBef>
              <a:spcAft>
                <a:spcPts val="0"/>
              </a:spcAft>
              <a:buClr>
                <a:schemeClr val="lt1"/>
              </a:buClr>
              <a:buSzPts val="1800"/>
              <a:buChar char="•"/>
              <a:defRPr sz="1200" b="0">
                <a:solidFill>
                  <a:schemeClr val="lt1"/>
                </a:solidFill>
              </a:defRPr>
            </a:lvl1pPr>
            <a:lvl2pPr marL="609630" lvl="1" indent="-228611" rtl="0">
              <a:spcBef>
                <a:spcPts val="373"/>
              </a:spcBef>
              <a:spcAft>
                <a:spcPts val="0"/>
              </a:spcAft>
              <a:buClr>
                <a:schemeClr val="lt1"/>
              </a:buClr>
              <a:buSzPts val="1800"/>
              <a:buChar char="–"/>
              <a:defRPr sz="1200" b="0">
                <a:solidFill>
                  <a:schemeClr val="lt1"/>
                </a:solidFill>
              </a:defRPr>
            </a:lvl2pPr>
            <a:lvl3pPr marL="914446" lvl="2" indent="-228611" rtl="0">
              <a:spcBef>
                <a:spcPts val="320"/>
              </a:spcBef>
              <a:spcAft>
                <a:spcPts val="0"/>
              </a:spcAft>
              <a:buClr>
                <a:schemeClr val="lt1"/>
              </a:buClr>
              <a:buSzPts val="1800"/>
              <a:buChar char="•"/>
              <a:defRPr>
                <a:solidFill>
                  <a:schemeClr val="lt1"/>
                </a:solidFill>
              </a:defRPr>
            </a:lvl3pPr>
            <a:lvl4pPr marL="1219261" lvl="3" indent="-228611" rtl="0">
              <a:spcBef>
                <a:spcPts val="267"/>
              </a:spcBef>
              <a:spcAft>
                <a:spcPts val="0"/>
              </a:spcAft>
              <a:buClr>
                <a:schemeClr val="lt1"/>
              </a:buClr>
              <a:buSzPts val="1800"/>
              <a:buFont typeface="Inter"/>
              <a:buChar char="–"/>
              <a:defRPr sz="1200">
                <a:solidFill>
                  <a:schemeClr val="lt1"/>
                </a:solidFill>
                <a:latin typeface="Inter"/>
                <a:ea typeface="Inter"/>
                <a:cs typeface="Inter"/>
                <a:sym typeface="Inter"/>
              </a:defRPr>
            </a:lvl4pPr>
            <a:lvl5pPr marL="1524076" lvl="4" indent="-228611" rtl="0">
              <a:spcBef>
                <a:spcPts val="267"/>
              </a:spcBef>
              <a:spcAft>
                <a:spcPts val="0"/>
              </a:spcAft>
              <a:buClr>
                <a:schemeClr val="lt1"/>
              </a:buClr>
              <a:buSzPts val="1800"/>
              <a:buChar char="»"/>
              <a:defRPr sz="1200">
                <a:solidFill>
                  <a:schemeClr val="lt1"/>
                </a:solidFill>
              </a:defRPr>
            </a:lvl5pPr>
            <a:lvl6pPr marL="1828891" lvl="5" indent="-228611" rtl="0">
              <a:spcBef>
                <a:spcPts val="267"/>
              </a:spcBef>
              <a:spcAft>
                <a:spcPts val="0"/>
              </a:spcAft>
              <a:buClr>
                <a:schemeClr val="lt1"/>
              </a:buClr>
              <a:buSzPts val="1800"/>
              <a:buChar char="•"/>
              <a:defRPr sz="1200">
                <a:solidFill>
                  <a:schemeClr val="lt1"/>
                </a:solidFill>
              </a:defRPr>
            </a:lvl6pPr>
            <a:lvl7pPr marL="2133707" lvl="6" indent="-228611" rtl="0">
              <a:spcBef>
                <a:spcPts val="267"/>
              </a:spcBef>
              <a:spcAft>
                <a:spcPts val="0"/>
              </a:spcAft>
              <a:buClr>
                <a:schemeClr val="lt1"/>
              </a:buClr>
              <a:buSzPts val="1800"/>
              <a:buChar char="•"/>
              <a:defRPr sz="1200">
                <a:solidFill>
                  <a:schemeClr val="lt1"/>
                </a:solidFill>
              </a:defRPr>
            </a:lvl7pPr>
            <a:lvl8pPr marL="2438522" lvl="7" indent="-228611" rtl="0">
              <a:spcBef>
                <a:spcPts val="267"/>
              </a:spcBef>
              <a:spcAft>
                <a:spcPts val="0"/>
              </a:spcAft>
              <a:buClr>
                <a:schemeClr val="lt1"/>
              </a:buClr>
              <a:buSzPts val="1800"/>
              <a:buChar char="•"/>
              <a:defRPr sz="1200">
                <a:solidFill>
                  <a:schemeClr val="lt1"/>
                </a:solidFill>
              </a:defRPr>
            </a:lvl8pPr>
            <a:lvl9pPr marL="2743337" lvl="8" indent="-228611" rtl="0">
              <a:spcBef>
                <a:spcPts val="267"/>
              </a:spcBef>
              <a:spcAft>
                <a:spcPts val="0"/>
              </a:spcAft>
              <a:buClr>
                <a:schemeClr val="lt1"/>
              </a:buClr>
              <a:buSzPts val="1800"/>
              <a:buChar char="•"/>
              <a:defRPr sz="1200">
                <a:solidFill>
                  <a:schemeClr val="lt1"/>
                </a:solidFill>
              </a:defRPr>
            </a:lvl9pPr>
          </a:lstStyle>
          <a:p>
            <a:endParaRPr/>
          </a:p>
        </p:txBody>
      </p:sp>
      <p:sp>
        <p:nvSpPr>
          <p:cNvPr id="39" name="Google Shape;39;p4"/>
          <p:cNvSpPr txBox="1">
            <a:spLocks noGrp="1"/>
          </p:cNvSpPr>
          <p:nvPr>
            <p:ph type="body" idx="16"/>
          </p:nvPr>
        </p:nvSpPr>
        <p:spPr>
          <a:xfrm>
            <a:off x="3845867" y="5433342"/>
            <a:ext cx="7660400" cy="299400"/>
          </a:xfrm>
          <a:prstGeom prst="rect">
            <a:avLst/>
          </a:prstGeom>
        </p:spPr>
        <p:txBody>
          <a:bodyPr spcFirstLastPara="1" wrap="square" lIns="0" tIns="0" rIns="0" bIns="0" anchor="t" anchorCtr="0">
            <a:noAutofit/>
          </a:bodyPr>
          <a:lstStyle>
            <a:lvl1pPr marL="304815" lvl="0" indent="-270947" rtl="0">
              <a:spcBef>
                <a:spcPts val="427"/>
              </a:spcBef>
              <a:spcAft>
                <a:spcPts val="0"/>
              </a:spcAft>
              <a:buClr>
                <a:schemeClr val="lt1"/>
              </a:buClr>
              <a:buSzPts val="2800"/>
              <a:buChar char="•"/>
              <a:defRPr sz="1867">
                <a:solidFill>
                  <a:schemeClr val="lt1"/>
                </a:solidFill>
              </a:defRPr>
            </a:lvl1pPr>
            <a:lvl2pPr marL="609630" lvl="1" indent="-270947" rtl="0">
              <a:spcBef>
                <a:spcPts val="373"/>
              </a:spcBef>
              <a:spcAft>
                <a:spcPts val="0"/>
              </a:spcAft>
              <a:buClr>
                <a:schemeClr val="lt1"/>
              </a:buClr>
              <a:buSzPts val="2800"/>
              <a:buChar char="–"/>
              <a:defRPr>
                <a:solidFill>
                  <a:schemeClr val="lt1"/>
                </a:solidFill>
              </a:defRPr>
            </a:lvl2pPr>
            <a:lvl3pPr marL="914446" lvl="2" indent="-270947" rtl="0">
              <a:spcBef>
                <a:spcPts val="320"/>
              </a:spcBef>
              <a:spcAft>
                <a:spcPts val="0"/>
              </a:spcAft>
              <a:buClr>
                <a:schemeClr val="lt1"/>
              </a:buClr>
              <a:buSzPts val="2800"/>
              <a:buChar char="•"/>
              <a:defRPr sz="1867" b="1">
                <a:solidFill>
                  <a:schemeClr val="lt1"/>
                </a:solidFill>
              </a:defRPr>
            </a:lvl3pPr>
            <a:lvl4pPr marL="1219261" lvl="3" indent="-270947" rtl="0">
              <a:spcBef>
                <a:spcPts val="267"/>
              </a:spcBef>
              <a:spcAft>
                <a:spcPts val="0"/>
              </a:spcAft>
              <a:buClr>
                <a:schemeClr val="lt1"/>
              </a:buClr>
              <a:buSzPts val="2800"/>
              <a:buFont typeface="Inter"/>
              <a:buChar char="–"/>
              <a:defRPr sz="1867" b="1">
                <a:solidFill>
                  <a:schemeClr val="lt1"/>
                </a:solidFill>
                <a:latin typeface="Inter"/>
                <a:ea typeface="Inter"/>
                <a:cs typeface="Inter"/>
                <a:sym typeface="Inter"/>
              </a:defRPr>
            </a:lvl4pPr>
            <a:lvl5pPr marL="1524076" lvl="4" indent="-270947" rtl="0">
              <a:spcBef>
                <a:spcPts val="267"/>
              </a:spcBef>
              <a:spcAft>
                <a:spcPts val="0"/>
              </a:spcAft>
              <a:buClr>
                <a:schemeClr val="lt1"/>
              </a:buClr>
              <a:buSzPts val="2800"/>
              <a:buChar char="»"/>
              <a:defRPr sz="1867" b="1">
                <a:solidFill>
                  <a:schemeClr val="lt1"/>
                </a:solidFill>
              </a:defRPr>
            </a:lvl5pPr>
            <a:lvl6pPr marL="1828891" lvl="5" indent="-270947" rtl="0">
              <a:spcBef>
                <a:spcPts val="267"/>
              </a:spcBef>
              <a:spcAft>
                <a:spcPts val="0"/>
              </a:spcAft>
              <a:buClr>
                <a:schemeClr val="lt1"/>
              </a:buClr>
              <a:buSzPts val="2800"/>
              <a:buChar char="•"/>
              <a:defRPr sz="1867" b="1">
                <a:solidFill>
                  <a:schemeClr val="lt1"/>
                </a:solidFill>
              </a:defRPr>
            </a:lvl6pPr>
            <a:lvl7pPr marL="2133707" lvl="6" indent="-270947" rtl="0">
              <a:spcBef>
                <a:spcPts val="267"/>
              </a:spcBef>
              <a:spcAft>
                <a:spcPts val="0"/>
              </a:spcAft>
              <a:buClr>
                <a:schemeClr val="lt1"/>
              </a:buClr>
              <a:buSzPts val="2800"/>
              <a:buChar char="•"/>
              <a:defRPr sz="1867" b="1">
                <a:solidFill>
                  <a:schemeClr val="lt1"/>
                </a:solidFill>
              </a:defRPr>
            </a:lvl7pPr>
            <a:lvl8pPr marL="2438522" lvl="7" indent="-270947" rtl="0">
              <a:spcBef>
                <a:spcPts val="267"/>
              </a:spcBef>
              <a:spcAft>
                <a:spcPts val="0"/>
              </a:spcAft>
              <a:buClr>
                <a:schemeClr val="lt1"/>
              </a:buClr>
              <a:buSzPts val="2800"/>
              <a:buChar char="•"/>
              <a:defRPr sz="1867" b="1">
                <a:solidFill>
                  <a:schemeClr val="lt1"/>
                </a:solidFill>
              </a:defRPr>
            </a:lvl8pPr>
            <a:lvl9pPr marL="2743337" lvl="8" indent="-270947" rtl="0">
              <a:spcBef>
                <a:spcPts val="267"/>
              </a:spcBef>
              <a:spcAft>
                <a:spcPts val="0"/>
              </a:spcAft>
              <a:buClr>
                <a:schemeClr val="lt1"/>
              </a:buClr>
              <a:buSzPts val="2800"/>
              <a:buChar char="•"/>
              <a:defRPr sz="1867" b="1">
                <a:solidFill>
                  <a:schemeClr val="lt1"/>
                </a:solidFill>
              </a:defRPr>
            </a:lvl9pPr>
          </a:lstStyle>
          <a:p>
            <a:endParaRPr/>
          </a:p>
        </p:txBody>
      </p:sp>
      <p:sp>
        <p:nvSpPr>
          <p:cNvPr id="40" name="Google Shape;40;p4"/>
          <p:cNvSpPr txBox="1">
            <a:spLocks noGrp="1"/>
          </p:cNvSpPr>
          <p:nvPr>
            <p:ph type="body" idx="17"/>
          </p:nvPr>
        </p:nvSpPr>
        <p:spPr>
          <a:xfrm>
            <a:off x="3845867" y="5756609"/>
            <a:ext cx="7660400" cy="299400"/>
          </a:xfrm>
          <a:prstGeom prst="rect">
            <a:avLst/>
          </a:prstGeom>
        </p:spPr>
        <p:txBody>
          <a:bodyPr spcFirstLastPara="1" wrap="square" lIns="0" tIns="0" rIns="0" bIns="0" anchor="t" anchorCtr="0">
            <a:noAutofit/>
          </a:bodyPr>
          <a:lstStyle>
            <a:lvl1pPr marL="304815" lvl="0" indent="-228611" rtl="0">
              <a:spcBef>
                <a:spcPts val="427"/>
              </a:spcBef>
              <a:spcAft>
                <a:spcPts val="0"/>
              </a:spcAft>
              <a:buClr>
                <a:schemeClr val="lt1"/>
              </a:buClr>
              <a:buSzPts val="1800"/>
              <a:buChar char="•"/>
              <a:defRPr sz="1200" b="0">
                <a:solidFill>
                  <a:schemeClr val="lt1"/>
                </a:solidFill>
              </a:defRPr>
            </a:lvl1pPr>
            <a:lvl2pPr marL="609630" lvl="1" indent="-228611" rtl="0">
              <a:spcBef>
                <a:spcPts val="373"/>
              </a:spcBef>
              <a:spcAft>
                <a:spcPts val="0"/>
              </a:spcAft>
              <a:buClr>
                <a:schemeClr val="lt1"/>
              </a:buClr>
              <a:buSzPts val="1800"/>
              <a:buChar char="–"/>
              <a:defRPr sz="1200" b="0">
                <a:solidFill>
                  <a:schemeClr val="lt1"/>
                </a:solidFill>
              </a:defRPr>
            </a:lvl2pPr>
            <a:lvl3pPr marL="914446" lvl="2" indent="-228611" rtl="0">
              <a:spcBef>
                <a:spcPts val="320"/>
              </a:spcBef>
              <a:spcAft>
                <a:spcPts val="0"/>
              </a:spcAft>
              <a:buClr>
                <a:schemeClr val="lt1"/>
              </a:buClr>
              <a:buSzPts val="1800"/>
              <a:buChar char="•"/>
              <a:defRPr>
                <a:solidFill>
                  <a:schemeClr val="lt1"/>
                </a:solidFill>
              </a:defRPr>
            </a:lvl3pPr>
            <a:lvl4pPr marL="1219261" lvl="3" indent="-228611" rtl="0">
              <a:spcBef>
                <a:spcPts val="267"/>
              </a:spcBef>
              <a:spcAft>
                <a:spcPts val="0"/>
              </a:spcAft>
              <a:buClr>
                <a:schemeClr val="lt1"/>
              </a:buClr>
              <a:buSzPts val="1800"/>
              <a:buFont typeface="Inter"/>
              <a:buChar char="–"/>
              <a:defRPr sz="1200">
                <a:solidFill>
                  <a:schemeClr val="lt1"/>
                </a:solidFill>
                <a:latin typeface="Inter"/>
                <a:ea typeface="Inter"/>
                <a:cs typeface="Inter"/>
                <a:sym typeface="Inter"/>
              </a:defRPr>
            </a:lvl4pPr>
            <a:lvl5pPr marL="1524076" lvl="4" indent="-228611" rtl="0">
              <a:spcBef>
                <a:spcPts val="267"/>
              </a:spcBef>
              <a:spcAft>
                <a:spcPts val="0"/>
              </a:spcAft>
              <a:buClr>
                <a:schemeClr val="lt1"/>
              </a:buClr>
              <a:buSzPts val="1800"/>
              <a:buChar char="»"/>
              <a:defRPr sz="1200">
                <a:solidFill>
                  <a:schemeClr val="lt1"/>
                </a:solidFill>
              </a:defRPr>
            </a:lvl5pPr>
            <a:lvl6pPr marL="1828891" lvl="5" indent="-228611" rtl="0">
              <a:spcBef>
                <a:spcPts val="267"/>
              </a:spcBef>
              <a:spcAft>
                <a:spcPts val="0"/>
              </a:spcAft>
              <a:buClr>
                <a:schemeClr val="lt1"/>
              </a:buClr>
              <a:buSzPts val="1800"/>
              <a:buChar char="•"/>
              <a:defRPr sz="1200">
                <a:solidFill>
                  <a:schemeClr val="lt1"/>
                </a:solidFill>
              </a:defRPr>
            </a:lvl6pPr>
            <a:lvl7pPr marL="2133707" lvl="6" indent="-228611" rtl="0">
              <a:spcBef>
                <a:spcPts val="267"/>
              </a:spcBef>
              <a:spcAft>
                <a:spcPts val="0"/>
              </a:spcAft>
              <a:buClr>
                <a:schemeClr val="lt1"/>
              </a:buClr>
              <a:buSzPts val="1800"/>
              <a:buChar char="•"/>
              <a:defRPr sz="1200">
                <a:solidFill>
                  <a:schemeClr val="lt1"/>
                </a:solidFill>
              </a:defRPr>
            </a:lvl7pPr>
            <a:lvl8pPr marL="2438522" lvl="7" indent="-228611" rtl="0">
              <a:spcBef>
                <a:spcPts val="267"/>
              </a:spcBef>
              <a:spcAft>
                <a:spcPts val="0"/>
              </a:spcAft>
              <a:buClr>
                <a:schemeClr val="lt1"/>
              </a:buClr>
              <a:buSzPts val="1800"/>
              <a:buChar char="•"/>
              <a:defRPr sz="1200">
                <a:solidFill>
                  <a:schemeClr val="lt1"/>
                </a:solidFill>
              </a:defRPr>
            </a:lvl8pPr>
            <a:lvl9pPr marL="2743337" lvl="8" indent="-228611" rtl="0">
              <a:spcBef>
                <a:spcPts val="267"/>
              </a:spcBef>
              <a:spcAft>
                <a:spcPts val="0"/>
              </a:spcAft>
              <a:buClr>
                <a:schemeClr val="lt1"/>
              </a:buClr>
              <a:buSzPts val="1800"/>
              <a:buChar char="•"/>
              <a:defRPr sz="1200">
                <a:solidFill>
                  <a:schemeClr val="lt1"/>
                </a:solidFill>
              </a:defRPr>
            </a:lvl9pPr>
          </a:lstStyle>
          <a:p>
            <a:endParaRPr/>
          </a:p>
        </p:txBody>
      </p:sp>
    </p:spTree>
    <p:extLst>
      <p:ext uri="{BB962C8B-B14F-4D97-AF65-F5344CB8AC3E}">
        <p14:creationId xmlns:p14="http://schemas.microsoft.com/office/powerpoint/2010/main" val="15488647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hapter Title" type="twoObj">
  <p:cSld name="Chapter Title">
    <p:bg>
      <p:bgPr>
        <a:solidFill>
          <a:schemeClr val="dk1"/>
        </a:solidFill>
        <a:effectLst/>
      </p:bgPr>
    </p:bg>
    <p:spTree>
      <p:nvGrpSpPr>
        <p:cNvPr id="1" name="Shape 41"/>
        <p:cNvGrpSpPr/>
        <p:nvPr/>
      </p:nvGrpSpPr>
      <p:grpSpPr>
        <a:xfrm>
          <a:off x="0" y="0"/>
          <a:ext cx="0" cy="0"/>
          <a:chOff x="0" y="0"/>
          <a:chExt cx="0" cy="0"/>
        </a:xfrm>
      </p:grpSpPr>
      <p:sp>
        <p:nvSpPr>
          <p:cNvPr id="42" name="Google Shape;42;p5"/>
          <p:cNvSpPr txBox="1">
            <a:spLocks noGrp="1"/>
          </p:cNvSpPr>
          <p:nvPr>
            <p:ph type="body" idx="1"/>
          </p:nvPr>
        </p:nvSpPr>
        <p:spPr>
          <a:xfrm>
            <a:off x="678617" y="129283"/>
            <a:ext cx="1563600" cy="164000"/>
          </a:xfrm>
          <a:prstGeom prst="rect">
            <a:avLst/>
          </a:prstGeom>
        </p:spPr>
        <p:txBody>
          <a:bodyPr spcFirstLastPara="1" wrap="square" lIns="0" tIns="0" rIns="0" bIns="0" anchor="t" anchorCtr="0">
            <a:noAutofit/>
          </a:bodyPr>
          <a:lstStyle>
            <a:lvl1pPr marL="304815" lvl="0" indent="-215911" rtl="0">
              <a:spcBef>
                <a:spcPts val="427"/>
              </a:spcBef>
              <a:spcAft>
                <a:spcPts val="0"/>
              </a:spcAft>
              <a:buClr>
                <a:schemeClr val="lt1"/>
              </a:buClr>
              <a:buSzPts val="1500"/>
              <a:buChar char="•"/>
              <a:defRPr sz="1000" i="1">
                <a:solidFill>
                  <a:schemeClr val="lt1"/>
                </a:solidFill>
              </a:defRPr>
            </a:lvl1pPr>
            <a:lvl2pPr marL="609630" lvl="1" indent="-215911" rtl="0">
              <a:spcBef>
                <a:spcPts val="373"/>
              </a:spcBef>
              <a:spcAft>
                <a:spcPts val="0"/>
              </a:spcAft>
              <a:buClr>
                <a:schemeClr val="lt1"/>
              </a:buClr>
              <a:buSzPts val="1500"/>
              <a:buChar char="–"/>
              <a:defRPr sz="1000" i="1">
                <a:solidFill>
                  <a:schemeClr val="lt1"/>
                </a:solidFill>
              </a:defRPr>
            </a:lvl2pPr>
            <a:lvl3pPr marL="914446" lvl="2" indent="-215911" rtl="0">
              <a:spcBef>
                <a:spcPts val="320"/>
              </a:spcBef>
              <a:spcAft>
                <a:spcPts val="0"/>
              </a:spcAft>
              <a:buClr>
                <a:schemeClr val="lt1"/>
              </a:buClr>
              <a:buSzPts val="1500"/>
              <a:buChar char="•"/>
              <a:defRPr sz="1000" b="1" i="1">
                <a:solidFill>
                  <a:schemeClr val="lt1"/>
                </a:solidFill>
              </a:defRPr>
            </a:lvl3pPr>
            <a:lvl4pPr marL="1219261" lvl="3" indent="-215911" rtl="0">
              <a:spcBef>
                <a:spcPts val="267"/>
              </a:spcBef>
              <a:spcAft>
                <a:spcPts val="0"/>
              </a:spcAft>
              <a:buClr>
                <a:schemeClr val="lt1"/>
              </a:buClr>
              <a:buSzPts val="1500"/>
              <a:buFont typeface="Inter"/>
              <a:buChar char="–"/>
              <a:defRPr sz="1000" b="1" i="1">
                <a:solidFill>
                  <a:schemeClr val="lt1"/>
                </a:solidFill>
                <a:latin typeface="Inter"/>
                <a:ea typeface="Inter"/>
                <a:cs typeface="Inter"/>
                <a:sym typeface="Inter"/>
              </a:defRPr>
            </a:lvl4pPr>
            <a:lvl5pPr marL="1524076" lvl="4" indent="-215911" rtl="0">
              <a:spcBef>
                <a:spcPts val="267"/>
              </a:spcBef>
              <a:spcAft>
                <a:spcPts val="0"/>
              </a:spcAft>
              <a:buClr>
                <a:schemeClr val="lt1"/>
              </a:buClr>
              <a:buSzPts val="1500"/>
              <a:buChar char="»"/>
              <a:defRPr sz="1000" b="1" i="1">
                <a:solidFill>
                  <a:schemeClr val="lt1"/>
                </a:solidFill>
              </a:defRPr>
            </a:lvl5pPr>
            <a:lvl6pPr marL="1828891" lvl="5" indent="-215911" rtl="0">
              <a:spcBef>
                <a:spcPts val="267"/>
              </a:spcBef>
              <a:spcAft>
                <a:spcPts val="0"/>
              </a:spcAft>
              <a:buClr>
                <a:schemeClr val="lt1"/>
              </a:buClr>
              <a:buSzPts val="1500"/>
              <a:buChar char="•"/>
              <a:defRPr sz="1000" b="1" i="1">
                <a:solidFill>
                  <a:schemeClr val="lt1"/>
                </a:solidFill>
              </a:defRPr>
            </a:lvl6pPr>
            <a:lvl7pPr marL="2133707" lvl="6" indent="-215911" rtl="0">
              <a:spcBef>
                <a:spcPts val="267"/>
              </a:spcBef>
              <a:spcAft>
                <a:spcPts val="0"/>
              </a:spcAft>
              <a:buClr>
                <a:schemeClr val="lt1"/>
              </a:buClr>
              <a:buSzPts val="1500"/>
              <a:buChar char="•"/>
              <a:defRPr sz="1000" b="1" i="1">
                <a:solidFill>
                  <a:schemeClr val="lt1"/>
                </a:solidFill>
              </a:defRPr>
            </a:lvl7pPr>
            <a:lvl8pPr marL="2438522" lvl="7" indent="-215911" rtl="0">
              <a:spcBef>
                <a:spcPts val="267"/>
              </a:spcBef>
              <a:spcAft>
                <a:spcPts val="0"/>
              </a:spcAft>
              <a:buClr>
                <a:schemeClr val="lt1"/>
              </a:buClr>
              <a:buSzPts val="1500"/>
              <a:buChar char="•"/>
              <a:defRPr sz="1000" b="1" i="1">
                <a:solidFill>
                  <a:schemeClr val="lt1"/>
                </a:solidFill>
              </a:defRPr>
            </a:lvl8pPr>
            <a:lvl9pPr marL="2743337" lvl="8" indent="-215911" rtl="0">
              <a:spcBef>
                <a:spcPts val="267"/>
              </a:spcBef>
              <a:spcAft>
                <a:spcPts val="0"/>
              </a:spcAft>
              <a:buClr>
                <a:schemeClr val="lt1"/>
              </a:buClr>
              <a:buSzPts val="1500"/>
              <a:buChar char="•"/>
              <a:defRPr sz="1000" b="1" i="1">
                <a:solidFill>
                  <a:schemeClr val="lt1"/>
                </a:solidFill>
              </a:defRPr>
            </a:lvl9pPr>
          </a:lstStyle>
          <a:p>
            <a:endParaRPr/>
          </a:p>
        </p:txBody>
      </p:sp>
      <p:sp>
        <p:nvSpPr>
          <p:cNvPr id="43" name="Google Shape;43;p5"/>
          <p:cNvSpPr txBox="1">
            <a:spLocks noGrp="1"/>
          </p:cNvSpPr>
          <p:nvPr>
            <p:ph type="body" idx="2"/>
          </p:nvPr>
        </p:nvSpPr>
        <p:spPr>
          <a:xfrm>
            <a:off x="10503250" y="129283"/>
            <a:ext cx="1003000" cy="164000"/>
          </a:xfrm>
          <a:prstGeom prst="rect">
            <a:avLst/>
          </a:prstGeom>
        </p:spPr>
        <p:txBody>
          <a:bodyPr spcFirstLastPara="1" wrap="square" lIns="0" tIns="0" rIns="0" bIns="0" anchor="t" anchorCtr="0">
            <a:noAutofit/>
          </a:bodyPr>
          <a:lstStyle>
            <a:lvl1pPr marL="304815" lvl="0" indent="-215911" algn="r" rtl="0">
              <a:spcBef>
                <a:spcPts val="427"/>
              </a:spcBef>
              <a:spcAft>
                <a:spcPts val="0"/>
              </a:spcAft>
              <a:buClr>
                <a:schemeClr val="lt1"/>
              </a:buClr>
              <a:buSzPts val="1500"/>
              <a:buChar char="•"/>
              <a:defRPr sz="1000" b="0">
                <a:solidFill>
                  <a:schemeClr val="lt1"/>
                </a:solidFill>
              </a:defRPr>
            </a:lvl1pPr>
            <a:lvl2pPr marL="609630" lvl="1" indent="-215911" algn="r" rtl="0">
              <a:spcBef>
                <a:spcPts val="373"/>
              </a:spcBef>
              <a:spcAft>
                <a:spcPts val="0"/>
              </a:spcAft>
              <a:buClr>
                <a:schemeClr val="lt1"/>
              </a:buClr>
              <a:buSzPts val="1500"/>
              <a:buChar char="–"/>
              <a:defRPr sz="1000" b="0">
                <a:solidFill>
                  <a:schemeClr val="lt1"/>
                </a:solidFill>
              </a:defRPr>
            </a:lvl2pPr>
            <a:lvl3pPr marL="914446" lvl="2" indent="-215911" algn="r" rtl="0">
              <a:spcBef>
                <a:spcPts val="320"/>
              </a:spcBef>
              <a:spcAft>
                <a:spcPts val="0"/>
              </a:spcAft>
              <a:buClr>
                <a:schemeClr val="lt1"/>
              </a:buClr>
              <a:buSzPts val="1500"/>
              <a:buChar char="•"/>
              <a:defRPr sz="1000">
                <a:solidFill>
                  <a:schemeClr val="lt1"/>
                </a:solidFill>
              </a:defRPr>
            </a:lvl3pPr>
            <a:lvl4pPr marL="1219261" lvl="3" indent="-215911" algn="r" rtl="0">
              <a:spcBef>
                <a:spcPts val="267"/>
              </a:spcBef>
              <a:spcAft>
                <a:spcPts val="0"/>
              </a:spcAft>
              <a:buClr>
                <a:schemeClr val="lt1"/>
              </a:buClr>
              <a:buSzPts val="1500"/>
              <a:buFont typeface="Inter"/>
              <a:buChar char="–"/>
              <a:defRPr sz="1000">
                <a:solidFill>
                  <a:schemeClr val="lt1"/>
                </a:solidFill>
                <a:latin typeface="Inter"/>
                <a:ea typeface="Inter"/>
                <a:cs typeface="Inter"/>
                <a:sym typeface="Inter"/>
              </a:defRPr>
            </a:lvl4pPr>
            <a:lvl5pPr marL="1524076" lvl="4" indent="-215911" algn="r" rtl="0">
              <a:spcBef>
                <a:spcPts val="267"/>
              </a:spcBef>
              <a:spcAft>
                <a:spcPts val="0"/>
              </a:spcAft>
              <a:buClr>
                <a:schemeClr val="lt1"/>
              </a:buClr>
              <a:buSzPts val="1500"/>
              <a:buChar char="»"/>
              <a:defRPr sz="1000">
                <a:solidFill>
                  <a:schemeClr val="lt1"/>
                </a:solidFill>
              </a:defRPr>
            </a:lvl5pPr>
            <a:lvl6pPr marL="1828891" lvl="5" indent="-215911" algn="r" rtl="0">
              <a:spcBef>
                <a:spcPts val="267"/>
              </a:spcBef>
              <a:spcAft>
                <a:spcPts val="0"/>
              </a:spcAft>
              <a:buClr>
                <a:schemeClr val="lt1"/>
              </a:buClr>
              <a:buSzPts val="1500"/>
              <a:buChar char="•"/>
              <a:defRPr sz="1000">
                <a:solidFill>
                  <a:schemeClr val="lt1"/>
                </a:solidFill>
              </a:defRPr>
            </a:lvl6pPr>
            <a:lvl7pPr marL="2133707" lvl="6" indent="-215911" algn="r" rtl="0">
              <a:spcBef>
                <a:spcPts val="267"/>
              </a:spcBef>
              <a:spcAft>
                <a:spcPts val="0"/>
              </a:spcAft>
              <a:buClr>
                <a:schemeClr val="lt1"/>
              </a:buClr>
              <a:buSzPts val="1500"/>
              <a:buChar char="•"/>
              <a:defRPr sz="1000">
                <a:solidFill>
                  <a:schemeClr val="lt1"/>
                </a:solidFill>
              </a:defRPr>
            </a:lvl7pPr>
            <a:lvl8pPr marL="2438522" lvl="7" indent="-215911" algn="r" rtl="0">
              <a:spcBef>
                <a:spcPts val="267"/>
              </a:spcBef>
              <a:spcAft>
                <a:spcPts val="0"/>
              </a:spcAft>
              <a:buClr>
                <a:schemeClr val="lt1"/>
              </a:buClr>
              <a:buSzPts val="1500"/>
              <a:buChar char="•"/>
              <a:defRPr sz="1000">
                <a:solidFill>
                  <a:schemeClr val="lt1"/>
                </a:solidFill>
              </a:defRPr>
            </a:lvl8pPr>
            <a:lvl9pPr marL="2743337" lvl="8" indent="-215911" algn="r" rtl="0">
              <a:spcBef>
                <a:spcPts val="267"/>
              </a:spcBef>
              <a:spcAft>
                <a:spcPts val="0"/>
              </a:spcAft>
              <a:buClr>
                <a:schemeClr val="lt1"/>
              </a:buClr>
              <a:buSzPts val="1500"/>
              <a:buChar char="•"/>
              <a:defRPr sz="1000">
                <a:solidFill>
                  <a:schemeClr val="lt1"/>
                </a:solidFill>
              </a:defRPr>
            </a:lvl9pPr>
          </a:lstStyle>
          <a:p>
            <a:endParaRPr/>
          </a:p>
        </p:txBody>
      </p:sp>
      <p:sp>
        <p:nvSpPr>
          <p:cNvPr id="44" name="Google Shape;44;p5"/>
          <p:cNvSpPr txBox="1">
            <a:spLocks noGrp="1"/>
          </p:cNvSpPr>
          <p:nvPr>
            <p:ph type="body" idx="3"/>
          </p:nvPr>
        </p:nvSpPr>
        <p:spPr>
          <a:xfrm>
            <a:off x="3770892" y="129283"/>
            <a:ext cx="1003000" cy="164000"/>
          </a:xfrm>
          <a:prstGeom prst="rect">
            <a:avLst/>
          </a:prstGeom>
        </p:spPr>
        <p:txBody>
          <a:bodyPr spcFirstLastPara="1" wrap="square" lIns="0" tIns="0" rIns="0" bIns="0" anchor="t" anchorCtr="0">
            <a:noAutofit/>
          </a:bodyPr>
          <a:lstStyle>
            <a:lvl1pPr marL="304815" lvl="0" indent="-215911" algn="ctr" rtl="0">
              <a:spcBef>
                <a:spcPts val="427"/>
              </a:spcBef>
              <a:spcAft>
                <a:spcPts val="0"/>
              </a:spcAft>
              <a:buClr>
                <a:schemeClr val="lt1"/>
              </a:buClr>
              <a:buSzPts val="1500"/>
              <a:buChar char="•"/>
              <a:defRPr sz="1000" b="0">
                <a:solidFill>
                  <a:schemeClr val="lt1"/>
                </a:solidFill>
              </a:defRPr>
            </a:lvl1pPr>
            <a:lvl2pPr marL="609630" lvl="1" indent="-215911" algn="ctr" rtl="0">
              <a:spcBef>
                <a:spcPts val="373"/>
              </a:spcBef>
              <a:spcAft>
                <a:spcPts val="0"/>
              </a:spcAft>
              <a:buClr>
                <a:schemeClr val="lt1"/>
              </a:buClr>
              <a:buSzPts val="1500"/>
              <a:buChar char="–"/>
              <a:defRPr sz="1000" b="0">
                <a:solidFill>
                  <a:schemeClr val="lt1"/>
                </a:solidFill>
              </a:defRPr>
            </a:lvl2pPr>
            <a:lvl3pPr marL="914446" lvl="2" indent="-215911" algn="ctr" rtl="0">
              <a:spcBef>
                <a:spcPts val="320"/>
              </a:spcBef>
              <a:spcAft>
                <a:spcPts val="0"/>
              </a:spcAft>
              <a:buClr>
                <a:schemeClr val="lt1"/>
              </a:buClr>
              <a:buSzPts val="1500"/>
              <a:buChar char="•"/>
              <a:defRPr sz="1000">
                <a:solidFill>
                  <a:schemeClr val="lt1"/>
                </a:solidFill>
              </a:defRPr>
            </a:lvl3pPr>
            <a:lvl4pPr marL="1219261" lvl="3" indent="-215911" algn="ctr" rtl="0">
              <a:spcBef>
                <a:spcPts val="267"/>
              </a:spcBef>
              <a:spcAft>
                <a:spcPts val="0"/>
              </a:spcAft>
              <a:buClr>
                <a:schemeClr val="lt1"/>
              </a:buClr>
              <a:buSzPts val="1500"/>
              <a:buFont typeface="Inter"/>
              <a:buChar char="–"/>
              <a:defRPr sz="1000">
                <a:solidFill>
                  <a:schemeClr val="lt1"/>
                </a:solidFill>
                <a:latin typeface="Inter"/>
                <a:ea typeface="Inter"/>
                <a:cs typeface="Inter"/>
                <a:sym typeface="Inter"/>
              </a:defRPr>
            </a:lvl4pPr>
            <a:lvl5pPr marL="1524076" lvl="4" indent="-215911" algn="ctr" rtl="0">
              <a:spcBef>
                <a:spcPts val="267"/>
              </a:spcBef>
              <a:spcAft>
                <a:spcPts val="0"/>
              </a:spcAft>
              <a:buClr>
                <a:schemeClr val="lt1"/>
              </a:buClr>
              <a:buSzPts val="1500"/>
              <a:buChar char="»"/>
              <a:defRPr sz="1000">
                <a:solidFill>
                  <a:schemeClr val="lt1"/>
                </a:solidFill>
              </a:defRPr>
            </a:lvl5pPr>
            <a:lvl6pPr marL="1828891" lvl="5" indent="-215911" algn="ctr" rtl="0">
              <a:spcBef>
                <a:spcPts val="267"/>
              </a:spcBef>
              <a:spcAft>
                <a:spcPts val="0"/>
              </a:spcAft>
              <a:buClr>
                <a:schemeClr val="lt1"/>
              </a:buClr>
              <a:buSzPts val="1500"/>
              <a:buChar char="•"/>
              <a:defRPr sz="1000">
                <a:solidFill>
                  <a:schemeClr val="lt1"/>
                </a:solidFill>
              </a:defRPr>
            </a:lvl6pPr>
            <a:lvl7pPr marL="2133707" lvl="6" indent="-215911" algn="ctr" rtl="0">
              <a:spcBef>
                <a:spcPts val="267"/>
              </a:spcBef>
              <a:spcAft>
                <a:spcPts val="0"/>
              </a:spcAft>
              <a:buClr>
                <a:schemeClr val="lt1"/>
              </a:buClr>
              <a:buSzPts val="1500"/>
              <a:buChar char="•"/>
              <a:defRPr sz="1000">
                <a:solidFill>
                  <a:schemeClr val="lt1"/>
                </a:solidFill>
              </a:defRPr>
            </a:lvl7pPr>
            <a:lvl8pPr marL="2438522" lvl="7" indent="-215911" algn="ctr" rtl="0">
              <a:spcBef>
                <a:spcPts val="267"/>
              </a:spcBef>
              <a:spcAft>
                <a:spcPts val="0"/>
              </a:spcAft>
              <a:buClr>
                <a:schemeClr val="lt1"/>
              </a:buClr>
              <a:buSzPts val="1500"/>
              <a:buChar char="•"/>
              <a:defRPr sz="1000">
                <a:solidFill>
                  <a:schemeClr val="lt1"/>
                </a:solidFill>
              </a:defRPr>
            </a:lvl8pPr>
            <a:lvl9pPr marL="2743337" lvl="8" indent="-215911" algn="ctr" rtl="0">
              <a:spcBef>
                <a:spcPts val="267"/>
              </a:spcBef>
              <a:spcAft>
                <a:spcPts val="0"/>
              </a:spcAft>
              <a:buClr>
                <a:schemeClr val="lt1"/>
              </a:buClr>
              <a:buSzPts val="1500"/>
              <a:buChar char="•"/>
              <a:defRPr sz="1000">
                <a:solidFill>
                  <a:schemeClr val="lt1"/>
                </a:solidFill>
              </a:defRPr>
            </a:lvl9pPr>
          </a:lstStyle>
          <a:p>
            <a:endParaRPr/>
          </a:p>
        </p:txBody>
      </p:sp>
      <p:sp>
        <p:nvSpPr>
          <p:cNvPr id="45" name="Google Shape;45;p5"/>
          <p:cNvSpPr txBox="1">
            <a:spLocks noGrp="1"/>
          </p:cNvSpPr>
          <p:nvPr>
            <p:ph type="body" idx="4"/>
          </p:nvPr>
        </p:nvSpPr>
        <p:spPr>
          <a:xfrm>
            <a:off x="4944217" y="129283"/>
            <a:ext cx="1003000" cy="164000"/>
          </a:xfrm>
          <a:prstGeom prst="rect">
            <a:avLst/>
          </a:prstGeom>
        </p:spPr>
        <p:txBody>
          <a:bodyPr spcFirstLastPara="1" wrap="square" lIns="0" tIns="0" rIns="0" bIns="0" anchor="t" anchorCtr="0">
            <a:noAutofit/>
          </a:bodyPr>
          <a:lstStyle>
            <a:lvl1pPr marL="304815" lvl="0" indent="-215911" algn="ctr" rtl="0">
              <a:spcBef>
                <a:spcPts val="427"/>
              </a:spcBef>
              <a:spcAft>
                <a:spcPts val="0"/>
              </a:spcAft>
              <a:buClr>
                <a:schemeClr val="lt1"/>
              </a:buClr>
              <a:buSzPts val="1500"/>
              <a:buChar char="•"/>
              <a:defRPr sz="1000" b="0">
                <a:solidFill>
                  <a:schemeClr val="lt1"/>
                </a:solidFill>
              </a:defRPr>
            </a:lvl1pPr>
            <a:lvl2pPr marL="609630" lvl="1" indent="-215911" algn="ctr" rtl="0">
              <a:spcBef>
                <a:spcPts val="373"/>
              </a:spcBef>
              <a:spcAft>
                <a:spcPts val="0"/>
              </a:spcAft>
              <a:buClr>
                <a:schemeClr val="lt1"/>
              </a:buClr>
              <a:buSzPts val="1500"/>
              <a:buChar char="–"/>
              <a:defRPr sz="1000" b="0">
                <a:solidFill>
                  <a:schemeClr val="lt1"/>
                </a:solidFill>
              </a:defRPr>
            </a:lvl2pPr>
            <a:lvl3pPr marL="914446" lvl="2" indent="-215911" algn="ctr" rtl="0">
              <a:spcBef>
                <a:spcPts val="320"/>
              </a:spcBef>
              <a:spcAft>
                <a:spcPts val="0"/>
              </a:spcAft>
              <a:buClr>
                <a:schemeClr val="lt1"/>
              </a:buClr>
              <a:buSzPts val="1500"/>
              <a:buChar char="•"/>
              <a:defRPr sz="1000">
                <a:solidFill>
                  <a:schemeClr val="lt1"/>
                </a:solidFill>
              </a:defRPr>
            </a:lvl3pPr>
            <a:lvl4pPr marL="1219261" lvl="3" indent="-215911" algn="ctr" rtl="0">
              <a:spcBef>
                <a:spcPts val="267"/>
              </a:spcBef>
              <a:spcAft>
                <a:spcPts val="0"/>
              </a:spcAft>
              <a:buClr>
                <a:schemeClr val="lt1"/>
              </a:buClr>
              <a:buSzPts val="1500"/>
              <a:buFont typeface="Inter"/>
              <a:buChar char="–"/>
              <a:defRPr sz="1000">
                <a:solidFill>
                  <a:schemeClr val="lt1"/>
                </a:solidFill>
                <a:latin typeface="Inter"/>
                <a:ea typeface="Inter"/>
                <a:cs typeface="Inter"/>
                <a:sym typeface="Inter"/>
              </a:defRPr>
            </a:lvl4pPr>
            <a:lvl5pPr marL="1524076" lvl="4" indent="-215911" algn="ctr" rtl="0">
              <a:spcBef>
                <a:spcPts val="267"/>
              </a:spcBef>
              <a:spcAft>
                <a:spcPts val="0"/>
              </a:spcAft>
              <a:buClr>
                <a:schemeClr val="lt1"/>
              </a:buClr>
              <a:buSzPts val="1500"/>
              <a:buChar char="»"/>
              <a:defRPr sz="1000">
                <a:solidFill>
                  <a:schemeClr val="lt1"/>
                </a:solidFill>
              </a:defRPr>
            </a:lvl5pPr>
            <a:lvl6pPr marL="1828891" lvl="5" indent="-215911" algn="ctr" rtl="0">
              <a:spcBef>
                <a:spcPts val="267"/>
              </a:spcBef>
              <a:spcAft>
                <a:spcPts val="0"/>
              </a:spcAft>
              <a:buClr>
                <a:schemeClr val="lt1"/>
              </a:buClr>
              <a:buSzPts val="1500"/>
              <a:buChar char="•"/>
              <a:defRPr sz="1000">
                <a:solidFill>
                  <a:schemeClr val="lt1"/>
                </a:solidFill>
              </a:defRPr>
            </a:lvl6pPr>
            <a:lvl7pPr marL="2133707" lvl="6" indent="-215911" algn="ctr" rtl="0">
              <a:spcBef>
                <a:spcPts val="267"/>
              </a:spcBef>
              <a:spcAft>
                <a:spcPts val="0"/>
              </a:spcAft>
              <a:buClr>
                <a:schemeClr val="lt1"/>
              </a:buClr>
              <a:buSzPts val="1500"/>
              <a:buChar char="•"/>
              <a:defRPr sz="1000">
                <a:solidFill>
                  <a:schemeClr val="lt1"/>
                </a:solidFill>
              </a:defRPr>
            </a:lvl7pPr>
            <a:lvl8pPr marL="2438522" lvl="7" indent="-215911" algn="ctr" rtl="0">
              <a:spcBef>
                <a:spcPts val="267"/>
              </a:spcBef>
              <a:spcAft>
                <a:spcPts val="0"/>
              </a:spcAft>
              <a:buClr>
                <a:schemeClr val="lt1"/>
              </a:buClr>
              <a:buSzPts val="1500"/>
              <a:buChar char="•"/>
              <a:defRPr sz="1000">
                <a:solidFill>
                  <a:schemeClr val="lt1"/>
                </a:solidFill>
              </a:defRPr>
            </a:lvl8pPr>
            <a:lvl9pPr marL="2743337" lvl="8" indent="-215911" algn="ctr" rtl="0">
              <a:spcBef>
                <a:spcPts val="267"/>
              </a:spcBef>
              <a:spcAft>
                <a:spcPts val="0"/>
              </a:spcAft>
              <a:buClr>
                <a:schemeClr val="lt1"/>
              </a:buClr>
              <a:buSzPts val="1500"/>
              <a:buChar char="•"/>
              <a:defRPr sz="1000">
                <a:solidFill>
                  <a:schemeClr val="lt1"/>
                </a:solidFill>
              </a:defRPr>
            </a:lvl9pPr>
          </a:lstStyle>
          <a:p>
            <a:endParaRPr/>
          </a:p>
        </p:txBody>
      </p:sp>
      <p:sp>
        <p:nvSpPr>
          <p:cNvPr id="46" name="Google Shape;46;p5"/>
          <p:cNvSpPr txBox="1">
            <a:spLocks noGrp="1"/>
          </p:cNvSpPr>
          <p:nvPr>
            <p:ph type="body" idx="5"/>
          </p:nvPr>
        </p:nvSpPr>
        <p:spPr>
          <a:xfrm>
            <a:off x="6221867" y="129283"/>
            <a:ext cx="1003000" cy="164000"/>
          </a:xfrm>
          <a:prstGeom prst="rect">
            <a:avLst/>
          </a:prstGeom>
        </p:spPr>
        <p:txBody>
          <a:bodyPr spcFirstLastPara="1" wrap="square" lIns="0" tIns="0" rIns="0" bIns="0" anchor="t" anchorCtr="0">
            <a:noAutofit/>
          </a:bodyPr>
          <a:lstStyle>
            <a:lvl1pPr marL="304815" lvl="0" indent="-215911" algn="ctr" rtl="0">
              <a:spcBef>
                <a:spcPts val="427"/>
              </a:spcBef>
              <a:spcAft>
                <a:spcPts val="0"/>
              </a:spcAft>
              <a:buClr>
                <a:schemeClr val="lt1"/>
              </a:buClr>
              <a:buSzPts val="1500"/>
              <a:buChar char="•"/>
              <a:defRPr sz="1000" b="0">
                <a:solidFill>
                  <a:schemeClr val="lt1"/>
                </a:solidFill>
              </a:defRPr>
            </a:lvl1pPr>
            <a:lvl2pPr marL="609630" lvl="1" indent="-215911" algn="ctr" rtl="0">
              <a:spcBef>
                <a:spcPts val="373"/>
              </a:spcBef>
              <a:spcAft>
                <a:spcPts val="0"/>
              </a:spcAft>
              <a:buClr>
                <a:schemeClr val="lt1"/>
              </a:buClr>
              <a:buSzPts val="1500"/>
              <a:buChar char="–"/>
              <a:defRPr sz="1000" b="0">
                <a:solidFill>
                  <a:schemeClr val="lt1"/>
                </a:solidFill>
              </a:defRPr>
            </a:lvl2pPr>
            <a:lvl3pPr marL="914446" lvl="2" indent="-215911" algn="ctr" rtl="0">
              <a:spcBef>
                <a:spcPts val="320"/>
              </a:spcBef>
              <a:spcAft>
                <a:spcPts val="0"/>
              </a:spcAft>
              <a:buClr>
                <a:schemeClr val="lt1"/>
              </a:buClr>
              <a:buSzPts val="1500"/>
              <a:buChar char="•"/>
              <a:defRPr sz="1000">
                <a:solidFill>
                  <a:schemeClr val="lt1"/>
                </a:solidFill>
              </a:defRPr>
            </a:lvl3pPr>
            <a:lvl4pPr marL="1219261" lvl="3" indent="-215911" algn="ctr" rtl="0">
              <a:spcBef>
                <a:spcPts val="267"/>
              </a:spcBef>
              <a:spcAft>
                <a:spcPts val="0"/>
              </a:spcAft>
              <a:buClr>
                <a:schemeClr val="lt1"/>
              </a:buClr>
              <a:buSzPts val="1500"/>
              <a:buFont typeface="Inter"/>
              <a:buChar char="–"/>
              <a:defRPr sz="1000">
                <a:solidFill>
                  <a:schemeClr val="lt1"/>
                </a:solidFill>
                <a:latin typeface="Inter"/>
                <a:ea typeface="Inter"/>
                <a:cs typeface="Inter"/>
                <a:sym typeface="Inter"/>
              </a:defRPr>
            </a:lvl4pPr>
            <a:lvl5pPr marL="1524076" lvl="4" indent="-215911" algn="ctr" rtl="0">
              <a:spcBef>
                <a:spcPts val="267"/>
              </a:spcBef>
              <a:spcAft>
                <a:spcPts val="0"/>
              </a:spcAft>
              <a:buClr>
                <a:schemeClr val="lt1"/>
              </a:buClr>
              <a:buSzPts val="1500"/>
              <a:buChar char="»"/>
              <a:defRPr sz="1000">
                <a:solidFill>
                  <a:schemeClr val="lt1"/>
                </a:solidFill>
              </a:defRPr>
            </a:lvl5pPr>
            <a:lvl6pPr marL="1828891" lvl="5" indent="-215911" algn="ctr" rtl="0">
              <a:spcBef>
                <a:spcPts val="267"/>
              </a:spcBef>
              <a:spcAft>
                <a:spcPts val="0"/>
              </a:spcAft>
              <a:buClr>
                <a:schemeClr val="lt1"/>
              </a:buClr>
              <a:buSzPts val="1500"/>
              <a:buChar char="•"/>
              <a:defRPr sz="1000">
                <a:solidFill>
                  <a:schemeClr val="lt1"/>
                </a:solidFill>
              </a:defRPr>
            </a:lvl6pPr>
            <a:lvl7pPr marL="2133707" lvl="6" indent="-215911" algn="ctr" rtl="0">
              <a:spcBef>
                <a:spcPts val="267"/>
              </a:spcBef>
              <a:spcAft>
                <a:spcPts val="0"/>
              </a:spcAft>
              <a:buClr>
                <a:schemeClr val="lt1"/>
              </a:buClr>
              <a:buSzPts val="1500"/>
              <a:buChar char="•"/>
              <a:defRPr sz="1000">
                <a:solidFill>
                  <a:schemeClr val="lt1"/>
                </a:solidFill>
              </a:defRPr>
            </a:lvl7pPr>
            <a:lvl8pPr marL="2438522" lvl="7" indent="-215911" algn="ctr" rtl="0">
              <a:spcBef>
                <a:spcPts val="267"/>
              </a:spcBef>
              <a:spcAft>
                <a:spcPts val="0"/>
              </a:spcAft>
              <a:buClr>
                <a:schemeClr val="lt1"/>
              </a:buClr>
              <a:buSzPts val="1500"/>
              <a:buChar char="•"/>
              <a:defRPr sz="1000">
                <a:solidFill>
                  <a:schemeClr val="lt1"/>
                </a:solidFill>
              </a:defRPr>
            </a:lvl8pPr>
            <a:lvl9pPr marL="2743337" lvl="8" indent="-215911" algn="ctr" rtl="0">
              <a:spcBef>
                <a:spcPts val="267"/>
              </a:spcBef>
              <a:spcAft>
                <a:spcPts val="0"/>
              </a:spcAft>
              <a:buClr>
                <a:schemeClr val="lt1"/>
              </a:buClr>
              <a:buSzPts val="1500"/>
              <a:buChar char="•"/>
              <a:defRPr sz="1000">
                <a:solidFill>
                  <a:schemeClr val="lt1"/>
                </a:solidFill>
              </a:defRPr>
            </a:lvl9pPr>
          </a:lstStyle>
          <a:p>
            <a:endParaRPr/>
          </a:p>
        </p:txBody>
      </p:sp>
      <p:sp>
        <p:nvSpPr>
          <p:cNvPr id="47" name="Google Shape;47;p5"/>
          <p:cNvSpPr>
            <a:spLocks noGrp="1"/>
          </p:cNvSpPr>
          <p:nvPr>
            <p:ph type="pic" idx="6"/>
          </p:nvPr>
        </p:nvSpPr>
        <p:spPr>
          <a:xfrm>
            <a:off x="683600" y="685800"/>
            <a:ext cx="10824800" cy="5486400"/>
          </a:xfrm>
          <a:prstGeom prst="rect">
            <a:avLst/>
          </a:prstGeom>
          <a:noFill/>
          <a:ln>
            <a:noFill/>
          </a:ln>
        </p:spPr>
      </p:sp>
      <p:sp>
        <p:nvSpPr>
          <p:cNvPr id="48" name="Google Shape;48;p5"/>
          <p:cNvSpPr txBox="1">
            <a:spLocks noGrp="1"/>
          </p:cNvSpPr>
          <p:nvPr>
            <p:ph type="body" idx="7"/>
          </p:nvPr>
        </p:nvSpPr>
        <p:spPr>
          <a:xfrm>
            <a:off x="7414317" y="129283"/>
            <a:ext cx="1003000" cy="164000"/>
          </a:xfrm>
          <a:prstGeom prst="rect">
            <a:avLst/>
          </a:prstGeom>
        </p:spPr>
        <p:txBody>
          <a:bodyPr spcFirstLastPara="1" wrap="square" lIns="0" tIns="0" rIns="0" bIns="0" anchor="t" anchorCtr="0">
            <a:noAutofit/>
          </a:bodyPr>
          <a:lstStyle>
            <a:lvl1pPr marL="304815" lvl="0" indent="-215911" algn="ctr" rtl="0">
              <a:spcBef>
                <a:spcPts val="427"/>
              </a:spcBef>
              <a:spcAft>
                <a:spcPts val="0"/>
              </a:spcAft>
              <a:buClr>
                <a:schemeClr val="lt1"/>
              </a:buClr>
              <a:buSzPts val="1500"/>
              <a:buChar char="•"/>
              <a:defRPr sz="1000" b="0">
                <a:solidFill>
                  <a:schemeClr val="lt1"/>
                </a:solidFill>
              </a:defRPr>
            </a:lvl1pPr>
            <a:lvl2pPr marL="609630" lvl="1" indent="-215911" algn="ctr" rtl="0">
              <a:spcBef>
                <a:spcPts val="373"/>
              </a:spcBef>
              <a:spcAft>
                <a:spcPts val="0"/>
              </a:spcAft>
              <a:buClr>
                <a:schemeClr val="lt1"/>
              </a:buClr>
              <a:buSzPts val="1500"/>
              <a:buChar char="–"/>
              <a:defRPr sz="1000" b="0">
                <a:solidFill>
                  <a:schemeClr val="lt1"/>
                </a:solidFill>
              </a:defRPr>
            </a:lvl2pPr>
            <a:lvl3pPr marL="914446" lvl="2" indent="-215911" algn="ctr" rtl="0">
              <a:spcBef>
                <a:spcPts val="320"/>
              </a:spcBef>
              <a:spcAft>
                <a:spcPts val="0"/>
              </a:spcAft>
              <a:buClr>
                <a:schemeClr val="lt1"/>
              </a:buClr>
              <a:buSzPts val="1500"/>
              <a:buChar char="•"/>
              <a:defRPr sz="1000">
                <a:solidFill>
                  <a:schemeClr val="lt1"/>
                </a:solidFill>
              </a:defRPr>
            </a:lvl3pPr>
            <a:lvl4pPr marL="1219261" lvl="3" indent="-215911" algn="ctr" rtl="0">
              <a:spcBef>
                <a:spcPts val="267"/>
              </a:spcBef>
              <a:spcAft>
                <a:spcPts val="0"/>
              </a:spcAft>
              <a:buClr>
                <a:schemeClr val="lt1"/>
              </a:buClr>
              <a:buSzPts val="1500"/>
              <a:buFont typeface="Inter"/>
              <a:buChar char="–"/>
              <a:defRPr sz="1000">
                <a:solidFill>
                  <a:schemeClr val="lt1"/>
                </a:solidFill>
                <a:latin typeface="Inter"/>
                <a:ea typeface="Inter"/>
                <a:cs typeface="Inter"/>
                <a:sym typeface="Inter"/>
              </a:defRPr>
            </a:lvl4pPr>
            <a:lvl5pPr marL="1524076" lvl="4" indent="-215911" algn="ctr" rtl="0">
              <a:spcBef>
                <a:spcPts val="267"/>
              </a:spcBef>
              <a:spcAft>
                <a:spcPts val="0"/>
              </a:spcAft>
              <a:buClr>
                <a:schemeClr val="lt1"/>
              </a:buClr>
              <a:buSzPts val="1500"/>
              <a:buChar char="»"/>
              <a:defRPr sz="1000">
                <a:solidFill>
                  <a:schemeClr val="lt1"/>
                </a:solidFill>
              </a:defRPr>
            </a:lvl5pPr>
            <a:lvl6pPr marL="1828891" lvl="5" indent="-215911" algn="ctr" rtl="0">
              <a:spcBef>
                <a:spcPts val="267"/>
              </a:spcBef>
              <a:spcAft>
                <a:spcPts val="0"/>
              </a:spcAft>
              <a:buClr>
                <a:schemeClr val="lt1"/>
              </a:buClr>
              <a:buSzPts val="1500"/>
              <a:buChar char="•"/>
              <a:defRPr sz="1000">
                <a:solidFill>
                  <a:schemeClr val="lt1"/>
                </a:solidFill>
              </a:defRPr>
            </a:lvl6pPr>
            <a:lvl7pPr marL="2133707" lvl="6" indent="-215911" algn="ctr" rtl="0">
              <a:spcBef>
                <a:spcPts val="267"/>
              </a:spcBef>
              <a:spcAft>
                <a:spcPts val="0"/>
              </a:spcAft>
              <a:buClr>
                <a:schemeClr val="lt1"/>
              </a:buClr>
              <a:buSzPts val="1500"/>
              <a:buChar char="•"/>
              <a:defRPr sz="1000">
                <a:solidFill>
                  <a:schemeClr val="lt1"/>
                </a:solidFill>
              </a:defRPr>
            </a:lvl7pPr>
            <a:lvl8pPr marL="2438522" lvl="7" indent="-215911" algn="ctr" rtl="0">
              <a:spcBef>
                <a:spcPts val="267"/>
              </a:spcBef>
              <a:spcAft>
                <a:spcPts val="0"/>
              </a:spcAft>
              <a:buClr>
                <a:schemeClr val="lt1"/>
              </a:buClr>
              <a:buSzPts val="1500"/>
              <a:buChar char="•"/>
              <a:defRPr sz="1000">
                <a:solidFill>
                  <a:schemeClr val="lt1"/>
                </a:solidFill>
              </a:defRPr>
            </a:lvl8pPr>
            <a:lvl9pPr marL="2743337" lvl="8" indent="-215911" algn="ctr" rtl="0">
              <a:spcBef>
                <a:spcPts val="267"/>
              </a:spcBef>
              <a:spcAft>
                <a:spcPts val="0"/>
              </a:spcAft>
              <a:buClr>
                <a:schemeClr val="lt1"/>
              </a:buClr>
              <a:buSzPts val="1500"/>
              <a:buChar char="•"/>
              <a:defRPr sz="1000">
                <a:solidFill>
                  <a:schemeClr val="lt1"/>
                </a:solidFill>
              </a:defRPr>
            </a:lvl9pPr>
          </a:lstStyle>
          <a:p>
            <a:endParaRPr/>
          </a:p>
        </p:txBody>
      </p:sp>
      <p:sp>
        <p:nvSpPr>
          <p:cNvPr id="49" name="Google Shape;49;p5"/>
          <p:cNvSpPr txBox="1">
            <a:spLocks noGrp="1"/>
          </p:cNvSpPr>
          <p:nvPr>
            <p:ph type="title"/>
          </p:nvPr>
        </p:nvSpPr>
        <p:spPr>
          <a:xfrm>
            <a:off x="683600" y="2203300"/>
            <a:ext cx="10824800" cy="2451400"/>
          </a:xfrm>
          <a:prstGeom prst="rect">
            <a:avLst/>
          </a:prstGeom>
        </p:spPr>
        <p:txBody>
          <a:bodyPr spcFirstLastPara="1" wrap="square" lIns="0" tIns="0" rIns="0" bIns="0" anchor="ctr" anchorCtr="0">
            <a:noAutofit/>
          </a:bodyPr>
          <a:lstStyle>
            <a:lvl1pPr lvl="0" algn="ctr">
              <a:spcBef>
                <a:spcPts val="0"/>
              </a:spcBef>
              <a:spcAft>
                <a:spcPts val="0"/>
              </a:spcAft>
              <a:buSzPts val="14400"/>
              <a:buNone/>
              <a:defRPr sz="9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40828820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ntent 1" type="twoTxTwoObj">
  <p:cSld name="Content 1">
    <p:spTree>
      <p:nvGrpSpPr>
        <p:cNvPr id="1" name="Shape 50"/>
        <p:cNvGrpSpPr/>
        <p:nvPr/>
      </p:nvGrpSpPr>
      <p:grpSpPr>
        <a:xfrm>
          <a:off x="0" y="0"/>
          <a:ext cx="0" cy="0"/>
          <a:chOff x="0" y="0"/>
          <a:chExt cx="0" cy="0"/>
        </a:xfrm>
      </p:grpSpPr>
      <p:sp>
        <p:nvSpPr>
          <p:cNvPr id="51" name="Google Shape;51;p6"/>
          <p:cNvSpPr txBox="1">
            <a:spLocks noGrp="1"/>
          </p:cNvSpPr>
          <p:nvPr>
            <p:ph type="body" idx="1"/>
          </p:nvPr>
        </p:nvSpPr>
        <p:spPr>
          <a:xfrm>
            <a:off x="5537783" y="1388133"/>
            <a:ext cx="5879000" cy="1177400"/>
          </a:xfrm>
          <a:prstGeom prst="rect">
            <a:avLst/>
          </a:prstGeom>
        </p:spPr>
        <p:txBody>
          <a:bodyPr spcFirstLastPara="1" wrap="square" lIns="0" tIns="0" rIns="0" bIns="0" anchor="t" anchorCtr="0">
            <a:noAutofit/>
          </a:bodyPr>
          <a:lstStyle>
            <a:lvl1pPr marL="304815" lvl="0" indent="-228611">
              <a:spcBef>
                <a:spcPts val="427"/>
              </a:spcBef>
              <a:spcAft>
                <a:spcPts val="0"/>
              </a:spcAft>
              <a:buSzPts val="1800"/>
              <a:buChar char="•"/>
              <a:defRPr sz="1200" b="0"/>
            </a:lvl1pPr>
            <a:lvl2pPr marL="609630" lvl="1" indent="-228611">
              <a:spcBef>
                <a:spcPts val="373"/>
              </a:spcBef>
              <a:spcAft>
                <a:spcPts val="0"/>
              </a:spcAft>
              <a:buSzPts val="1800"/>
              <a:buChar char="–"/>
              <a:defRPr sz="1200" b="0"/>
            </a:lvl2pPr>
            <a:lvl3pPr marL="914446" lvl="2" indent="-228611">
              <a:spcBef>
                <a:spcPts val="320"/>
              </a:spcBef>
              <a:spcAft>
                <a:spcPts val="0"/>
              </a:spcAft>
              <a:buSzPts val="1800"/>
              <a:buChar char="•"/>
              <a:defRPr/>
            </a:lvl3pPr>
            <a:lvl4pPr marL="1219261" lvl="3" indent="-228611">
              <a:spcBef>
                <a:spcPts val="267"/>
              </a:spcBef>
              <a:spcAft>
                <a:spcPts val="0"/>
              </a:spcAft>
              <a:buSzPts val="1800"/>
              <a:buFont typeface="Inter"/>
              <a:buChar char="–"/>
              <a:defRPr sz="1200">
                <a:latin typeface="Inter"/>
                <a:ea typeface="Inter"/>
                <a:cs typeface="Inter"/>
                <a:sym typeface="Inter"/>
              </a:defRPr>
            </a:lvl4pPr>
            <a:lvl5pPr marL="1524076" lvl="4" indent="-228611">
              <a:spcBef>
                <a:spcPts val="267"/>
              </a:spcBef>
              <a:spcAft>
                <a:spcPts val="0"/>
              </a:spcAft>
              <a:buSzPts val="1800"/>
              <a:buChar char="»"/>
              <a:defRPr sz="1200"/>
            </a:lvl5pPr>
            <a:lvl6pPr marL="1828891" lvl="5" indent="-228611">
              <a:spcBef>
                <a:spcPts val="267"/>
              </a:spcBef>
              <a:spcAft>
                <a:spcPts val="0"/>
              </a:spcAft>
              <a:buSzPts val="1800"/>
              <a:buChar char="•"/>
              <a:defRPr sz="1200"/>
            </a:lvl6pPr>
            <a:lvl7pPr marL="2133707" lvl="6" indent="-228611">
              <a:spcBef>
                <a:spcPts val="267"/>
              </a:spcBef>
              <a:spcAft>
                <a:spcPts val="0"/>
              </a:spcAft>
              <a:buSzPts val="1800"/>
              <a:buChar char="•"/>
              <a:defRPr sz="1200"/>
            </a:lvl7pPr>
            <a:lvl8pPr marL="2438522" lvl="7" indent="-228611">
              <a:spcBef>
                <a:spcPts val="267"/>
              </a:spcBef>
              <a:spcAft>
                <a:spcPts val="0"/>
              </a:spcAft>
              <a:buSzPts val="1800"/>
              <a:buChar char="•"/>
              <a:defRPr sz="1200"/>
            </a:lvl8pPr>
            <a:lvl9pPr marL="2743337" lvl="8" indent="-228611">
              <a:spcBef>
                <a:spcPts val="267"/>
              </a:spcBef>
              <a:spcAft>
                <a:spcPts val="0"/>
              </a:spcAft>
              <a:buSzPts val="1800"/>
              <a:buChar char="•"/>
              <a:defRPr sz="1200"/>
            </a:lvl9pPr>
          </a:lstStyle>
          <a:p>
            <a:endParaRPr/>
          </a:p>
        </p:txBody>
      </p:sp>
      <p:sp>
        <p:nvSpPr>
          <p:cNvPr id="52" name="Google Shape;52;p6"/>
          <p:cNvSpPr txBox="1">
            <a:spLocks noGrp="1"/>
          </p:cNvSpPr>
          <p:nvPr>
            <p:ph type="body" idx="2"/>
          </p:nvPr>
        </p:nvSpPr>
        <p:spPr>
          <a:xfrm>
            <a:off x="678617" y="129283"/>
            <a:ext cx="1563600" cy="164000"/>
          </a:xfrm>
          <a:prstGeom prst="rect">
            <a:avLst/>
          </a:prstGeom>
        </p:spPr>
        <p:txBody>
          <a:bodyPr spcFirstLastPara="1" wrap="square" lIns="0" tIns="0" rIns="0" bIns="0" anchor="t" anchorCtr="0">
            <a:noAutofit/>
          </a:bodyPr>
          <a:lstStyle>
            <a:lvl1pPr marL="304815" lvl="0" indent="-215911" rtl="0">
              <a:spcBef>
                <a:spcPts val="427"/>
              </a:spcBef>
              <a:spcAft>
                <a:spcPts val="0"/>
              </a:spcAft>
              <a:buSzPts val="1500"/>
              <a:buChar char="•"/>
              <a:defRPr sz="1000" i="1"/>
            </a:lvl1pPr>
            <a:lvl2pPr marL="609630" lvl="1" indent="-215911" rtl="0">
              <a:spcBef>
                <a:spcPts val="373"/>
              </a:spcBef>
              <a:spcAft>
                <a:spcPts val="0"/>
              </a:spcAft>
              <a:buSzPts val="1500"/>
              <a:buChar char="–"/>
              <a:defRPr sz="1000" i="1"/>
            </a:lvl2pPr>
            <a:lvl3pPr marL="914446" lvl="2" indent="-215911" rtl="0">
              <a:spcBef>
                <a:spcPts val="320"/>
              </a:spcBef>
              <a:spcAft>
                <a:spcPts val="0"/>
              </a:spcAft>
              <a:buSzPts val="1500"/>
              <a:buChar char="•"/>
              <a:defRPr sz="1000" b="1" i="1"/>
            </a:lvl3pPr>
            <a:lvl4pPr marL="1219261" lvl="3" indent="-215911" rtl="0">
              <a:spcBef>
                <a:spcPts val="267"/>
              </a:spcBef>
              <a:spcAft>
                <a:spcPts val="0"/>
              </a:spcAft>
              <a:buSzPts val="1500"/>
              <a:buFont typeface="Inter"/>
              <a:buChar char="–"/>
              <a:defRPr sz="1000" b="1" i="1">
                <a:latin typeface="Inter"/>
                <a:ea typeface="Inter"/>
                <a:cs typeface="Inter"/>
                <a:sym typeface="Inter"/>
              </a:defRPr>
            </a:lvl4pPr>
            <a:lvl5pPr marL="1524076" lvl="4" indent="-215911" rtl="0">
              <a:spcBef>
                <a:spcPts val="267"/>
              </a:spcBef>
              <a:spcAft>
                <a:spcPts val="0"/>
              </a:spcAft>
              <a:buSzPts val="1500"/>
              <a:buChar char="»"/>
              <a:defRPr sz="1000" b="1" i="1"/>
            </a:lvl5pPr>
            <a:lvl6pPr marL="1828891" lvl="5" indent="-215911" rtl="0">
              <a:spcBef>
                <a:spcPts val="267"/>
              </a:spcBef>
              <a:spcAft>
                <a:spcPts val="0"/>
              </a:spcAft>
              <a:buSzPts val="1500"/>
              <a:buChar char="•"/>
              <a:defRPr sz="1000" b="1" i="1"/>
            </a:lvl6pPr>
            <a:lvl7pPr marL="2133707" lvl="6" indent="-215911" rtl="0">
              <a:spcBef>
                <a:spcPts val="267"/>
              </a:spcBef>
              <a:spcAft>
                <a:spcPts val="0"/>
              </a:spcAft>
              <a:buSzPts val="1500"/>
              <a:buChar char="•"/>
              <a:defRPr sz="1000" b="1" i="1"/>
            </a:lvl7pPr>
            <a:lvl8pPr marL="2438522" lvl="7" indent="-215911" rtl="0">
              <a:spcBef>
                <a:spcPts val="267"/>
              </a:spcBef>
              <a:spcAft>
                <a:spcPts val="0"/>
              </a:spcAft>
              <a:buSzPts val="1500"/>
              <a:buChar char="•"/>
              <a:defRPr sz="1000" b="1" i="1"/>
            </a:lvl8pPr>
            <a:lvl9pPr marL="2743337" lvl="8" indent="-215911" rtl="0">
              <a:spcBef>
                <a:spcPts val="267"/>
              </a:spcBef>
              <a:spcAft>
                <a:spcPts val="0"/>
              </a:spcAft>
              <a:buSzPts val="1500"/>
              <a:buChar char="•"/>
              <a:defRPr sz="1000" b="1" i="1"/>
            </a:lvl9pPr>
          </a:lstStyle>
          <a:p>
            <a:endParaRPr/>
          </a:p>
        </p:txBody>
      </p:sp>
      <p:sp>
        <p:nvSpPr>
          <p:cNvPr id="53" name="Google Shape;53;p6"/>
          <p:cNvSpPr txBox="1">
            <a:spLocks noGrp="1"/>
          </p:cNvSpPr>
          <p:nvPr>
            <p:ph type="body" idx="3"/>
          </p:nvPr>
        </p:nvSpPr>
        <p:spPr>
          <a:xfrm>
            <a:off x="10503250" y="129283"/>
            <a:ext cx="1003000" cy="164000"/>
          </a:xfrm>
          <a:prstGeom prst="rect">
            <a:avLst/>
          </a:prstGeom>
        </p:spPr>
        <p:txBody>
          <a:bodyPr spcFirstLastPara="1" wrap="square" lIns="0" tIns="0" rIns="0" bIns="0" anchor="t" anchorCtr="0">
            <a:noAutofit/>
          </a:bodyPr>
          <a:lstStyle>
            <a:lvl1pPr marL="304815" lvl="0" indent="-215911" algn="r" rtl="0">
              <a:spcBef>
                <a:spcPts val="427"/>
              </a:spcBef>
              <a:spcAft>
                <a:spcPts val="0"/>
              </a:spcAft>
              <a:buSzPts val="1500"/>
              <a:buChar char="•"/>
              <a:defRPr sz="1000" b="0"/>
            </a:lvl1pPr>
            <a:lvl2pPr marL="609630" lvl="1" indent="-215911" algn="r" rtl="0">
              <a:spcBef>
                <a:spcPts val="373"/>
              </a:spcBef>
              <a:spcAft>
                <a:spcPts val="0"/>
              </a:spcAft>
              <a:buSzPts val="1500"/>
              <a:buChar char="–"/>
              <a:defRPr sz="1000" b="0"/>
            </a:lvl2pPr>
            <a:lvl3pPr marL="914446" lvl="2" indent="-215911" algn="r" rtl="0">
              <a:spcBef>
                <a:spcPts val="320"/>
              </a:spcBef>
              <a:spcAft>
                <a:spcPts val="0"/>
              </a:spcAft>
              <a:buSzPts val="1500"/>
              <a:buChar char="•"/>
              <a:defRPr sz="1000"/>
            </a:lvl3pPr>
            <a:lvl4pPr marL="1219261" lvl="3" indent="-215911" algn="r" rtl="0">
              <a:spcBef>
                <a:spcPts val="267"/>
              </a:spcBef>
              <a:spcAft>
                <a:spcPts val="0"/>
              </a:spcAft>
              <a:buSzPts val="1500"/>
              <a:buFont typeface="Inter"/>
              <a:buChar char="–"/>
              <a:defRPr sz="1000">
                <a:latin typeface="Inter"/>
                <a:ea typeface="Inter"/>
                <a:cs typeface="Inter"/>
                <a:sym typeface="Inter"/>
              </a:defRPr>
            </a:lvl4pPr>
            <a:lvl5pPr marL="1524076" lvl="4" indent="-215911" algn="r" rtl="0">
              <a:spcBef>
                <a:spcPts val="267"/>
              </a:spcBef>
              <a:spcAft>
                <a:spcPts val="0"/>
              </a:spcAft>
              <a:buSzPts val="1500"/>
              <a:buChar char="»"/>
              <a:defRPr sz="1000"/>
            </a:lvl5pPr>
            <a:lvl6pPr marL="1828891" lvl="5" indent="-215911" algn="r" rtl="0">
              <a:spcBef>
                <a:spcPts val="267"/>
              </a:spcBef>
              <a:spcAft>
                <a:spcPts val="0"/>
              </a:spcAft>
              <a:buSzPts val="1500"/>
              <a:buChar char="•"/>
              <a:defRPr sz="1000"/>
            </a:lvl6pPr>
            <a:lvl7pPr marL="2133707" lvl="6" indent="-215911" algn="r" rtl="0">
              <a:spcBef>
                <a:spcPts val="267"/>
              </a:spcBef>
              <a:spcAft>
                <a:spcPts val="0"/>
              </a:spcAft>
              <a:buSzPts val="1500"/>
              <a:buChar char="•"/>
              <a:defRPr sz="1000"/>
            </a:lvl7pPr>
            <a:lvl8pPr marL="2438522" lvl="7" indent="-215911" algn="r" rtl="0">
              <a:spcBef>
                <a:spcPts val="267"/>
              </a:spcBef>
              <a:spcAft>
                <a:spcPts val="0"/>
              </a:spcAft>
              <a:buSzPts val="1500"/>
              <a:buChar char="•"/>
              <a:defRPr sz="1000"/>
            </a:lvl8pPr>
            <a:lvl9pPr marL="2743337" lvl="8" indent="-215911" algn="r" rtl="0">
              <a:spcBef>
                <a:spcPts val="267"/>
              </a:spcBef>
              <a:spcAft>
                <a:spcPts val="0"/>
              </a:spcAft>
              <a:buSzPts val="1500"/>
              <a:buChar char="•"/>
              <a:defRPr sz="1000"/>
            </a:lvl9pPr>
          </a:lstStyle>
          <a:p>
            <a:endParaRPr/>
          </a:p>
        </p:txBody>
      </p:sp>
      <p:sp>
        <p:nvSpPr>
          <p:cNvPr id="54" name="Google Shape;54;p6"/>
          <p:cNvSpPr txBox="1">
            <a:spLocks noGrp="1"/>
          </p:cNvSpPr>
          <p:nvPr>
            <p:ph type="body" idx="4"/>
          </p:nvPr>
        </p:nvSpPr>
        <p:spPr>
          <a:xfrm>
            <a:off x="3770892" y="129283"/>
            <a:ext cx="1003000" cy="164000"/>
          </a:xfrm>
          <a:prstGeom prst="rect">
            <a:avLst/>
          </a:prstGeom>
        </p:spPr>
        <p:txBody>
          <a:bodyPr spcFirstLastPara="1" wrap="square" lIns="0" tIns="0" rIns="0" bIns="0" anchor="t" anchorCtr="0">
            <a:noAutofit/>
          </a:bodyPr>
          <a:lstStyle>
            <a:lvl1pPr marL="304815" lvl="0" indent="-215911" algn="ctr" rtl="0">
              <a:spcBef>
                <a:spcPts val="427"/>
              </a:spcBef>
              <a:spcAft>
                <a:spcPts val="0"/>
              </a:spcAft>
              <a:buSzPts val="1500"/>
              <a:buChar char="•"/>
              <a:defRPr sz="1000" b="0"/>
            </a:lvl1pPr>
            <a:lvl2pPr marL="609630" lvl="1" indent="-215911" algn="ctr" rtl="0">
              <a:spcBef>
                <a:spcPts val="373"/>
              </a:spcBef>
              <a:spcAft>
                <a:spcPts val="0"/>
              </a:spcAft>
              <a:buSzPts val="1500"/>
              <a:buChar char="–"/>
              <a:defRPr sz="1000" b="0"/>
            </a:lvl2pPr>
            <a:lvl3pPr marL="914446" lvl="2" indent="-215911" algn="ctr" rtl="0">
              <a:spcBef>
                <a:spcPts val="320"/>
              </a:spcBef>
              <a:spcAft>
                <a:spcPts val="0"/>
              </a:spcAft>
              <a:buSzPts val="1500"/>
              <a:buChar char="•"/>
              <a:defRPr sz="1000"/>
            </a:lvl3pPr>
            <a:lvl4pPr marL="1219261" lvl="3" indent="-215911" algn="ctr" rtl="0">
              <a:spcBef>
                <a:spcPts val="267"/>
              </a:spcBef>
              <a:spcAft>
                <a:spcPts val="0"/>
              </a:spcAft>
              <a:buSzPts val="1500"/>
              <a:buFont typeface="Inter"/>
              <a:buChar char="–"/>
              <a:defRPr sz="1000">
                <a:latin typeface="Inter"/>
                <a:ea typeface="Inter"/>
                <a:cs typeface="Inter"/>
                <a:sym typeface="Inter"/>
              </a:defRPr>
            </a:lvl4pPr>
            <a:lvl5pPr marL="1524076" lvl="4" indent="-215911" algn="ctr" rtl="0">
              <a:spcBef>
                <a:spcPts val="267"/>
              </a:spcBef>
              <a:spcAft>
                <a:spcPts val="0"/>
              </a:spcAft>
              <a:buSzPts val="1500"/>
              <a:buChar char="»"/>
              <a:defRPr sz="1000"/>
            </a:lvl5pPr>
            <a:lvl6pPr marL="1828891" lvl="5" indent="-215911" algn="ctr" rtl="0">
              <a:spcBef>
                <a:spcPts val="267"/>
              </a:spcBef>
              <a:spcAft>
                <a:spcPts val="0"/>
              </a:spcAft>
              <a:buSzPts val="1500"/>
              <a:buChar char="•"/>
              <a:defRPr sz="1000"/>
            </a:lvl6pPr>
            <a:lvl7pPr marL="2133707" lvl="6" indent="-215911" algn="ctr" rtl="0">
              <a:spcBef>
                <a:spcPts val="267"/>
              </a:spcBef>
              <a:spcAft>
                <a:spcPts val="0"/>
              </a:spcAft>
              <a:buSzPts val="1500"/>
              <a:buChar char="•"/>
              <a:defRPr sz="1000"/>
            </a:lvl7pPr>
            <a:lvl8pPr marL="2438522" lvl="7" indent="-215911" algn="ctr" rtl="0">
              <a:spcBef>
                <a:spcPts val="267"/>
              </a:spcBef>
              <a:spcAft>
                <a:spcPts val="0"/>
              </a:spcAft>
              <a:buSzPts val="1500"/>
              <a:buChar char="•"/>
              <a:defRPr sz="1000"/>
            </a:lvl8pPr>
            <a:lvl9pPr marL="2743337" lvl="8" indent="-215911" algn="ctr" rtl="0">
              <a:spcBef>
                <a:spcPts val="267"/>
              </a:spcBef>
              <a:spcAft>
                <a:spcPts val="0"/>
              </a:spcAft>
              <a:buSzPts val="1500"/>
              <a:buChar char="•"/>
              <a:defRPr sz="1000"/>
            </a:lvl9pPr>
          </a:lstStyle>
          <a:p>
            <a:endParaRPr/>
          </a:p>
        </p:txBody>
      </p:sp>
      <p:sp>
        <p:nvSpPr>
          <p:cNvPr id="55" name="Google Shape;55;p6"/>
          <p:cNvSpPr txBox="1">
            <a:spLocks noGrp="1"/>
          </p:cNvSpPr>
          <p:nvPr>
            <p:ph type="body" idx="5"/>
          </p:nvPr>
        </p:nvSpPr>
        <p:spPr>
          <a:xfrm>
            <a:off x="4944217" y="129283"/>
            <a:ext cx="1003000" cy="164000"/>
          </a:xfrm>
          <a:prstGeom prst="rect">
            <a:avLst/>
          </a:prstGeom>
        </p:spPr>
        <p:txBody>
          <a:bodyPr spcFirstLastPara="1" wrap="square" lIns="0" tIns="0" rIns="0" bIns="0" anchor="t" anchorCtr="0">
            <a:noAutofit/>
          </a:bodyPr>
          <a:lstStyle>
            <a:lvl1pPr marL="304815" lvl="0" indent="-215911" algn="ctr" rtl="0">
              <a:spcBef>
                <a:spcPts val="427"/>
              </a:spcBef>
              <a:spcAft>
                <a:spcPts val="0"/>
              </a:spcAft>
              <a:buSzPts val="1500"/>
              <a:buChar char="•"/>
              <a:defRPr sz="1000" b="0"/>
            </a:lvl1pPr>
            <a:lvl2pPr marL="609630" lvl="1" indent="-215911" algn="ctr" rtl="0">
              <a:spcBef>
                <a:spcPts val="373"/>
              </a:spcBef>
              <a:spcAft>
                <a:spcPts val="0"/>
              </a:spcAft>
              <a:buSzPts val="1500"/>
              <a:buChar char="–"/>
              <a:defRPr sz="1000" b="0"/>
            </a:lvl2pPr>
            <a:lvl3pPr marL="914446" lvl="2" indent="-215911" algn="ctr" rtl="0">
              <a:spcBef>
                <a:spcPts val="320"/>
              </a:spcBef>
              <a:spcAft>
                <a:spcPts val="0"/>
              </a:spcAft>
              <a:buSzPts val="1500"/>
              <a:buChar char="•"/>
              <a:defRPr sz="1000"/>
            </a:lvl3pPr>
            <a:lvl4pPr marL="1219261" lvl="3" indent="-215911" algn="ctr" rtl="0">
              <a:spcBef>
                <a:spcPts val="267"/>
              </a:spcBef>
              <a:spcAft>
                <a:spcPts val="0"/>
              </a:spcAft>
              <a:buSzPts val="1500"/>
              <a:buFont typeface="Inter"/>
              <a:buChar char="–"/>
              <a:defRPr sz="1000">
                <a:latin typeface="Inter"/>
                <a:ea typeface="Inter"/>
                <a:cs typeface="Inter"/>
                <a:sym typeface="Inter"/>
              </a:defRPr>
            </a:lvl4pPr>
            <a:lvl5pPr marL="1524076" lvl="4" indent="-215911" algn="ctr" rtl="0">
              <a:spcBef>
                <a:spcPts val="267"/>
              </a:spcBef>
              <a:spcAft>
                <a:spcPts val="0"/>
              </a:spcAft>
              <a:buSzPts val="1500"/>
              <a:buChar char="»"/>
              <a:defRPr sz="1000"/>
            </a:lvl5pPr>
            <a:lvl6pPr marL="1828891" lvl="5" indent="-215911" algn="ctr" rtl="0">
              <a:spcBef>
                <a:spcPts val="267"/>
              </a:spcBef>
              <a:spcAft>
                <a:spcPts val="0"/>
              </a:spcAft>
              <a:buSzPts val="1500"/>
              <a:buChar char="•"/>
              <a:defRPr sz="1000"/>
            </a:lvl6pPr>
            <a:lvl7pPr marL="2133707" lvl="6" indent="-215911" algn="ctr" rtl="0">
              <a:spcBef>
                <a:spcPts val="267"/>
              </a:spcBef>
              <a:spcAft>
                <a:spcPts val="0"/>
              </a:spcAft>
              <a:buSzPts val="1500"/>
              <a:buChar char="•"/>
              <a:defRPr sz="1000"/>
            </a:lvl7pPr>
            <a:lvl8pPr marL="2438522" lvl="7" indent="-215911" algn="ctr" rtl="0">
              <a:spcBef>
                <a:spcPts val="267"/>
              </a:spcBef>
              <a:spcAft>
                <a:spcPts val="0"/>
              </a:spcAft>
              <a:buSzPts val="1500"/>
              <a:buChar char="•"/>
              <a:defRPr sz="1000"/>
            </a:lvl8pPr>
            <a:lvl9pPr marL="2743337" lvl="8" indent="-215911" algn="ctr" rtl="0">
              <a:spcBef>
                <a:spcPts val="267"/>
              </a:spcBef>
              <a:spcAft>
                <a:spcPts val="0"/>
              </a:spcAft>
              <a:buSzPts val="1500"/>
              <a:buChar char="•"/>
              <a:defRPr sz="1000"/>
            </a:lvl9pPr>
          </a:lstStyle>
          <a:p>
            <a:endParaRPr/>
          </a:p>
        </p:txBody>
      </p:sp>
      <p:sp>
        <p:nvSpPr>
          <p:cNvPr id="56" name="Google Shape;56;p6"/>
          <p:cNvSpPr txBox="1">
            <a:spLocks noGrp="1"/>
          </p:cNvSpPr>
          <p:nvPr>
            <p:ph type="body" idx="6"/>
          </p:nvPr>
        </p:nvSpPr>
        <p:spPr>
          <a:xfrm>
            <a:off x="6221867" y="129283"/>
            <a:ext cx="1003000" cy="164000"/>
          </a:xfrm>
          <a:prstGeom prst="rect">
            <a:avLst/>
          </a:prstGeom>
        </p:spPr>
        <p:txBody>
          <a:bodyPr spcFirstLastPara="1" wrap="square" lIns="0" tIns="0" rIns="0" bIns="0" anchor="t" anchorCtr="0">
            <a:noAutofit/>
          </a:bodyPr>
          <a:lstStyle>
            <a:lvl1pPr marL="304815" lvl="0" indent="-215911" algn="ctr" rtl="0">
              <a:spcBef>
                <a:spcPts val="427"/>
              </a:spcBef>
              <a:spcAft>
                <a:spcPts val="0"/>
              </a:spcAft>
              <a:buSzPts val="1500"/>
              <a:buChar char="•"/>
              <a:defRPr sz="1000" b="0"/>
            </a:lvl1pPr>
            <a:lvl2pPr marL="609630" lvl="1" indent="-215911" algn="ctr" rtl="0">
              <a:spcBef>
                <a:spcPts val="373"/>
              </a:spcBef>
              <a:spcAft>
                <a:spcPts val="0"/>
              </a:spcAft>
              <a:buSzPts val="1500"/>
              <a:buChar char="–"/>
              <a:defRPr sz="1000" b="0"/>
            </a:lvl2pPr>
            <a:lvl3pPr marL="914446" lvl="2" indent="-215911" algn="ctr" rtl="0">
              <a:spcBef>
                <a:spcPts val="320"/>
              </a:spcBef>
              <a:spcAft>
                <a:spcPts val="0"/>
              </a:spcAft>
              <a:buSzPts val="1500"/>
              <a:buChar char="•"/>
              <a:defRPr sz="1000"/>
            </a:lvl3pPr>
            <a:lvl4pPr marL="1219261" lvl="3" indent="-215911" algn="ctr" rtl="0">
              <a:spcBef>
                <a:spcPts val="267"/>
              </a:spcBef>
              <a:spcAft>
                <a:spcPts val="0"/>
              </a:spcAft>
              <a:buSzPts val="1500"/>
              <a:buFont typeface="Inter"/>
              <a:buChar char="–"/>
              <a:defRPr sz="1000">
                <a:latin typeface="Inter"/>
                <a:ea typeface="Inter"/>
                <a:cs typeface="Inter"/>
                <a:sym typeface="Inter"/>
              </a:defRPr>
            </a:lvl4pPr>
            <a:lvl5pPr marL="1524076" lvl="4" indent="-215911" algn="ctr" rtl="0">
              <a:spcBef>
                <a:spcPts val="267"/>
              </a:spcBef>
              <a:spcAft>
                <a:spcPts val="0"/>
              </a:spcAft>
              <a:buSzPts val="1500"/>
              <a:buChar char="»"/>
              <a:defRPr sz="1000"/>
            </a:lvl5pPr>
            <a:lvl6pPr marL="1828891" lvl="5" indent="-215911" algn="ctr" rtl="0">
              <a:spcBef>
                <a:spcPts val="267"/>
              </a:spcBef>
              <a:spcAft>
                <a:spcPts val="0"/>
              </a:spcAft>
              <a:buSzPts val="1500"/>
              <a:buChar char="•"/>
              <a:defRPr sz="1000"/>
            </a:lvl6pPr>
            <a:lvl7pPr marL="2133707" lvl="6" indent="-215911" algn="ctr" rtl="0">
              <a:spcBef>
                <a:spcPts val="267"/>
              </a:spcBef>
              <a:spcAft>
                <a:spcPts val="0"/>
              </a:spcAft>
              <a:buSzPts val="1500"/>
              <a:buChar char="•"/>
              <a:defRPr sz="1000"/>
            </a:lvl7pPr>
            <a:lvl8pPr marL="2438522" lvl="7" indent="-215911" algn="ctr" rtl="0">
              <a:spcBef>
                <a:spcPts val="267"/>
              </a:spcBef>
              <a:spcAft>
                <a:spcPts val="0"/>
              </a:spcAft>
              <a:buSzPts val="1500"/>
              <a:buChar char="•"/>
              <a:defRPr sz="1000"/>
            </a:lvl8pPr>
            <a:lvl9pPr marL="2743337" lvl="8" indent="-215911" algn="ctr" rtl="0">
              <a:spcBef>
                <a:spcPts val="267"/>
              </a:spcBef>
              <a:spcAft>
                <a:spcPts val="0"/>
              </a:spcAft>
              <a:buSzPts val="1500"/>
              <a:buChar char="•"/>
              <a:defRPr sz="1000"/>
            </a:lvl9pPr>
          </a:lstStyle>
          <a:p>
            <a:endParaRPr/>
          </a:p>
        </p:txBody>
      </p:sp>
      <p:sp>
        <p:nvSpPr>
          <p:cNvPr id="57" name="Google Shape;57;p6"/>
          <p:cNvSpPr txBox="1">
            <a:spLocks noGrp="1"/>
          </p:cNvSpPr>
          <p:nvPr>
            <p:ph type="body" idx="7"/>
          </p:nvPr>
        </p:nvSpPr>
        <p:spPr>
          <a:xfrm>
            <a:off x="7414317" y="129283"/>
            <a:ext cx="1003000" cy="164000"/>
          </a:xfrm>
          <a:prstGeom prst="rect">
            <a:avLst/>
          </a:prstGeom>
        </p:spPr>
        <p:txBody>
          <a:bodyPr spcFirstLastPara="1" wrap="square" lIns="0" tIns="0" rIns="0" bIns="0" anchor="t" anchorCtr="0">
            <a:noAutofit/>
          </a:bodyPr>
          <a:lstStyle>
            <a:lvl1pPr marL="304815" lvl="0" indent="-215911" algn="ctr" rtl="0">
              <a:spcBef>
                <a:spcPts val="427"/>
              </a:spcBef>
              <a:spcAft>
                <a:spcPts val="0"/>
              </a:spcAft>
              <a:buSzPts val="1500"/>
              <a:buChar char="•"/>
              <a:defRPr sz="1000" b="0"/>
            </a:lvl1pPr>
            <a:lvl2pPr marL="609630" lvl="1" indent="-215911" algn="ctr" rtl="0">
              <a:spcBef>
                <a:spcPts val="373"/>
              </a:spcBef>
              <a:spcAft>
                <a:spcPts val="0"/>
              </a:spcAft>
              <a:buSzPts val="1500"/>
              <a:buChar char="–"/>
              <a:defRPr sz="1000" b="0"/>
            </a:lvl2pPr>
            <a:lvl3pPr marL="914446" lvl="2" indent="-215911" algn="ctr" rtl="0">
              <a:spcBef>
                <a:spcPts val="320"/>
              </a:spcBef>
              <a:spcAft>
                <a:spcPts val="0"/>
              </a:spcAft>
              <a:buSzPts val="1500"/>
              <a:buChar char="•"/>
              <a:defRPr sz="1000"/>
            </a:lvl3pPr>
            <a:lvl4pPr marL="1219261" lvl="3" indent="-215911" algn="ctr" rtl="0">
              <a:spcBef>
                <a:spcPts val="267"/>
              </a:spcBef>
              <a:spcAft>
                <a:spcPts val="0"/>
              </a:spcAft>
              <a:buSzPts val="1500"/>
              <a:buFont typeface="Inter"/>
              <a:buChar char="–"/>
              <a:defRPr sz="1000">
                <a:latin typeface="Inter"/>
                <a:ea typeface="Inter"/>
                <a:cs typeface="Inter"/>
                <a:sym typeface="Inter"/>
              </a:defRPr>
            </a:lvl4pPr>
            <a:lvl5pPr marL="1524076" lvl="4" indent="-215911" algn="ctr" rtl="0">
              <a:spcBef>
                <a:spcPts val="267"/>
              </a:spcBef>
              <a:spcAft>
                <a:spcPts val="0"/>
              </a:spcAft>
              <a:buSzPts val="1500"/>
              <a:buChar char="»"/>
              <a:defRPr sz="1000"/>
            </a:lvl5pPr>
            <a:lvl6pPr marL="1828891" lvl="5" indent="-215911" algn="ctr" rtl="0">
              <a:spcBef>
                <a:spcPts val="267"/>
              </a:spcBef>
              <a:spcAft>
                <a:spcPts val="0"/>
              </a:spcAft>
              <a:buSzPts val="1500"/>
              <a:buChar char="•"/>
              <a:defRPr sz="1000"/>
            </a:lvl6pPr>
            <a:lvl7pPr marL="2133707" lvl="6" indent="-215911" algn="ctr" rtl="0">
              <a:spcBef>
                <a:spcPts val="267"/>
              </a:spcBef>
              <a:spcAft>
                <a:spcPts val="0"/>
              </a:spcAft>
              <a:buSzPts val="1500"/>
              <a:buChar char="•"/>
              <a:defRPr sz="1000"/>
            </a:lvl7pPr>
            <a:lvl8pPr marL="2438522" lvl="7" indent="-215911" algn="ctr" rtl="0">
              <a:spcBef>
                <a:spcPts val="267"/>
              </a:spcBef>
              <a:spcAft>
                <a:spcPts val="0"/>
              </a:spcAft>
              <a:buSzPts val="1500"/>
              <a:buChar char="•"/>
              <a:defRPr sz="1000"/>
            </a:lvl8pPr>
            <a:lvl9pPr marL="2743337" lvl="8" indent="-215911" algn="ctr" rtl="0">
              <a:spcBef>
                <a:spcPts val="267"/>
              </a:spcBef>
              <a:spcAft>
                <a:spcPts val="0"/>
              </a:spcAft>
              <a:buSzPts val="1500"/>
              <a:buChar char="•"/>
              <a:defRPr sz="1000"/>
            </a:lvl9pPr>
          </a:lstStyle>
          <a:p>
            <a:endParaRPr/>
          </a:p>
        </p:txBody>
      </p:sp>
      <p:sp>
        <p:nvSpPr>
          <p:cNvPr id="58" name="Google Shape;58;p6"/>
          <p:cNvSpPr txBox="1">
            <a:spLocks noGrp="1"/>
          </p:cNvSpPr>
          <p:nvPr>
            <p:ph type="subTitle" idx="8"/>
          </p:nvPr>
        </p:nvSpPr>
        <p:spPr>
          <a:xfrm>
            <a:off x="5450750" y="695800"/>
            <a:ext cx="5966000" cy="472600"/>
          </a:xfrm>
          <a:prstGeom prst="rect">
            <a:avLst/>
          </a:prstGeom>
        </p:spPr>
        <p:txBody>
          <a:bodyPr spcFirstLastPara="1" wrap="square" lIns="0" tIns="0" rIns="0" bIns="0" anchor="t" anchorCtr="0">
            <a:noAutofit/>
          </a:bodyPr>
          <a:lstStyle>
            <a:lvl1pPr lvl="0">
              <a:spcBef>
                <a:spcPts val="427"/>
              </a:spcBef>
              <a:spcAft>
                <a:spcPts val="0"/>
              </a:spcAft>
              <a:buSzPts val="4800"/>
              <a:buNone/>
              <a:defRPr/>
            </a:lvl1pPr>
            <a:lvl2pPr lvl="1">
              <a:spcBef>
                <a:spcPts val="373"/>
              </a:spcBef>
              <a:spcAft>
                <a:spcPts val="0"/>
              </a:spcAft>
              <a:buSzPts val="2800"/>
              <a:buNone/>
              <a:defRPr/>
            </a:lvl2pPr>
            <a:lvl3pPr lvl="2">
              <a:spcBef>
                <a:spcPts val="320"/>
              </a:spcBef>
              <a:spcAft>
                <a:spcPts val="0"/>
              </a:spcAft>
              <a:buSzPts val="1800"/>
              <a:buNone/>
              <a:defRPr/>
            </a:lvl3pPr>
            <a:lvl4pPr lvl="3">
              <a:spcBef>
                <a:spcPts val="267"/>
              </a:spcBef>
              <a:spcAft>
                <a:spcPts val="0"/>
              </a:spcAft>
              <a:buSzPts val="2000"/>
              <a:buNone/>
              <a:defRPr/>
            </a:lvl4pPr>
            <a:lvl5pPr lvl="4">
              <a:spcBef>
                <a:spcPts val="267"/>
              </a:spcBef>
              <a:spcAft>
                <a:spcPts val="0"/>
              </a:spcAft>
              <a:buSzPts val="2000"/>
              <a:buNone/>
              <a:defRPr/>
            </a:lvl5pPr>
            <a:lvl6pPr lvl="5">
              <a:spcBef>
                <a:spcPts val="267"/>
              </a:spcBef>
              <a:spcAft>
                <a:spcPts val="0"/>
              </a:spcAft>
              <a:buSzPts val="2000"/>
              <a:buNone/>
              <a:defRPr/>
            </a:lvl6pPr>
            <a:lvl7pPr lvl="6">
              <a:spcBef>
                <a:spcPts val="267"/>
              </a:spcBef>
              <a:spcAft>
                <a:spcPts val="0"/>
              </a:spcAft>
              <a:buSzPts val="2000"/>
              <a:buNone/>
              <a:defRPr/>
            </a:lvl7pPr>
            <a:lvl8pPr lvl="7">
              <a:spcBef>
                <a:spcPts val="267"/>
              </a:spcBef>
              <a:spcAft>
                <a:spcPts val="0"/>
              </a:spcAft>
              <a:buSzPts val="2000"/>
              <a:buNone/>
              <a:defRPr/>
            </a:lvl8pPr>
            <a:lvl9pPr lvl="8">
              <a:spcBef>
                <a:spcPts val="267"/>
              </a:spcBef>
              <a:spcAft>
                <a:spcPts val="0"/>
              </a:spcAft>
              <a:buSzPts val="2000"/>
              <a:buNone/>
              <a:defRPr/>
            </a:lvl9pPr>
          </a:lstStyle>
          <a:p>
            <a:endParaRPr/>
          </a:p>
        </p:txBody>
      </p:sp>
      <p:cxnSp>
        <p:nvCxnSpPr>
          <p:cNvPr id="59" name="Google Shape;59;p6"/>
          <p:cNvCxnSpPr/>
          <p:nvPr/>
        </p:nvCxnSpPr>
        <p:spPr>
          <a:xfrm>
            <a:off x="5450751" y="2913702"/>
            <a:ext cx="6741200" cy="0"/>
          </a:xfrm>
          <a:prstGeom prst="straightConnector1">
            <a:avLst/>
          </a:prstGeom>
          <a:noFill/>
          <a:ln w="9525" cap="flat" cmpd="sng">
            <a:solidFill>
              <a:srgbClr val="000000"/>
            </a:solidFill>
            <a:prstDash val="solid"/>
            <a:round/>
            <a:headEnd type="none" w="sm" len="sm"/>
            <a:tailEnd type="none" w="sm" len="sm"/>
          </a:ln>
        </p:spPr>
      </p:cxnSp>
      <p:cxnSp>
        <p:nvCxnSpPr>
          <p:cNvPr id="60" name="Google Shape;60;p6"/>
          <p:cNvCxnSpPr/>
          <p:nvPr/>
        </p:nvCxnSpPr>
        <p:spPr>
          <a:xfrm>
            <a:off x="5450751" y="3168971"/>
            <a:ext cx="6741200" cy="0"/>
          </a:xfrm>
          <a:prstGeom prst="straightConnector1">
            <a:avLst/>
          </a:prstGeom>
          <a:noFill/>
          <a:ln w="9525" cap="flat" cmpd="sng">
            <a:solidFill>
              <a:srgbClr val="000000"/>
            </a:solidFill>
            <a:prstDash val="solid"/>
            <a:round/>
            <a:headEnd type="none" w="sm" len="sm"/>
            <a:tailEnd type="none" w="sm" len="sm"/>
          </a:ln>
        </p:spPr>
      </p:cxnSp>
      <p:cxnSp>
        <p:nvCxnSpPr>
          <p:cNvPr id="61" name="Google Shape;61;p6"/>
          <p:cNvCxnSpPr/>
          <p:nvPr/>
        </p:nvCxnSpPr>
        <p:spPr>
          <a:xfrm>
            <a:off x="5450751" y="3427417"/>
            <a:ext cx="6741200" cy="0"/>
          </a:xfrm>
          <a:prstGeom prst="straightConnector1">
            <a:avLst/>
          </a:prstGeom>
          <a:noFill/>
          <a:ln w="9525" cap="flat" cmpd="sng">
            <a:solidFill>
              <a:srgbClr val="000000"/>
            </a:solidFill>
            <a:prstDash val="solid"/>
            <a:round/>
            <a:headEnd type="none" w="sm" len="sm"/>
            <a:tailEnd type="none" w="sm" len="sm"/>
          </a:ln>
        </p:spPr>
      </p:cxnSp>
      <p:cxnSp>
        <p:nvCxnSpPr>
          <p:cNvPr id="62" name="Google Shape;62;p6"/>
          <p:cNvCxnSpPr/>
          <p:nvPr/>
        </p:nvCxnSpPr>
        <p:spPr>
          <a:xfrm>
            <a:off x="5450751" y="3685862"/>
            <a:ext cx="6741200" cy="0"/>
          </a:xfrm>
          <a:prstGeom prst="straightConnector1">
            <a:avLst/>
          </a:prstGeom>
          <a:noFill/>
          <a:ln w="9525" cap="flat" cmpd="sng">
            <a:solidFill>
              <a:srgbClr val="000000"/>
            </a:solidFill>
            <a:prstDash val="solid"/>
            <a:round/>
            <a:headEnd type="none" w="sm" len="sm"/>
            <a:tailEnd type="none" w="sm" len="sm"/>
          </a:ln>
        </p:spPr>
      </p:cxnSp>
      <p:cxnSp>
        <p:nvCxnSpPr>
          <p:cNvPr id="63" name="Google Shape;63;p6"/>
          <p:cNvCxnSpPr/>
          <p:nvPr/>
        </p:nvCxnSpPr>
        <p:spPr>
          <a:xfrm>
            <a:off x="5450751" y="3944307"/>
            <a:ext cx="6741200" cy="0"/>
          </a:xfrm>
          <a:prstGeom prst="straightConnector1">
            <a:avLst/>
          </a:prstGeom>
          <a:noFill/>
          <a:ln w="9525" cap="flat" cmpd="sng">
            <a:solidFill>
              <a:srgbClr val="000000"/>
            </a:solidFill>
            <a:prstDash val="solid"/>
            <a:round/>
            <a:headEnd type="none" w="sm" len="sm"/>
            <a:tailEnd type="none" w="sm" len="sm"/>
          </a:ln>
        </p:spPr>
      </p:cxnSp>
      <p:sp>
        <p:nvSpPr>
          <p:cNvPr id="64" name="Google Shape;64;p6"/>
          <p:cNvSpPr txBox="1">
            <a:spLocks noGrp="1"/>
          </p:cNvSpPr>
          <p:nvPr>
            <p:ph type="body" idx="9"/>
          </p:nvPr>
        </p:nvSpPr>
        <p:spPr>
          <a:xfrm>
            <a:off x="5493483" y="2953483"/>
            <a:ext cx="1603000" cy="132200"/>
          </a:xfrm>
          <a:prstGeom prst="rect">
            <a:avLst/>
          </a:prstGeom>
        </p:spPr>
        <p:txBody>
          <a:bodyPr spcFirstLastPara="1" wrap="square" lIns="0" tIns="0" rIns="0" bIns="0" anchor="ctr" anchorCtr="0">
            <a:noAutofit/>
          </a:bodyPr>
          <a:lstStyle>
            <a:lvl1pPr marL="304815" lvl="0" indent="-228611">
              <a:spcBef>
                <a:spcPts val="427"/>
              </a:spcBef>
              <a:spcAft>
                <a:spcPts val="0"/>
              </a:spcAft>
              <a:buSzPts val="1800"/>
              <a:buChar char="•"/>
              <a:defRPr sz="1200"/>
            </a:lvl1pPr>
            <a:lvl2pPr marL="609630" lvl="1" indent="-228611">
              <a:spcBef>
                <a:spcPts val="373"/>
              </a:spcBef>
              <a:spcAft>
                <a:spcPts val="0"/>
              </a:spcAft>
              <a:buSzPts val="1800"/>
              <a:buChar char="–"/>
              <a:defRPr sz="1200"/>
            </a:lvl2pPr>
            <a:lvl3pPr marL="914446" lvl="2" indent="-228611">
              <a:spcBef>
                <a:spcPts val="320"/>
              </a:spcBef>
              <a:spcAft>
                <a:spcPts val="0"/>
              </a:spcAft>
              <a:buSzPts val="1800"/>
              <a:buChar char="•"/>
              <a:defRPr b="1"/>
            </a:lvl3pPr>
            <a:lvl4pPr marL="1219261" lvl="3" indent="-228611">
              <a:spcBef>
                <a:spcPts val="267"/>
              </a:spcBef>
              <a:spcAft>
                <a:spcPts val="0"/>
              </a:spcAft>
              <a:buSzPts val="1800"/>
              <a:buFont typeface="Inter"/>
              <a:buChar char="–"/>
              <a:defRPr sz="1200" b="1">
                <a:latin typeface="Inter"/>
                <a:ea typeface="Inter"/>
                <a:cs typeface="Inter"/>
                <a:sym typeface="Inter"/>
              </a:defRPr>
            </a:lvl4pPr>
            <a:lvl5pPr marL="1524076" lvl="4" indent="-228611">
              <a:spcBef>
                <a:spcPts val="267"/>
              </a:spcBef>
              <a:spcAft>
                <a:spcPts val="0"/>
              </a:spcAft>
              <a:buSzPts val="1800"/>
              <a:buChar char="»"/>
              <a:defRPr sz="1200" b="1"/>
            </a:lvl5pPr>
            <a:lvl6pPr marL="1828891" lvl="5" indent="-228611">
              <a:spcBef>
                <a:spcPts val="267"/>
              </a:spcBef>
              <a:spcAft>
                <a:spcPts val="0"/>
              </a:spcAft>
              <a:buSzPts val="1800"/>
              <a:buChar char="•"/>
              <a:defRPr sz="1200" b="1"/>
            </a:lvl6pPr>
            <a:lvl7pPr marL="2133707" lvl="6" indent="-228611">
              <a:spcBef>
                <a:spcPts val="267"/>
              </a:spcBef>
              <a:spcAft>
                <a:spcPts val="0"/>
              </a:spcAft>
              <a:buSzPts val="1800"/>
              <a:buChar char="•"/>
              <a:defRPr sz="1200" b="1"/>
            </a:lvl7pPr>
            <a:lvl8pPr marL="2438522" lvl="7" indent="-228611">
              <a:spcBef>
                <a:spcPts val="267"/>
              </a:spcBef>
              <a:spcAft>
                <a:spcPts val="0"/>
              </a:spcAft>
              <a:buSzPts val="1800"/>
              <a:buChar char="•"/>
              <a:defRPr sz="1200" b="1"/>
            </a:lvl8pPr>
            <a:lvl9pPr marL="2743337" lvl="8" indent="-228611">
              <a:spcBef>
                <a:spcPts val="267"/>
              </a:spcBef>
              <a:spcAft>
                <a:spcPts val="0"/>
              </a:spcAft>
              <a:buSzPts val="1800"/>
              <a:buChar char="•"/>
              <a:defRPr sz="1200" b="1"/>
            </a:lvl9pPr>
          </a:lstStyle>
          <a:p>
            <a:endParaRPr/>
          </a:p>
        </p:txBody>
      </p:sp>
      <p:sp>
        <p:nvSpPr>
          <p:cNvPr id="65" name="Google Shape;65;p6"/>
          <p:cNvSpPr txBox="1">
            <a:spLocks noGrp="1"/>
          </p:cNvSpPr>
          <p:nvPr>
            <p:ph type="body" idx="13"/>
          </p:nvPr>
        </p:nvSpPr>
        <p:spPr>
          <a:xfrm>
            <a:off x="7224868" y="2953483"/>
            <a:ext cx="4281400" cy="132200"/>
          </a:xfrm>
          <a:prstGeom prst="rect">
            <a:avLst/>
          </a:prstGeom>
        </p:spPr>
        <p:txBody>
          <a:bodyPr spcFirstLastPara="1" wrap="square" lIns="0" tIns="0" rIns="0" bIns="0" anchor="ctr" anchorCtr="0">
            <a:noAutofit/>
          </a:bodyPr>
          <a:lstStyle>
            <a:lvl1pPr marL="304815" lvl="0" indent="-228611" rtl="0">
              <a:spcBef>
                <a:spcPts val="427"/>
              </a:spcBef>
              <a:spcAft>
                <a:spcPts val="0"/>
              </a:spcAft>
              <a:buSzPts val="1800"/>
              <a:buChar char="•"/>
              <a:defRPr sz="1200" b="0"/>
            </a:lvl1pPr>
            <a:lvl2pPr marL="609630" lvl="1" indent="-228611" rtl="0">
              <a:spcBef>
                <a:spcPts val="373"/>
              </a:spcBef>
              <a:spcAft>
                <a:spcPts val="0"/>
              </a:spcAft>
              <a:buSzPts val="1800"/>
              <a:buChar char="–"/>
              <a:defRPr sz="1200" b="0"/>
            </a:lvl2pPr>
            <a:lvl3pPr marL="914446" lvl="2" indent="-228611" rtl="0">
              <a:spcBef>
                <a:spcPts val="320"/>
              </a:spcBef>
              <a:spcAft>
                <a:spcPts val="0"/>
              </a:spcAft>
              <a:buSzPts val="1800"/>
              <a:buChar char="•"/>
              <a:defRPr/>
            </a:lvl3pPr>
            <a:lvl4pPr marL="1219261" lvl="3" indent="-228611" rtl="0">
              <a:spcBef>
                <a:spcPts val="267"/>
              </a:spcBef>
              <a:spcAft>
                <a:spcPts val="0"/>
              </a:spcAft>
              <a:buSzPts val="1800"/>
              <a:buFont typeface="Inter"/>
              <a:buChar char="–"/>
              <a:defRPr sz="1200">
                <a:latin typeface="Inter"/>
                <a:ea typeface="Inter"/>
                <a:cs typeface="Inter"/>
                <a:sym typeface="Inter"/>
              </a:defRPr>
            </a:lvl4pPr>
            <a:lvl5pPr marL="1524076" lvl="4" indent="-228611" rtl="0">
              <a:spcBef>
                <a:spcPts val="267"/>
              </a:spcBef>
              <a:spcAft>
                <a:spcPts val="0"/>
              </a:spcAft>
              <a:buSzPts val="1800"/>
              <a:buChar char="»"/>
              <a:defRPr sz="1200"/>
            </a:lvl5pPr>
            <a:lvl6pPr marL="1828891" lvl="5" indent="-228611" rtl="0">
              <a:spcBef>
                <a:spcPts val="267"/>
              </a:spcBef>
              <a:spcAft>
                <a:spcPts val="0"/>
              </a:spcAft>
              <a:buSzPts val="1800"/>
              <a:buChar char="•"/>
              <a:defRPr sz="1200"/>
            </a:lvl6pPr>
            <a:lvl7pPr marL="2133707" lvl="6" indent="-228611" rtl="0">
              <a:spcBef>
                <a:spcPts val="267"/>
              </a:spcBef>
              <a:spcAft>
                <a:spcPts val="0"/>
              </a:spcAft>
              <a:buSzPts val="1800"/>
              <a:buChar char="•"/>
              <a:defRPr sz="1200"/>
            </a:lvl7pPr>
            <a:lvl8pPr marL="2438522" lvl="7" indent="-228611" rtl="0">
              <a:spcBef>
                <a:spcPts val="267"/>
              </a:spcBef>
              <a:spcAft>
                <a:spcPts val="0"/>
              </a:spcAft>
              <a:buSzPts val="1800"/>
              <a:buChar char="•"/>
              <a:defRPr sz="1200"/>
            </a:lvl8pPr>
            <a:lvl9pPr marL="2743337" lvl="8" indent="-228611" rtl="0">
              <a:spcBef>
                <a:spcPts val="267"/>
              </a:spcBef>
              <a:spcAft>
                <a:spcPts val="0"/>
              </a:spcAft>
              <a:buSzPts val="1800"/>
              <a:buChar char="•"/>
              <a:defRPr sz="1200"/>
            </a:lvl9pPr>
          </a:lstStyle>
          <a:p>
            <a:endParaRPr/>
          </a:p>
        </p:txBody>
      </p:sp>
      <p:sp>
        <p:nvSpPr>
          <p:cNvPr id="66" name="Google Shape;66;p6"/>
          <p:cNvSpPr>
            <a:spLocks noGrp="1"/>
          </p:cNvSpPr>
          <p:nvPr>
            <p:ph type="pic" idx="14"/>
          </p:nvPr>
        </p:nvSpPr>
        <p:spPr>
          <a:xfrm>
            <a:off x="684733" y="4763967"/>
            <a:ext cx="1408200" cy="1408200"/>
          </a:xfrm>
          <a:prstGeom prst="rect">
            <a:avLst/>
          </a:prstGeom>
          <a:noFill/>
          <a:ln>
            <a:noFill/>
          </a:ln>
        </p:spPr>
      </p:sp>
      <p:sp>
        <p:nvSpPr>
          <p:cNvPr id="67" name="Google Shape;67;p6"/>
          <p:cNvSpPr>
            <a:spLocks noGrp="1"/>
          </p:cNvSpPr>
          <p:nvPr>
            <p:ph type="pic" idx="15"/>
          </p:nvPr>
        </p:nvSpPr>
        <p:spPr>
          <a:xfrm>
            <a:off x="2169433" y="4763983"/>
            <a:ext cx="1408200" cy="1408200"/>
          </a:xfrm>
          <a:prstGeom prst="rect">
            <a:avLst/>
          </a:prstGeom>
          <a:noFill/>
          <a:ln>
            <a:noFill/>
          </a:ln>
        </p:spPr>
      </p:sp>
      <p:sp>
        <p:nvSpPr>
          <p:cNvPr id="68" name="Google Shape;68;p6"/>
          <p:cNvSpPr>
            <a:spLocks noGrp="1"/>
          </p:cNvSpPr>
          <p:nvPr>
            <p:ph type="pic" idx="16"/>
          </p:nvPr>
        </p:nvSpPr>
        <p:spPr>
          <a:xfrm>
            <a:off x="3653033" y="4763983"/>
            <a:ext cx="1408200" cy="1408200"/>
          </a:xfrm>
          <a:prstGeom prst="rect">
            <a:avLst/>
          </a:prstGeom>
          <a:noFill/>
          <a:ln>
            <a:noFill/>
          </a:ln>
        </p:spPr>
      </p:sp>
      <p:sp>
        <p:nvSpPr>
          <p:cNvPr id="69" name="Google Shape;69;p6"/>
          <p:cNvSpPr>
            <a:spLocks noGrp="1"/>
          </p:cNvSpPr>
          <p:nvPr>
            <p:ph type="pic" idx="17"/>
          </p:nvPr>
        </p:nvSpPr>
        <p:spPr>
          <a:xfrm>
            <a:off x="684733" y="685800"/>
            <a:ext cx="4377600" cy="3937400"/>
          </a:xfrm>
          <a:prstGeom prst="rect">
            <a:avLst/>
          </a:prstGeom>
          <a:noFill/>
          <a:ln>
            <a:noFill/>
          </a:ln>
        </p:spPr>
      </p:sp>
      <p:sp>
        <p:nvSpPr>
          <p:cNvPr id="70" name="Google Shape;70;p6"/>
          <p:cNvSpPr txBox="1">
            <a:spLocks noGrp="1"/>
          </p:cNvSpPr>
          <p:nvPr>
            <p:ph type="body" idx="18"/>
          </p:nvPr>
        </p:nvSpPr>
        <p:spPr>
          <a:xfrm>
            <a:off x="5493483" y="3232092"/>
            <a:ext cx="1603000" cy="132200"/>
          </a:xfrm>
          <a:prstGeom prst="rect">
            <a:avLst/>
          </a:prstGeom>
        </p:spPr>
        <p:txBody>
          <a:bodyPr spcFirstLastPara="1" wrap="square" lIns="0" tIns="0" rIns="0" bIns="0" anchor="ctr" anchorCtr="0">
            <a:noAutofit/>
          </a:bodyPr>
          <a:lstStyle>
            <a:lvl1pPr marL="304815" lvl="0" indent="-228611" rtl="0">
              <a:spcBef>
                <a:spcPts val="427"/>
              </a:spcBef>
              <a:spcAft>
                <a:spcPts val="0"/>
              </a:spcAft>
              <a:buSzPts val="1800"/>
              <a:buChar char="•"/>
              <a:defRPr sz="1200"/>
            </a:lvl1pPr>
            <a:lvl2pPr marL="609630" lvl="1" indent="-228611" rtl="0">
              <a:spcBef>
                <a:spcPts val="373"/>
              </a:spcBef>
              <a:spcAft>
                <a:spcPts val="0"/>
              </a:spcAft>
              <a:buSzPts val="1800"/>
              <a:buChar char="–"/>
              <a:defRPr sz="1200"/>
            </a:lvl2pPr>
            <a:lvl3pPr marL="914446" lvl="2" indent="-228611" rtl="0">
              <a:spcBef>
                <a:spcPts val="320"/>
              </a:spcBef>
              <a:spcAft>
                <a:spcPts val="0"/>
              </a:spcAft>
              <a:buSzPts val="1800"/>
              <a:buChar char="•"/>
              <a:defRPr b="1"/>
            </a:lvl3pPr>
            <a:lvl4pPr marL="1219261" lvl="3" indent="-228611" rtl="0">
              <a:spcBef>
                <a:spcPts val="267"/>
              </a:spcBef>
              <a:spcAft>
                <a:spcPts val="0"/>
              </a:spcAft>
              <a:buSzPts val="1800"/>
              <a:buFont typeface="Inter"/>
              <a:buChar char="–"/>
              <a:defRPr sz="1200" b="1">
                <a:latin typeface="Inter"/>
                <a:ea typeface="Inter"/>
                <a:cs typeface="Inter"/>
                <a:sym typeface="Inter"/>
              </a:defRPr>
            </a:lvl4pPr>
            <a:lvl5pPr marL="1524076" lvl="4" indent="-228611" rtl="0">
              <a:spcBef>
                <a:spcPts val="267"/>
              </a:spcBef>
              <a:spcAft>
                <a:spcPts val="0"/>
              </a:spcAft>
              <a:buSzPts val="1800"/>
              <a:buChar char="»"/>
              <a:defRPr sz="1200" b="1"/>
            </a:lvl5pPr>
            <a:lvl6pPr marL="1828891" lvl="5" indent="-228611" rtl="0">
              <a:spcBef>
                <a:spcPts val="267"/>
              </a:spcBef>
              <a:spcAft>
                <a:spcPts val="0"/>
              </a:spcAft>
              <a:buSzPts val="1800"/>
              <a:buChar char="•"/>
              <a:defRPr sz="1200" b="1"/>
            </a:lvl6pPr>
            <a:lvl7pPr marL="2133707" lvl="6" indent="-228611" rtl="0">
              <a:spcBef>
                <a:spcPts val="267"/>
              </a:spcBef>
              <a:spcAft>
                <a:spcPts val="0"/>
              </a:spcAft>
              <a:buSzPts val="1800"/>
              <a:buChar char="•"/>
              <a:defRPr sz="1200" b="1"/>
            </a:lvl7pPr>
            <a:lvl8pPr marL="2438522" lvl="7" indent="-228611" rtl="0">
              <a:spcBef>
                <a:spcPts val="267"/>
              </a:spcBef>
              <a:spcAft>
                <a:spcPts val="0"/>
              </a:spcAft>
              <a:buSzPts val="1800"/>
              <a:buChar char="•"/>
              <a:defRPr sz="1200" b="1"/>
            </a:lvl8pPr>
            <a:lvl9pPr marL="2743337" lvl="8" indent="-228611" rtl="0">
              <a:spcBef>
                <a:spcPts val="267"/>
              </a:spcBef>
              <a:spcAft>
                <a:spcPts val="0"/>
              </a:spcAft>
              <a:buSzPts val="1800"/>
              <a:buChar char="•"/>
              <a:defRPr sz="1200" b="1"/>
            </a:lvl9pPr>
          </a:lstStyle>
          <a:p>
            <a:endParaRPr/>
          </a:p>
        </p:txBody>
      </p:sp>
      <p:sp>
        <p:nvSpPr>
          <p:cNvPr id="71" name="Google Shape;71;p6"/>
          <p:cNvSpPr txBox="1">
            <a:spLocks noGrp="1"/>
          </p:cNvSpPr>
          <p:nvPr>
            <p:ph type="body" idx="19"/>
          </p:nvPr>
        </p:nvSpPr>
        <p:spPr>
          <a:xfrm>
            <a:off x="7224868" y="3232092"/>
            <a:ext cx="4281400" cy="132200"/>
          </a:xfrm>
          <a:prstGeom prst="rect">
            <a:avLst/>
          </a:prstGeom>
        </p:spPr>
        <p:txBody>
          <a:bodyPr spcFirstLastPara="1" wrap="square" lIns="0" tIns="0" rIns="0" bIns="0" anchor="ctr" anchorCtr="0">
            <a:noAutofit/>
          </a:bodyPr>
          <a:lstStyle>
            <a:lvl1pPr marL="304815" lvl="0" indent="-228611" rtl="0">
              <a:spcBef>
                <a:spcPts val="427"/>
              </a:spcBef>
              <a:spcAft>
                <a:spcPts val="0"/>
              </a:spcAft>
              <a:buSzPts val="1800"/>
              <a:buChar char="•"/>
              <a:defRPr sz="1200" b="0"/>
            </a:lvl1pPr>
            <a:lvl2pPr marL="609630" lvl="1" indent="-228611" rtl="0">
              <a:spcBef>
                <a:spcPts val="373"/>
              </a:spcBef>
              <a:spcAft>
                <a:spcPts val="0"/>
              </a:spcAft>
              <a:buSzPts val="1800"/>
              <a:buChar char="–"/>
              <a:defRPr sz="1200" b="0"/>
            </a:lvl2pPr>
            <a:lvl3pPr marL="914446" lvl="2" indent="-228611" rtl="0">
              <a:spcBef>
                <a:spcPts val="320"/>
              </a:spcBef>
              <a:spcAft>
                <a:spcPts val="0"/>
              </a:spcAft>
              <a:buSzPts val="1800"/>
              <a:buChar char="•"/>
              <a:defRPr/>
            </a:lvl3pPr>
            <a:lvl4pPr marL="1219261" lvl="3" indent="-228611" rtl="0">
              <a:spcBef>
                <a:spcPts val="267"/>
              </a:spcBef>
              <a:spcAft>
                <a:spcPts val="0"/>
              </a:spcAft>
              <a:buSzPts val="1800"/>
              <a:buFont typeface="Inter"/>
              <a:buChar char="–"/>
              <a:defRPr sz="1200">
                <a:latin typeface="Inter"/>
                <a:ea typeface="Inter"/>
                <a:cs typeface="Inter"/>
                <a:sym typeface="Inter"/>
              </a:defRPr>
            </a:lvl4pPr>
            <a:lvl5pPr marL="1524076" lvl="4" indent="-228611" rtl="0">
              <a:spcBef>
                <a:spcPts val="267"/>
              </a:spcBef>
              <a:spcAft>
                <a:spcPts val="0"/>
              </a:spcAft>
              <a:buSzPts val="1800"/>
              <a:buChar char="»"/>
              <a:defRPr sz="1200"/>
            </a:lvl5pPr>
            <a:lvl6pPr marL="1828891" lvl="5" indent="-228611" rtl="0">
              <a:spcBef>
                <a:spcPts val="267"/>
              </a:spcBef>
              <a:spcAft>
                <a:spcPts val="0"/>
              </a:spcAft>
              <a:buSzPts val="1800"/>
              <a:buChar char="•"/>
              <a:defRPr sz="1200"/>
            </a:lvl6pPr>
            <a:lvl7pPr marL="2133707" lvl="6" indent="-228611" rtl="0">
              <a:spcBef>
                <a:spcPts val="267"/>
              </a:spcBef>
              <a:spcAft>
                <a:spcPts val="0"/>
              </a:spcAft>
              <a:buSzPts val="1800"/>
              <a:buChar char="•"/>
              <a:defRPr sz="1200"/>
            </a:lvl7pPr>
            <a:lvl8pPr marL="2438522" lvl="7" indent="-228611" rtl="0">
              <a:spcBef>
                <a:spcPts val="267"/>
              </a:spcBef>
              <a:spcAft>
                <a:spcPts val="0"/>
              </a:spcAft>
              <a:buSzPts val="1800"/>
              <a:buChar char="•"/>
              <a:defRPr sz="1200"/>
            </a:lvl8pPr>
            <a:lvl9pPr marL="2743337" lvl="8" indent="-228611" rtl="0">
              <a:spcBef>
                <a:spcPts val="267"/>
              </a:spcBef>
              <a:spcAft>
                <a:spcPts val="0"/>
              </a:spcAft>
              <a:buSzPts val="1800"/>
              <a:buChar char="•"/>
              <a:defRPr sz="1200"/>
            </a:lvl9pPr>
          </a:lstStyle>
          <a:p>
            <a:endParaRPr/>
          </a:p>
        </p:txBody>
      </p:sp>
      <p:sp>
        <p:nvSpPr>
          <p:cNvPr id="72" name="Google Shape;72;p6"/>
          <p:cNvSpPr txBox="1">
            <a:spLocks noGrp="1"/>
          </p:cNvSpPr>
          <p:nvPr>
            <p:ph type="body" idx="20"/>
          </p:nvPr>
        </p:nvSpPr>
        <p:spPr>
          <a:xfrm>
            <a:off x="5493483" y="3490533"/>
            <a:ext cx="1603000" cy="132200"/>
          </a:xfrm>
          <a:prstGeom prst="rect">
            <a:avLst/>
          </a:prstGeom>
        </p:spPr>
        <p:txBody>
          <a:bodyPr spcFirstLastPara="1" wrap="square" lIns="0" tIns="0" rIns="0" bIns="0" anchor="ctr" anchorCtr="0">
            <a:noAutofit/>
          </a:bodyPr>
          <a:lstStyle>
            <a:lvl1pPr marL="304815" lvl="0" indent="-228611" rtl="0">
              <a:spcBef>
                <a:spcPts val="427"/>
              </a:spcBef>
              <a:spcAft>
                <a:spcPts val="0"/>
              </a:spcAft>
              <a:buSzPts val="1800"/>
              <a:buChar char="•"/>
              <a:defRPr sz="1200"/>
            </a:lvl1pPr>
            <a:lvl2pPr marL="609630" lvl="1" indent="-228611" rtl="0">
              <a:spcBef>
                <a:spcPts val="373"/>
              </a:spcBef>
              <a:spcAft>
                <a:spcPts val="0"/>
              </a:spcAft>
              <a:buSzPts val="1800"/>
              <a:buChar char="–"/>
              <a:defRPr sz="1200"/>
            </a:lvl2pPr>
            <a:lvl3pPr marL="914446" lvl="2" indent="-228611" rtl="0">
              <a:spcBef>
                <a:spcPts val="320"/>
              </a:spcBef>
              <a:spcAft>
                <a:spcPts val="0"/>
              </a:spcAft>
              <a:buSzPts val="1800"/>
              <a:buChar char="•"/>
              <a:defRPr b="1"/>
            </a:lvl3pPr>
            <a:lvl4pPr marL="1219261" lvl="3" indent="-228611" rtl="0">
              <a:spcBef>
                <a:spcPts val="267"/>
              </a:spcBef>
              <a:spcAft>
                <a:spcPts val="0"/>
              </a:spcAft>
              <a:buSzPts val="1800"/>
              <a:buFont typeface="Inter"/>
              <a:buChar char="–"/>
              <a:defRPr sz="1200" b="1">
                <a:latin typeface="Inter"/>
                <a:ea typeface="Inter"/>
                <a:cs typeface="Inter"/>
                <a:sym typeface="Inter"/>
              </a:defRPr>
            </a:lvl4pPr>
            <a:lvl5pPr marL="1524076" lvl="4" indent="-228611" rtl="0">
              <a:spcBef>
                <a:spcPts val="267"/>
              </a:spcBef>
              <a:spcAft>
                <a:spcPts val="0"/>
              </a:spcAft>
              <a:buSzPts val="1800"/>
              <a:buChar char="»"/>
              <a:defRPr sz="1200" b="1"/>
            </a:lvl5pPr>
            <a:lvl6pPr marL="1828891" lvl="5" indent="-228611" rtl="0">
              <a:spcBef>
                <a:spcPts val="267"/>
              </a:spcBef>
              <a:spcAft>
                <a:spcPts val="0"/>
              </a:spcAft>
              <a:buSzPts val="1800"/>
              <a:buChar char="•"/>
              <a:defRPr sz="1200" b="1"/>
            </a:lvl6pPr>
            <a:lvl7pPr marL="2133707" lvl="6" indent="-228611" rtl="0">
              <a:spcBef>
                <a:spcPts val="267"/>
              </a:spcBef>
              <a:spcAft>
                <a:spcPts val="0"/>
              </a:spcAft>
              <a:buSzPts val="1800"/>
              <a:buChar char="•"/>
              <a:defRPr sz="1200" b="1"/>
            </a:lvl7pPr>
            <a:lvl8pPr marL="2438522" lvl="7" indent="-228611" rtl="0">
              <a:spcBef>
                <a:spcPts val="267"/>
              </a:spcBef>
              <a:spcAft>
                <a:spcPts val="0"/>
              </a:spcAft>
              <a:buSzPts val="1800"/>
              <a:buChar char="•"/>
              <a:defRPr sz="1200" b="1"/>
            </a:lvl8pPr>
            <a:lvl9pPr marL="2743337" lvl="8" indent="-228611" rtl="0">
              <a:spcBef>
                <a:spcPts val="267"/>
              </a:spcBef>
              <a:spcAft>
                <a:spcPts val="0"/>
              </a:spcAft>
              <a:buSzPts val="1800"/>
              <a:buChar char="•"/>
              <a:defRPr sz="1200" b="1"/>
            </a:lvl9pPr>
          </a:lstStyle>
          <a:p>
            <a:endParaRPr/>
          </a:p>
        </p:txBody>
      </p:sp>
      <p:sp>
        <p:nvSpPr>
          <p:cNvPr id="73" name="Google Shape;73;p6"/>
          <p:cNvSpPr txBox="1">
            <a:spLocks noGrp="1"/>
          </p:cNvSpPr>
          <p:nvPr>
            <p:ph type="body" idx="21"/>
          </p:nvPr>
        </p:nvSpPr>
        <p:spPr>
          <a:xfrm>
            <a:off x="7224868" y="3490533"/>
            <a:ext cx="4281400" cy="132200"/>
          </a:xfrm>
          <a:prstGeom prst="rect">
            <a:avLst/>
          </a:prstGeom>
        </p:spPr>
        <p:txBody>
          <a:bodyPr spcFirstLastPara="1" wrap="square" lIns="0" tIns="0" rIns="0" bIns="0" anchor="ctr" anchorCtr="0">
            <a:noAutofit/>
          </a:bodyPr>
          <a:lstStyle>
            <a:lvl1pPr marL="304815" lvl="0" indent="-228611" rtl="0">
              <a:spcBef>
                <a:spcPts val="427"/>
              </a:spcBef>
              <a:spcAft>
                <a:spcPts val="0"/>
              </a:spcAft>
              <a:buSzPts val="1800"/>
              <a:buChar char="•"/>
              <a:defRPr sz="1200" b="0"/>
            </a:lvl1pPr>
            <a:lvl2pPr marL="609630" lvl="1" indent="-228611" rtl="0">
              <a:spcBef>
                <a:spcPts val="373"/>
              </a:spcBef>
              <a:spcAft>
                <a:spcPts val="0"/>
              </a:spcAft>
              <a:buSzPts val="1800"/>
              <a:buChar char="–"/>
              <a:defRPr sz="1200" b="0"/>
            </a:lvl2pPr>
            <a:lvl3pPr marL="914446" lvl="2" indent="-228611" rtl="0">
              <a:spcBef>
                <a:spcPts val="320"/>
              </a:spcBef>
              <a:spcAft>
                <a:spcPts val="0"/>
              </a:spcAft>
              <a:buSzPts val="1800"/>
              <a:buChar char="•"/>
              <a:defRPr/>
            </a:lvl3pPr>
            <a:lvl4pPr marL="1219261" lvl="3" indent="-228611" rtl="0">
              <a:spcBef>
                <a:spcPts val="267"/>
              </a:spcBef>
              <a:spcAft>
                <a:spcPts val="0"/>
              </a:spcAft>
              <a:buSzPts val="1800"/>
              <a:buFont typeface="Inter"/>
              <a:buChar char="–"/>
              <a:defRPr sz="1200">
                <a:latin typeface="Inter"/>
                <a:ea typeface="Inter"/>
                <a:cs typeface="Inter"/>
                <a:sym typeface="Inter"/>
              </a:defRPr>
            </a:lvl4pPr>
            <a:lvl5pPr marL="1524076" lvl="4" indent="-228611" rtl="0">
              <a:spcBef>
                <a:spcPts val="267"/>
              </a:spcBef>
              <a:spcAft>
                <a:spcPts val="0"/>
              </a:spcAft>
              <a:buSzPts val="1800"/>
              <a:buChar char="»"/>
              <a:defRPr sz="1200"/>
            </a:lvl5pPr>
            <a:lvl6pPr marL="1828891" lvl="5" indent="-228611" rtl="0">
              <a:spcBef>
                <a:spcPts val="267"/>
              </a:spcBef>
              <a:spcAft>
                <a:spcPts val="0"/>
              </a:spcAft>
              <a:buSzPts val="1800"/>
              <a:buChar char="•"/>
              <a:defRPr sz="1200"/>
            </a:lvl6pPr>
            <a:lvl7pPr marL="2133707" lvl="6" indent="-228611" rtl="0">
              <a:spcBef>
                <a:spcPts val="267"/>
              </a:spcBef>
              <a:spcAft>
                <a:spcPts val="0"/>
              </a:spcAft>
              <a:buSzPts val="1800"/>
              <a:buChar char="•"/>
              <a:defRPr sz="1200"/>
            </a:lvl7pPr>
            <a:lvl8pPr marL="2438522" lvl="7" indent="-228611" rtl="0">
              <a:spcBef>
                <a:spcPts val="267"/>
              </a:spcBef>
              <a:spcAft>
                <a:spcPts val="0"/>
              </a:spcAft>
              <a:buSzPts val="1800"/>
              <a:buChar char="•"/>
              <a:defRPr sz="1200"/>
            </a:lvl8pPr>
            <a:lvl9pPr marL="2743337" lvl="8" indent="-228611" rtl="0">
              <a:spcBef>
                <a:spcPts val="267"/>
              </a:spcBef>
              <a:spcAft>
                <a:spcPts val="0"/>
              </a:spcAft>
              <a:buSzPts val="1800"/>
              <a:buChar char="•"/>
              <a:defRPr sz="1200"/>
            </a:lvl9pPr>
          </a:lstStyle>
          <a:p>
            <a:endParaRPr/>
          </a:p>
        </p:txBody>
      </p:sp>
      <p:sp>
        <p:nvSpPr>
          <p:cNvPr id="74" name="Google Shape;74;p6"/>
          <p:cNvSpPr txBox="1">
            <a:spLocks noGrp="1"/>
          </p:cNvSpPr>
          <p:nvPr>
            <p:ph type="body" idx="22"/>
          </p:nvPr>
        </p:nvSpPr>
        <p:spPr>
          <a:xfrm>
            <a:off x="5493483" y="3748983"/>
            <a:ext cx="1603000" cy="132200"/>
          </a:xfrm>
          <a:prstGeom prst="rect">
            <a:avLst/>
          </a:prstGeom>
        </p:spPr>
        <p:txBody>
          <a:bodyPr spcFirstLastPara="1" wrap="square" lIns="0" tIns="0" rIns="0" bIns="0" anchor="ctr" anchorCtr="0">
            <a:noAutofit/>
          </a:bodyPr>
          <a:lstStyle>
            <a:lvl1pPr marL="304815" lvl="0" indent="-228611" rtl="0">
              <a:spcBef>
                <a:spcPts val="427"/>
              </a:spcBef>
              <a:spcAft>
                <a:spcPts val="0"/>
              </a:spcAft>
              <a:buSzPts val="1800"/>
              <a:buChar char="•"/>
              <a:defRPr sz="1200"/>
            </a:lvl1pPr>
            <a:lvl2pPr marL="609630" lvl="1" indent="-228611" rtl="0">
              <a:spcBef>
                <a:spcPts val="373"/>
              </a:spcBef>
              <a:spcAft>
                <a:spcPts val="0"/>
              </a:spcAft>
              <a:buSzPts val="1800"/>
              <a:buChar char="–"/>
              <a:defRPr sz="1200"/>
            </a:lvl2pPr>
            <a:lvl3pPr marL="914446" lvl="2" indent="-228611" rtl="0">
              <a:spcBef>
                <a:spcPts val="320"/>
              </a:spcBef>
              <a:spcAft>
                <a:spcPts val="0"/>
              </a:spcAft>
              <a:buSzPts val="1800"/>
              <a:buChar char="•"/>
              <a:defRPr b="1"/>
            </a:lvl3pPr>
            <a:lvl4pPr marL="1219261" lvl="3" indent="-228611" rtl="0">
              <a:spcBef>
                <a:spcPts val="267"/>
              </a:spcBef>
              <a:spcAft>
                <a:spcPts val="0"/>
              </a:spcAft>
              <a:buSzPts val="1800"/>
              <a:buFont typeface="Inter"/>
              <a:buChar char="–"/>
              <a:defRPr sz="1200" b="1">
                <a:latin typeface="Inter"/>
                <a:ea typeface="Inter"/>
                <a:cs typeface="Inter"/>
                <a:sym typeface="Inter"/>
              </a:defRPr>
            </a:lvl4pPr>
            <a:lvl5pPr marL="1524076" lvl="4" indent="-228611" rtl="0">
              <a:spcBef>
                <a:spcPts val="267"/>
              </a:spcBef>
              <a:spcAft>
                <a:spcPts val="0"/>
              </a:spcAft>
              <a:buSzPts val="1800"/>
              <a:buChar char="»"/>
              <a:defRPr sz="1200" b="1"/>
            </a:lvl5pPr>
            <a:lvl6pPr marL="1828891" lvl="5" indent="-228611" rtl="0">
              <a:spcBef>
                <a:spcPts val="267"/>
              </a:spcBef>
              <a:spcAft>
                <a:spcPts val="0"/>
              </a:spcAft>
              <a:buSzPts val="1800"/>
              <a:buChar char="•"/>
              <a:defRPr sz="1200" b="1"/>
            </a:lvl6pPr>
            <a:lvl7pPr marL="2133707" lvl="6" indent="-228611" rtl="0">
              <a:spcBef>
                <a:spcPts val="267"/>
              </a:spcBef>
              <a:spcAft>
                <a:spcPts val="0"/>
              </a:spcAft>
              <a:buSzPts val="1800"/>
              <a:buChar char="•"/>
              <a:defRPr sz="1200" b="1"/>
            </a:lvl7pPr>
            <a:lvl8pPr marL="2438522" lvl="7" indent="-228611" rtl="0">
              <a:spcBef>
                <a:spcPts val="267"/>
              </a:spcBef>
              <a:spcAft>
                <a:spcPts val="0"/>
              </a:spcAft>
              <a:buSzPts val="1800"/>
              <a:buChar char="•"/>
              <a:defRPr sz="1200" b="1"/>
            </a:lvl8pPr>
            <a:lvl9pPr marL="2743337" lvl="8" indent="-228611" rtl="0">
              <a:spcBef>
                <a:spcPts val="267"/>
              </a:spcBef>
              <a:spcAft>
                <a:spcPts val="0"/>
              </a:spcAft>
              <a:buSzPts val="1800"/>
              <a:buChar char="•"/>
              <a:defRPr sz="1200" b="1"/>
            </a:lvl9pPr>
          </a:lstStyle>
          <a:p>
            <a:endParaRPr/>
          </a:p>
        </p:txBody>
      </p:sp>
      <p:sp>
        <p:nvSpPr>
          <p:cNvPr id="75" name="Google Shape;75;p6"/>
          <p:cNvSpPr txBox="1">
            <a:spLocks noGrp="1"/>
          </p:cNvSpPr>
          <p:nvPr>
            <p:ph type="body" idx="23"/>
          </p:nvPr>
        </p:nvSpPr>
        <p:spPr>
          <a:xfrm>
            <a:off x="7224868" y="3748983"/>
            <a:ext cx="4281400" cy="132200"/>
          </a:xfrm>
          <a:prstGeom prst="rect">
            <a:avLst/>
          </a:prstGeom>
        </p:spPr>
        <p:txBody>
          <a:bodyPr spcFirstLastPara="1" wrap="square" lIns="0" tIns="0" rIns="0" bIns="0" anchor="ctr" anchorCtr="0">
            <a:noAutofit/>
          </a:bodyPr>
          <a:lstStyle>
            <a:lvl1pPr marL="304815" lvl="0" indent="-228611" rtl="0">
              <a:spcBef>
                <a:spcPts val="427"/>
              </a:spcBef>
              <a:spcAft>
                <a:spcPts val="0"/>
              </a:spcAft>
              <a:buSzPts val="1800"/>
              <a:buChar char="•"/>
              <a:defRPr sz="1200" b="0"/>
            </a:lvl1pPr>
            <a:lvl2pPr marL="609630" lvl="1" indent="-228611" rtl="0">
              <a:spcBef>
                <a:spcPts val="373"/>
              </a:spcBef>
              <a:spcAft>
                <a:spcPts val="0"/>
              </a:spcAft>
              <a:buSzPts val="1800"/>
              <a:buChar char="–"/>
              <a:defRPr sz="1200" b="0"/>
            </a:lvl2pPr>
            <a:lvl3pPr marL="914446" lvl="2" indent="-228611" rtl="0">
              <a:spcBef>
                <a:spcPts val="320"/>
              </a:spcBef>
              <a:spcAft>
                <a:spcPts val="0"/>
              </a:spcAft>
              <a:buSzPts val="1800"/>
              <a:buChar char="•"/>
              <a:defRPr/>
            </a:lvl3pPr>
            <a:lvl4pPr marL="1219261" lvl="3" indent="-228611" rtl="0">
              <a:spcBef>
                <a:spcPts val="267"/>
              </a:spcBef>
              <a:spcAft>
                <a:spcPts val="0"/>
              </a:spcAft>
              <a:buSzPts val="1800"/>
              <a:buFont typeface="Inter"/>
              <a:buChar char="–"/>
              <a:defRPr sz="1200">
                <a:latin typeface="Inter"/>
                <a:ea typeface="Inter"/>
                <a:cs typeface="Inter"/>
                <a:sym typeface="Inter"/>
              </a:defRPr>
            </a:lvl4pPr>
            <a:lvl5pPr marL="1524076" lvl="4" indent="-228611" rtl="0">
              <a:spcBef>
                <a:spcPts val="267"/>
              </a:spcBef>
              <a:spcAft>
                <a:spcPts val="0"/>
              </a:spcAft>
              <a:buSzPts val="1800"/>
              <a:buChar char="»"/>
              <a:defRPr sz="1200"/>
            </a:lvl5pPr>
            <a:lvl6pPr marL="1828891" lvl="5" indent="-228611" rtl="0">
              <a:spcBef>
                <a:spcPts val="267"/>
              </a:spcBef>
              <a:spcAft>
                <a:spcPts val="0"/>
              </a:spcAft>
              <a:buSzPts val="1800"/>
              <a:buChar char="•"/>
              <a:defRPr sz="1200"/>
            </a:lvl6pPr>
            <a:lvl7pPr marL="2133707" lvl="6" indent="-228611" rtl="0">
              <a:spcBef>
                <a:spcPts val="267"/>
              </a:spcBef>
              <a:spcAft>
                <a:spcPts val="0"/>
              </a:spcAft>
              <a:buSzPts val="1800"/>
              <a:buChar char="•"/>
              <a:defRPr sz="1200"/>
            </a:lvl7pPr>
            <a:lvl8pPr marL="2438522" lvl="7" indent="-228611" rtl="0">
              <a:spcBef>
                <a:spcPts val="267"/>
              </a:spcBef>
              <a:spcAft>
                <a:spcPts val="0"/>
              </a:spcAft>
              <a:buSzPts val="1800"/>
              <a:buChar char="•"/>
              <a:defRPr sz="1200"/>
            </a:lvl8pPr>
            <a:lvl9pPr marL="2743337" lvl="8" indent="-228611" rtl="0">
              <a:spcBef>
                <a:spcPts val="267"/>
              </a:spcBef>
              <a:spcAft>
                <a:spcPts val="0"/>
              </a:spcAft>
              <a:buSzPts val="1800"/>
              <a:buChar char="•"/>
              <a:defRPr sz="1200"/>
            </a:lvl9pPr>
          </a:lstStyle>
          <a:p>
            <a:endParaRPr/>
          </a:p>
        </p:txBody>
      </p:sp>
    </p:spTree>
    <p:extLst>
      <p:ext uri="{BB962C8B-B14F-4D97-AF65-F5344CB8AC3E}">
        <p14:creationId xmlns:p14="http://schemas.microsoft.com/office/powerpoint/2010/main" val="31159137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ntent 2" type="titleOnly">
  <p:cSld name="Content 2">
    <p:spTree>
      <p:nvGrpSpPr>
        <p:cNvPr id="1" name="Shape 76"/>
        <p:cNvGrpSpPr/>
        <p:nvPr/>
      </p:nvGrpSpPr>
      <p:grpSpPr>
        <a:xfrm>
          <a:off x="0" y="0"/>
          <a:ext cx="0" cy="0"/>
          <a:chOff x="0" y="0"/>
          <a:chExt cx="0" cy="0"/>
        </a:xfrm>
      </p:grpSpPr>
      <p:sp>
        <p:nvSpPr>
          <p:cNvPr id="77" name="Google Shape;77;p7"/>
          <p:cNvSpPr txBox="1">
            <a:spLocks noGrp="1"/>
          </p:cNvSpPr>
          <p:nvPr>
            <p:ph type="body" idx="1"/>
          </p:nvPr>
        </p:nvSpPr>
        <p:spPr>
          <a:xfrm>
            <a:off x="6757416" y="5207892"/>
            <a:ext cx="1603000" cy="132200"/>
          </a:xfrm>
          <a:prstGeom prst="rect">
            <a:avLst/>
          </a:prstGeom>
        </p:spPr>
        <p:txBody>
          <a:bodyPr spcFirstLastPara="1" wrap="square" lIns="0" tIns="0" rIns="0" bIns="0" anchor="ctr" anchorCtr="0">
            <a:noAutofit/>
          </a:bodyPr>
          <a:lstStyle>
            <a:lvl1pPr marL="304815" lvl="0" indent="-228611" rtl="0">
              <a:spcBef>
                <a:spcPts val="427"/>
              </a:spcBef>
              <a:spcAft>
                <a:spcPts val="0"/>
              </a:spcAft>
              <a:buSzPts val="1800"/>
              <a:buChar char="•"/>
              <a:defRPr sz="1200"/>
            </a:lvl1pPr>
            <a:lvl2pPr marL="609630" lvl="1" indent="-228611" rtl="0">
              <a:spcBef>
                <a:spcPts val="373"/>
              </a:spcBef>
              <a:spcAft>
                <a:spcPts val="0"/>
              </a:spcAft>
              <a:buSzPts val="1800"/>
              <a:buChar char="–"/>
              <a:defRPr sz="1200"/>
            </a:lvl2pPr>
            <a:lvl3pPr marL="914446" lvl="2" indent="-228611" rtl="0">
              <a:spcBef>
                <a:spcPts val="320"/>
              </a:spcBef>
              <a:spcAft>
                <a:spcPts val="0"/>
              </a:spcAft>
              <a:buSzPts val="1800"/>
              <a:buChar char="•"/>
              <a:defRPr b="1"/>
            </a:lvl3pPr>
            <a:lvl4pPr marL="1219261" lvl="3" indent="-228611" rtl="0">
              <a:spcBef>
                <a:spcPts val="267"/>
              </a:spcBef>
              <a:spcAft>
                <a:spcPts val="0"/>
              </a:spcAft>
              <a:buSzPts val="1800"/>
              <a:buFont typeface="Inter"/>
              <a:buChar char="–"/>
              <a:defRPr sz="1200" b="1">
                <a:latin typeface="Inter"/>
                <a:ea typeface="Inter"/>
                <a:cs typeface="Inter"/>
                <a:sym typeface="Inter"/>
              </a:defRPr>
            </a:lvl4pPr>
            <a:lvl5pPr marL="1524076" lvl="4" indent="-228611" rtl="0">
              <a:spcBef>
                <a:spcPts val="267"/>
              </a:spcBef>
              <a:spcAft>
                <a:spcPts val="0"/>
              </a:spcAft>
              <a:buSzPts val="1800"/>
              <a:buChar char="»"/>
              <a:defRPr sz="1200" b="1"/>
            </a:lvl5pPr>
            <a:lvl6pPr marL="1828891" lvl="5" indent="-228611" rtl="0">
              <a:spcBef>
                <a:spcPts val="267"/>
              </a:spcBef>
              <a:spcAft>
                <a:spcPts val="0"/>
              </a:spcAft>
              <a:buSzPts val="1800"/>
              <a:buChar char="•"/>
              <a:defRPr sz="1200" b="1"/>
            </a:lvl6pPr>
            <a:lvl7pPr marL="2133707" lvl="6" indent="-228611" rtl="0">
              <a:spcBef>
                <a:spcPts val="267"/>
              </a:spcBef>
              <a:spcAft>
                <a:spcPts val="0"/>
              </a:spcAft>
              <a:buSzPts val="1800"/>
              <a:buChar char="•"/>
              <a:defRPr sz="1200" b="1"/>
            </a:lvl7pPr>
            <a:lvl8pPr marL="2438522" lvl="7" indent="-228611" rtl="0">
              <a:spcBef>
                <a:spcPts val="267"/>
              </a:spcBef>
              <a:spcAft>
                <a:spcPts val="0"/>
              </a:spcAft>
              <a:buSzPts val="1800"/>
              <a:buChar char="•"/>
              <a:defRPr sz="1200" b="1"/>
            </a:lvl8pPr>
            <a:lvl9pPr marL="2743337" lvl="8" indent="-228611" rtl="0">
              <a:spcBef>
                <a:spcPts val="267"/>
              </a:spcBef>
              <a:spcAft>
                <a:spcPts val="0"/>
              </a:spcAft>
              <a:buSzPts val="1800"/>
              <a:buChar char="•"/>
              <a:defRPr sz="1200" b="1"/>
            </a:lvl9pPr>
          </a:lstStyle>
          <a:p>
            <a:endParaRPr/>
          </a:p>
        </p:txBody>
      </p:sp>
      <p:sp>
        <p:nvSpPr>
          <p:cNvPr id="78" name="Google Shape;78;p7"/>
          <p:cNvSpPr txBox="1">
            <a:spLocks noGrp="1"/>
          </p:cNvSpPr>
          <p:nvPr>
            <p:ph type="body" idx="2"/>
          </p:nvPr>
        </p:nvSpPr>
        <p:spPr>
          <a:xfrm>
            <a:off x="8488801" y="5207900"/>
            <a:ext cx="3146800" cy="132200"/>
          </a:xfrm>
          <a:prstGeom prst="rect">
            <a:avLst/>
          </a:prstGeom>
        </p:spPr>
        <p:txBody>
          <a:bodyPr spcFirstLastPara="1" wrap="square" lIns="0" tIns="0" rIns="0" bIns="0" anchor="ctr" anchorCtr="0">
            <a:noAutofit/>
          </a:bodyPr>
          <a:lstStyle>
            <a:lvl1pPr marL="304815" lvl="0" indent="-228611" rtl="0">
              <a:spcBef>
                <a:spcPts val="427"/>
              </a:spcBef>
              <a:spcAft>
                <a:spcPts val="0"/>
              </a:spcAft>
              <a:buSzPts val="1800"/>
              <a:buChar char="•"/>
              <a:defRPr sz="1200" b="0"/>
            </a:lvl1pPr>
            <a:lvl2pPr marL="609630" lvl="1" indent="-228611" rtl="0">
              <a:spcBef>
                <a:spcPts val="373"/>
              </a:spcBef>
              <a:spcAft>
                <a:spcPts val="0"/>
              </a:spcAft>
              <a:buSzPts val="1800"/>
              <a:buChar char="–"/>
              <a:defRPr sz="1200" b="0"/>
            </a:lvl2pPr>
            <a:lvl3pPr marL="914446" lvl="2" indent="-228611" rtl="0">
              <a:spcBef>
                <a:spcPts val="320"/>
              </a:spcBef>
              <a:spcAft>
                <a:spcPts val="0"/>
              </a:spcAft>
              <a:buSzPts val="1800"/>
              <a:buChar char="•"/>
              <a:defRPr/>
            </a:lvl3pPr>
            <a:lvl4pPr marL="1219261" lvl="3" indent="-228611" rtl="0">
              <a:spcBef>
                <a:spcPts val="267"/>
              </a:spcBef>
              <a:spcAft>
                <a:spcPts val="0"/>
              </a:spcAft>
              <a:buSzPts val="1800"/>
              <a:buFont typeface="Inter"/>
              <a:buChar char="–"/>
              <a:defRPr sz="1200">
                <a:latin typeface="Inter"/>
                <a:ea typeface="Inter"/>
                <a:cs typeface="Inter"/>
                <a:sym typeface="Inter"/>
              </a:defRPr>
            </a:lvl4pPr>
            <a:lvl5pPr marL="1524076" lvl="4" indent="-228611" rtl="0">
              <a:spcBef>
                <a:spcPts val="267"/>
              </a:spcBef>
              <a:spcAft>
                <a:spcPts val="0"/>
              </a:spcAft>
              <a:buSzPts val="1800"/>
              <a:buChar char="»"/>
              <a:defRPr sz="1200"/>
            </a:lvl5pPr>
            <a:lvl6pPr marL="1828891" lvl="5" indent="-228611" rtl="0">
              <a:spcBef>
                <a:spcPts val="267"/>
              </a:spcBef>
              <a:spcAft>
                <a:spcPts val="0"/>
              </a:spcAft>
              <a:buSzPts val="1800"/>
              <a:buChar char="•"/>
              <a:defRPr sz="1200"/>
            </a:lvl6pPr>
            <a:lvl7pPr marL="2133707" lvl="6" indent="-228611" rtl="0">
              <a:spcBef>
                <a:spcPts val="267"/>
              </a:spcBef>
              <a:spcAft>
                <a:spcPts val="0"/>
              </a:spcAft>
              <a:buSzPts val="1800"/>
              <a:buChar char="•"/>
              <a:defRPr sz="1200"/>
            </a:lvl7pPr>
            <a:lvl8pPr marL="2438522" lvl="7" indent="-228611" rtl="0">
              <a:spcBef>
                <a:spcPts val="267"/>
              </a:spcBef>
              <a:spcAft>
                <a:spcPts val="0"/>
              </a:spcAft>
              <a:buSzPts val="1800"/>
              <a:buChar char="•"/>
              <a:defRPr sz="1200"/>
            </a:lvl8pPr>
            <a:lvl9pPr marL="2743337" lvl="8" indent="-228611" rtl="0">
              <a:spcBef>
                <a:spcPts val="267"/>
              </a:spcBef>
              <a:spcAft>
                <a:spcPts val="0"/>
              </a:spcAft>
              <a:buSzPts val="1800"/>
              <a:buChar char="•"/>
              <a:defRPr sz="1200"/>
            </a:lvl9pPr>
          </a:lstStyle>
          <a:p>
            <a:endParaRPr/>
          </a:p>
        </p:txBody>
      </p:sp>
      <p:sp>
        <p:nvSpPr>
          <p:cNvPr id="79" name="Google Shape;79;p7"/>
          <p:cNvSpPr txBox="1">
            <a:spLocks noGrp="1"/>
          </p:cNvSpPr>
          <p:nvPr>
            <p:ph type="body" idx="3"/>
          </p:nvPr>
        </p:nvSpPr>
        <p:spPr>
          <a:xfrm>
            <a:off x="678617" y="129283"/>
            <a:ext cx="1563600" cy="164000"/>
          </a:xfrm>
          <a:prstGeom prst="rect">
            <a:avLst/>
          </a:prstGeom>
        </p:spPr>
        <p:txBody>
          <a:bodyPr spcFirstLastPara="1" wrap="square" lIns="0" tIns="0" rIns="0" bIns="0" anchor="t" anchorCtr="0">
            <a:noAutofit/>
          </a:bodyPr>
          <a:lstStyle>
            <a:lvl1pPr marL="304815" lvl="0" indent="-215911" rtl="0">
              <a:spcBef>
                <a:spcPts val="427"/>
              </a:spcBef>
              <a:spcAft>
                <a:spcPts val="0"/>
              </a:spcAft>
              <a:buSzPts val="1500"/>
              <a:buChar char="•"/>
              <a:defRPr sz="1000" i="1"/>
            </a:lvl1pPr>
            <a:lvl2pPr marL="609630" lvl="1" indent="-215911" rtl="0">
              <a:spcBef>
                <a:spcPts val="373"/>
              </a:spcBef>
              <a:spcAft>
                <a:spcPts val="0"/>
              </a:spcAft>
              <a:buSzPts val="1500"/>
              <a:buChar char="–"/>
              <a:defRPr sz="1000" i="1"/>
            </a:lvl2pPr>
            <a:lvl3pPr marL="914446" lvl="2" indent="-215911" rtl="0">
              <a:spcBef>
                <a:spcPts val="320"/>
              </a:spcBef>
              <a:spcAft>
                <a:spcPts val="0"/>
              </a:spcAft>
              <a:buSzPts val="1500"/>
              <a:buChar char="•"/>
              <a:defRPr sz="1000" b="1" i="1"/>
            </a:lvl3pPr>
            <a:lvl4pPr marL="1219261" lvl="3" indent="-215911" rtl="0">
              <a:spcBef>
                <a:spcPts val="267"/>
              </a:spcBef>
              <a:spcAft>
                <a:spcPts val="0"/>
              </a:spcAft>
              <a:buSzPts val="1500"/>
              <a:buFont typeface="Inter"/>
              <a:buChar char="–"/>
              <a:defRPr sz="1000" b="1" i="1">
                <a:latin typeface="Inter"/>
                <a:ea typeface="Inter"/>
                <a:cs typeface="Inter"/>
                <a:sym typeface="Inter"/>
              </a:defRPr>
            </a:lvl4pPr>
            <a:lvl5pPr marL="1524076" lvl="4" indent="-215911" rtl="0">
              <a:spcBef>
                <a:spcPts val="267"/>
              </a:spcBef>
              <a:spcAft>
                <a:spcPts val="0"/>
              </a:spcAft>
              <a:buSzPts val="1500"/>
              <a:buChar char="»"/>
              <a:defRPr sz="1000" b="1" i="1"/>
            </a:lvl5pPr>
            <a:lvl6pPr marL="1828891" lvl="5" indent="-215911" rtl="0">
              <a:spcBef>
                <a:spcPts val="267"/>
              </a:spcBef>
              <a:spcAft>
                <a:spcPts val="0"/>
              </a:spcAft>
              <a:buSzPts val="1500"/>
              <a:buChar char="•"/>
              <a:defRPr sz="1000" b="1" i="1"/>
            </a:lvl6pPr>
            <a:lvl7pPr marL="2133707" lvl="6" indent="-215911" rtl="0">
              <a:spcBef>
                <a:spcPts val="267"/>
              </a:spcBef>
              <a:spcAft>
                <a:spcPts val="0"/>
              </a:spcAft>
              <a:buSzPts val="1500"/>
              <a:buChar char="•"/>
              <a:defRPr sz="1000" b="1" i="1"/>
            </a:lvl7pPr>
            <a:lvl8pPr marL="2438522" lvl="7" indent="-215911" rtl="0">
              <a:spcBef>
                <a:spcPts val="267"/>
              </a:spcBef>
              <a:spcAft>
                <a:spcPts val="0"/>
              </a:spcAft>
              <a:buSzPts val="1500"/>
              <a:buChar char="•"/>
              <a:defRPr sz="1000" b="1" i="1"/>
            </a:lvl8pPr>
            <a:lvl9pPr marL="2743337" lvl="8" indent="-215911" rtl="0">
              <a:spcBef>
                <a:spcPts val="267"/>
              </a:spcBef>
              <a:spcAft>
                <a:spcPts val="0"/>
              </a:spcAft>
              <a:buSzPts val="1500"/>
              <a:buChar char="•"/>
              <a:defRPr sz="1000" b="1" i="1"/>
            </a:lvl9pPr>
          </a:lstStyle>
          <a:p>
            <a:endParaRPr/>
          </a:p>
        </p:txBody>
      </p:sp>
      <p:sp>
        <p:nvSpPr>
          <p:cNvPr id="80" name="Google Shape;80;p7"/>
          <p:cNvSpPr txBox="1">
            <a:spLocks noGrp="1"/>
          </p:cNvSpPr>
          <p:nvPr>
            <p:ph type="body" idx="4"/>
          </p:nvPr>
        </p:nvSpPr>
        <p:spPr>
          <a:xfrm>
            <a:off x="10503250" y="129283"/>
            <a:ext cx="1003000" cy="164000"/>
          </a:xfrm>
          <a:prstGeom prst="rect">
            <a:avLst/>
          </a:prstGeom>
        </p:spPr>
        <p:txBody>
          <a:bodyPr spcFirstLastPara="1" wrap="square" lIns="0" tIns="0" rIns="0" bIns="0" anchor="t" anchorCtr="0">
            <a:noAutofit/>
          </a:bodyPr>
          <a:lstStyle>
            <a:lvl1pPr marL="304815" lvl="0" indent="-215911" algn="r" rtl="0">
              <a:spcBef>
                <a:spcPts val="427"/>
              </a:spcBef>
              <a:spcAft>
                <a:spcPts val="0"/>
              </a:spcAft>
              <a:buSzPts val="1500"/>
              <a:buChar char="•"/>
              <a:defRPr sz="1000" b="0"/>
            </a:lvl1pPr>
            <a:lvl2pPr marL="609630" lvl="1" indent="-215911" algn="r" rtl="0">
              <a:spcBef>
                <a:spcPts val="373"/>
              </a:spcBef>
              <a:spcAft>
                <a:spcPts val="0"/>
              </a:spcAft>
              <a:buSzPts val="1500"/>
              <a:buChar char="–"/>
              <a:defRPr sz="1000" b="0"/>
            </a:lvl2pPr>
            <a:lvl3pPr marL="914446" lvl="2" indent="-215911" algn="r" rtl="0">
              <a:spcBef>
                <a:spcPts val="320"/>
              </a:spcBef>
              <a:spcAft>
                <a:spcPts val="0"/>
              </a:spcAft>
              <a:buSzPts val="1500"/>
              <a:buChar char="•"/>
              <a:defRPr sz="1000"/>
            </a:lvl3pPr>
            <a:lvl4pPr marL="1219261" lvl="3" indent="-215911" algn="r" rtl="0">
              <a:spcBef>
                <a:spcPts val="267"/>
              </a:spcBef>
              <a:spcAft>
                <a:spcPts val="0"/>
              </a:spcAft>
              <a:buSzPts val="1500"/>
              <a:buFont typeface="Inter"/>
              <a:buChar char="–"/>
              <a:defRPr sz="1000">
                <a:latin typeface="Inter"/>
                <a:ea typeface="Inter"/>
                <a:cs typeface="Inter"/>
                <a:sym typeface="Inter"/>
              </a:defRPr>
            </a:lvl4pPr>
            <a:lvl5pPr marL="1524076" lvl="4" indent="-215911" algn="r" rtl="0">
              <a:spcBef>
                <a:spcPts val="267"/>
              </a:spcBef>
              <a:spcAft>
                <a:spcPts val="0"/>
              </a:spcAft>
              <a:buSzPts val="1500"/>
              <a:buChar char="»"/>
              <a:defRPr sz="1000"/>
            </a:lvl5pPr>
            <a:lvl6pPr marL="1828891" lvl="5" indent="-215911" algn="r" rtl="0">
              <a:spcBef>
                <a:spcPts val="267"/>
              </a:spcBef>
              <a:spcAft>
                <a:spcPts val="0"/>
              </a:spcAft>
              <a:buSzPts val="1500"/>
              <a:buChar char="•"/>
              <a:defRPr sz="1000"/>
            </a:lvl6pPr>
            <a:lvl7pPr marL="2133707" lvl="6" indent="-215911" algn="r" rtl="0">
              <a:spcBef>
                <a:spcPts val="267"/>
              </a:spcBef>
              <a:spcAft>
                <a:spcPts val="0"/>
              </a:spcAft>
              <a:buSzPts val="1500"/>
              <a:buChar char="•"/>
              <a:defRPr sz="1000"/>
            </a:lvl7pPr>
            <a:lvl8pPr marL="2438522" lvl="7" indent="-215911" algn="r" rtl="0">
              <a:spcBef>
                <a:spcPts val="267"/>
              </a:spcBef>
              <a:spcAft>
                <a:spcPts val="0"/>
              </a:spcAft>
              <a:buSzPts val="1500"/>
              <a:buChar char="•"/>
              <a:defRPr sz="1000"/>
            </a:lvl8pPr>
            <a:lvl9pPr marL="2743337" lvl="8" indent="-215911" algn="r" rtl="0">
              <a:spcBef>
                <a:spcPts val="267"/>
              </a:spcBef>
              <a:spcAft>
                <a:spcPts val="0"/>
              </a:spcAft>
              <a:buSzPts val="1500"/>
              <a:buChar char="•"/>
              <a:defRPr sz="1000"/>
            </a:lvl9pPr>
          </a:lstStyle>
          <a:p>
            <a:endParaRPr/>
          </a:p>
        </p:txBody>
      </p:sp>
      <p:sp>
        <p:nvSpPr>
          <p:cNvPr id="81" name="Google Shape;81;p7"/>
          <p:cNvSpPr txBox="1">
            <a:spLocks noGrp="1"/>
          </p:cNvSpPr>
          <p:nvPr>
            <p:ph type="body" idx="5"/>
          </p:nvPr>
        </p:nvSpPr>
        <p:spPr>
          <a:xfrm>
            <a:off x="3770892" y="129283"/>
            <a:ext cx="1003000" cy="164000"/>
          </a:xfrm>
          <a:prstGeom prst="rect">
            <a:avLst/>
          </a:prstGeom>
        </p:spPr>
        <p:txBody>
          <a:bodyPr spcFirstLastPara="1" wrap="square" lIns="0" tIns="0" rIns="0" bIns="0" anchor="t" anchorCtr="0">
            <a:noAutofit/>
          </a:bodyPr>
          <a:lstStyle>
            <a:lvl1pPr marL="304815" lvl="0" indent="-215911" algn="ctr" rtl="0">
              <a:spcBef>
                <a:spcPts val="427"/>
              </a:spcBef>
              <a:spcAft>
                <a:spcPts val="0"/>
              </a:spcAft>
              <a:buSzPts val="1500"/>
              <a:buChar char="•"/>
              <a:defRPr sz="1000" b="0"/>
            </a:lvl1pPr>
            <a:lvl2pPr marL="609630" lvl="1" indent="-215911" algn="ctr" rtl="0">
              <a:spcBef>
                <a:spcPts val="373"/>
              </a:spcBef>
              <a:spcAft>
                <a:spcPts val="0"/>
              </a:spcAft>
              <a:buSzPts val="1500"/>
              <a:buChar char="–"/>
              <a:defRPr sz="1000" b="0"/>
            </a:lvl2pPr>
            <a:lvl3pPr marL="914446" lvl="2" indent="-215911" algn="ctr" rtl="0">
              <a:spcBef>
                <a:spcPts val="320"/>
              </a:spcBef>
              <a:spcAft>
                <a:spcPts val="0"/>
              </a:spcAft>
              <a:buSzPts val="1500"/>
              <a:buChar char="•"/>
              <a:defRPr sz="1000"/>
            </a:lvl3pPr>
            <a:lvl4pPr marL="1219261" lvl="3" indent="-215911" algn="ctr" rtl="0">
              <a:spcBef>
                <a:spcPts val="267"/>
              </a:spcBef>
              <a:spcAft>
                <a:spcPts val="0"/>
              </a:spcAft>
              <a:buSzPts val="1500"/>
              <a:buFont typeface="Inter"/>
              <a:buChar char="–"/>
              <a:defRPr sz="1000">
                <a:latin typeface="Inter"/>
                <a:ea typeface="Inter"/>
                <a:cs typeface="Inter"/>
                <a:sym typeface="Inter"/>
              </a:defRPr>
            </a:lvl4pPr>
            <a:lvl5pPr marL="1524076" lvl="4" indent="-215911" algn="ctr" rtl="0">
              <a:spcBef>
                <a:spcPts val="267"/>
              </a:spcBef>
              <a:spcAft>
                <a:spcPts val="0"/>
              </a:spcAft>
              <a:buSzPts val="1500"/>
              <a:buChar char="»"/>
              <a:defRPr sz="1000"/>
            </a:lvl5pPr>
            <a:lvl6pPr marL="1828891" lvl="5" indent="-215911" algn="ctr" rtl="0">
              <a:spcBef>
                <a:spcPts val="267"/>
              </a:spcBef>
              <a:spcAft>
                <a:spcPts val="0"/>
              </a:spcAft>
              <a:buSzPts val="1500"/>
              <a:buChar char="•"/>
              <a:defRPr sz="1000"/>
            </a:lvl6pPr>
            <a:lvl7pPr marL="2133707" lvl="6" indent="-215911" algn="ctr" rtl="0">
              <a:spcBef>
                <a:spcPts val="267"/>
              </a:spcBef>
              <a:spcAft>
                <a:spcPts val="0"/>
              </a:spcAft>
              <a:buSzPts val="1500"/>
              <a:buChar char="•"/>
              <a:defRPr sz="1000"/>
            </a:lvl7pPr>
            <a:lvl8pPr marL="2438522" lvl="7" indent="-215911" algn="ctr" rtl="0">
              <a:spcBef>
                <a:spcPts val="267"/>
              </a:spcBef>
              <a:spcAft>
                <a:spcPts val="0"/>
              </a:spcAft>
              <a:buSzPts val="1500"/>
              <a:buChar char="•"/>
              <a:defRPr sz="1000"/>
            </a:lvl8pPr>
            <a:lvl9pPr marL="2743337" lvl="8" indent="-215911" algn="ctr" rtl="0">
              <a:spcBef>
                <a:spcPts val="267"/>
              </a:spcBef>
              <a:spcAft>
                <a:spcPts val="0"/>
              </a:spcAft>
              <a:buSzPts val="1500"/>
              <a:buChar char="•"/>
              <a:defRPr sz="1000"/>
            </a:lvl9pPr>
          </a:lstStyle>
          <a:p>
            <a:endParaRPr/>
          </a:p>
        </p:txBody>
      </p:sp>
      <p:sp>
        <p:nvSpPr>
          <p:cNvPr id="82" name="Google Shape;82;p7"/>
          <p:cNvSpPr txBox="1">
            <a:spLocks noGrp="1"/>
          </p:cNvSpPr>
          <p:nvPr>
            <p:ph type="body" idx="6"/>
          </p:nvPr>
        </p:nvSpPr>
        <p:spPr>
          <a:xfrm>
            <a:off x="4944217" y="129283"/>
            <a:ext cx="1003000" cy="164000"/>
          </a:xfrm>
          <a:prstGeom prst="rect">
            <a:avLst/>
          </a:prstGeom>
        </p:spPr>
        <p:txBody>
          <a:bodyPr spcFirstLastPara="1" wrap="square" lIns="0" tIns="0" rIns="0" bIns="0" anchor="t" anchorCtr="0">
            <a:noAutofit/>
          </a:bodyPr>
          <a:lstStyle>
            <a:lvl1pPr marL="304815" lvl="0" indent="-215911" algn="ctr" rtl="0">
              <a:spcBef>
                <a:spcPts val="427"/>
              </a:spcBef>
              <a:spcAft>
                <a:spcPts val="0"/>
              </a:spcAft>
              <a:buSzPts val="1500"/>
              <a:buChar char="•"/>
              <a:defRPr sz="1000" b="0"/>
            </a:lvl1pPr>
            <a:lvl2pPr marL="609630" lvl="1" indent="-215911" algn="ctr" rtl="0">
              <a:spcBef>
                <a:spcPts val="373"/>
              </a:spcBef>
              <a:spcAft>
                <a:spcPts val="0"/>
              </a:spcAft>
              <a:buSzPts val="1500"/>
              <a:buChar char="–"/>
              <a:defRPr sz="1000" b="0"/>
            </a:lvl2pPr>
            <a:lvl3pPr marL="914446" lvl="2" indent="-215911" algn="ctr" rtl="0">
              <a:spcBef>
                <a:spcPts val="320"/>
              </a:spcBef>
              <a:spcAft>
                <a:spcPts val="0"/>
              </a:spcAft>
              <a:buSzPts val="1500"/>
              <a:buChar char="•"/>
              <a:defRPr sz="1000"/>
            </a:lvl3pPr>
            <a:lvl4pPr marL="1219261" lvl="3" indent="-215911" algn="ctr" rtl="0">
              <a:spcBef>
                <a:spcPts val="267"/>
              </a:spcBef>
              <a:spcAft>
                <a:spcPts val="0"/>
              </a:spcAft>
              <a:buSzPts val="1500"/>
              <a:buFont typeface="Inter"/>
              <a:buChar char="–"/>
              <a:defRPr sz="1000">
                <a:latin typeface="Inter"/>
                <a:ea typeface="Inter"/>
                <a:cs typeface="Inter"/>
                <a:sym typeface="Inter"/>
              </a:defRPr>
            </a:lvl4pPr>
            <a:lvl5pPr marL="1524076" lvl="4" indent="-215911" algn="ctr" rtl="0">
              <a:spcBef>
                <a:spcPts val="267"/>
              </a:spcBef>
              <a:spcAft>
                <a:spcPts val="0"/>
              </a:spcAft>
              <a:buSzPts val="1500"/>
              <a:buChar char="»"/>
              <a:defRPr sz="1000"/>
            </a:lvl5pPr>
            <a:lvl6pPr marL="1828891" lvl="5" indent="-215911" algn="ctr" rtl="0">
              <a:spcBef>
                <a:spcPts val="267"/>
              </a:spcBef>
              <a:spcAft>
                <a:spcPts val="0"/>
              </a:spcAft>
              <a:buSzPts val="1500"/>
              <a:buChar char="•"/>
              <a:defRPr sz="1000"/>
            </a:lvl6pPr>
            <a:lvl7pPr marL="2133707" lvl="6" indent="-215911" algn="ctr" rtl="0">
              <a:spcBef>
                <a:spcPts val="267"/>
              </a:spcBef>
              <a:spcAft>
                <a:spcPts val="0"/>
              </a:spcAft>
              <a:buSzPts val="1500"/>
              <a:buChar char="•"/>
              <a:defRPr sz="1000"/>
            </a:lvl7pPr>
            <a:lvl8pPr marL="2438522" lvl="7" indent="-215911" algn="ctr" rtl="0">
              <a:spcBef>
                <a:spcPts val="267"/>
              </a:spcBef>
              <a:spcAft>
                <a:spcPts val="0"/>
              </a:spcAft>
              <a:buSzPts val="1500"/>
              <a:buChar char="•"/>
              <a:defRPr sz="1000"/>
            </a:lvl8pPr>
            <a:lvl9pPr marL="2743337" lvl="8" indent="-215911" algn="ctr" rtl="0">
              <a:spcBef>
                <a:spcPts val="267"/>
              </a:spcBef>
              <a:spcAft>
                <a:spcPts val="0"/>
              </a:spcAft>
              <a:buSzPts val="1500"/>
              <a:buChar char="•"/>
              <a:defRPr sz="1000"/>
            </a:lvl9pPr>
          </a:lstStyle>
          <a:p>
            <a:endParaRPr/>
          </a:p>
        </p:txBody>
      </p:sp>
      <p:sp>
        <p:nvSpPr>
          <p:cNvPr id="83" name="Google Shape;83;p7"/>
          <p:cNvSpPr txBox="1">
            <a:spLocks noGrp="1"/>
          </p:cNvSpPr>
          <p:nvPr>
            <p:ph type="body" idx="7"/>
          </p:nvPr>
        </p:nvSpPr>
        <p:spPr>
          <a:xfrm>
            <a:off x="6221867" y="129283"/>
            <a:ext cx="1003000" cy="164000"/>
          </a:xfrm>
          <a:prstGeom prst="rect">
            <a:avLst/>
          </a:prstGeom>
        </p:spPr>
        <p:txBody>
          <a:bodyPr spcFirstLastPara="1" wrap="square" lIns="0" tIns="0" rIns="0" bIns="0" anchor="t" anchorCtr="0">
            <a:noAutofit/>
          </a:bodyPr>
          <a:lstStyle>
            <a:lvl1pPr marL="304815" lvl="0" indent="-215911" algn="ctr" rtl="0">
              <a:spcBef>
                <a:spcPts val="427"/>
              </a:spcBef>
              <a:spcAft>
                <a:spcPts val="0"/>
              </a:spcAft>
              <a:buSzPts val="1500"/>
              <a:buChar char="•"/>
              <a:defRPr sz="1000" b="0"/>
            </a:lvl1pPr>
            <a:lvl2pPr marL="609630" lvl="1" indent="-215911" algn="ctr" rtl="0">
              <a:spcBef>
                <a:spcPts val="373"/>
              </a:spcBef>
              <a:spcAft>
                <a:spcPts val="0"/>
              </a:spcAft>
              <a:buSzPts val="1500"/>
              <a:buChar char="–"/>
              <a:defRPr sz="1000" b="0"/>
            </a:lvl2pPr>
            <a:lvl3pPr marL="914446" lvl="2" indent="-215911" algn="ctr" rtl="0">
              <a:spcBef>
                <a:spcPts val="320"/>
              </a:spcBef>
              <a:spcAft>
                <a:spcPts val="0"/>
              </a:spcAft>
              <a:buSzPts val="1500"/>
              <a:buChar char="•"/>
              <a:defRPr sz="1000"/>
            </a:lvl3pPr>
            <a:lvl4pPr marL="1219261" lvl="3" indent="-215911" algn="ctr" rtl="0">
              <a:spcBef>
                <a:spcPts val="267"/>
              </a:spcBef>
              <a:spcAft>
                <a:spcPts val="0"/>
              </a:spcAft>
              <a:buSzPts val="1500"/>
              <a:buFont typeface="Inter"/>
              <a:buChar char="–"/>
              <a:defRPr sz="1000">
                <a:latin typeface="Inter"/>
                <a:ea typeface="Inter"/>
                <a:cs typeface="Inter"/>
                <a:sym typeface="Inter"/>
              </a:defRPr>
            </a:lvl4pPr>
            <a:lvl5pPr marL="1524076" lvl="4" indent="-215911" algn="ctr" rtl="0">
              <a:spcBef>
                <a:spcPts val="267"/>
              </a:spcBef>
              <a:spcAft>
                <a:spcPts val="0"/>
              </a:spcAft>
              <a:buSzPts val="1500"/>
              <a:buChar char="»"/>
              <a:defRPr sz="1000"/>
            </a:lvl5pPr>
            <a:lvl6pPr marL="1828891" lvl="5" indent="-215911" algn="ctr" rtl="0">
              <a:spcBef>
                <a:spcPts val="267"/>
              </a:spcBef>
              <a:spcAft>
                <a:spcPts val="0"/>
              </a:spcAft>
              <a:buSzPts val="1500"/>
              <a:buChar char="•"/>
              <a:defRPr sz="1000"/>
            </a:lvl6pPr>
            <a:lvl7pPr marL="2133707" lvl="6" indent="-215911" algn="ctr" rtl="0">
              <a:spcBef>
                <a:spcPts val="267"/>
              </a:spcBef>
              <a:spcAft>
                <a:spcPts val="0"/>
              </a:spcAft>
              <a:buSzPts val="1500"/>
              <a:buChar char="•"/>
              <a:defRPr sz="1000"/>
            </a:lvl7pPr>
            <a:lvl8pPr marL="2438522" lvl="7" indent="-215911" algn="ctr" rtl="0">
              <a:spcBef>
                <a:spcPts val="267"/>
              </a:spcBef>
              <a:spcAft>
                <a:spcPts val="0"/>
              </a:spcAft>
              <a:buSzPts val="1500"/>
              <a:buChar char="•"/>
              <a:defRPr sz="1000"/>
            </a:lvl8pPr>
            <a:lvl9pPr marL="2743337" lvl="8" indent="-215911" algn="ctr" rtl="0">
              <a:spcBef>
                <a:spcPts val="267"/>
              </a:spcBef>
              <a:spcAft>
                <a:spcPts val="0"/>
              </a:spcAft>
              <a:buSzPts val="1500"/>
              <a:buChar char="•"/>
              <a:defRPr sz="1000"/>
            </a:lvl9pPr>
          </a:lstStyle>
          <a:p>
            <a:endParaRPr/>
          </a:p>
        </p:txBody>
      </p:sp>
      <p:sp>
        <p:nvSpPr>
          <p:cNvPr id="84" name="Google Shape;84;p7"/>
          <p:cNvSpPr txBox="1">
            <a:spLocks noGrp="1"/>
          </p:cNvSpPr>
          <p:nvPr>
            <p:ph type="body" idx="8"/>
          </p:nvPr>
        </p:nvSpPr>
        <p:spPr>
          <a:xfrm>
            <a:off x="7414317" y="129283"/>
            <a:ext cx="1003000" cy="164000"/>
          </a:xfrm>
          <a:prstGeom prst="rect">
            <a:avLst/>
          </a:prstGeom>
        </p:spPr>
        <p:txBody>
          <a:bodyPr spcFirstLastPara="1" wrap="square" lIns="0" tIns="0" rIns="0" bIns="0" anchor="t" anchorCtr="0">
            <a:noAutofit/>
          </a:bodyPr>
          <a:lstStyle>
            <a:lvl1pPr marL="304815" lvl="0" indent="-215911" algn="ctr" rtl="0">
              <a:spcBef>
                <a:spcPts val="427"/>
              </a:spcBef>
              <a:spcAft>
                <a:spcPts val="0"/>
              </a:spcAft>
              <a:buSzPts val="1500"/>
              <a:buChar char="•"/>
              <a:defRPr sz="1000" b="0"/>
            </a:lvl1pPr>
            <a:lvl2pPr marL="609630" lvl="1" indent="-215911" algn="ctr" rtl="0">
              <a:spcBef>
                <a:spcPts val="373"/>
              </a:spcBef>
              <a:spcAft>
                <a:spcPts val="0"/>
              </a:spcAft>
              <a:buSzPts val="1500"/>
              <a:buChar char="–"/>
              <a:defRPr sz="1000" b="0"/>
            </a:lvl2pPr>
            <a:lvl3pPr marL="914446" lvl="2" indent="-215911" algn="ctr" rtl="0">
              <a:spcBef>
                <a:spcPts val="320"/>
              </a:spcBef>
              <a:spcAft>
                <a:spcPts val="0"/>
              </a:spcAft>
              <a:buSzPts val="1500"/>
              <a:buChar char="•"/>
              <a:defRPr sz="1000"/>
            </a:lvl3pPr>
            <a:lvl4pPr marL="1219261" lvl="3" indent="-215911" algn="ctr" rtl="0">
              <a:spcBef>
                <a:spcPts val="267"/>
              </a:spcBef>
              <a:spcAft>
                <a:spcPts val="0"/>
              </a:spcAft>
              <a:buSzPts val="1500"/>
              <a:buFont typeface="Inter"/>
              <a:buChar char="–"/>
              <a:defRPr sz="1000">
                <a:latin typeface="Inter"/>
                <a:ea typeface="Inter"/>
                <a:cs typeface="Inter"/>
                <a:sym typeface="Inter"/>
              </a:defRPr>
            </a:lvl4pPr>
            <a:lvl5pPr marL="1524076" lvl="4" indent="-215911" algn="ctr" rtl="0">
              <a:spcBef>
                <a:spcPts val="267"/>
              </a:spcBef>
              <a:spcAft>
                <a:spcPts val="0"/>
              </a:spcAft>
              <a:buSzPts val="1500"/>
              <a:buChar char="»"/>
              <a:defRPr sz="1000"/>
            </a:lvl5pPr>
            <a:lvl6pPr marL="1828891" lvl="5" indent="-215911" algn="ctr" rtl="0">
              <a:spcBef>
                <a:spcPts val="267"/>
              </a:spcBef>
              <a:spcAft>
                <a:spcPts val="0"/>
              </a:spcAft>
              <a:buSzPts val="1500"/>
              <a:buChar char="•"/>
              <a:defRPr sz="1000"/>
            </a:lvl6pPr>
            <a:lvl7pPr marL="2133707" lvl="6" indent="-215911" algn="ctr" rtl="0">
              <a:spcBef>
                <a:spcPts val="267"/>
              </a:spcBef>
              <a:spcAft>
                <a:spcPts val="0"/>
              </a:spcAft>
              <a:buSzPts val="1500"/>
              <a:buChar char="•"/>
              <a:defRPr sz="1000"/>
            </a:lvl7pPr>
            <a:lvl8pPr marL="2438522" lvl="7" indent="-215911" algn="ctr" rtl="0">
              <a:spcBef>
                <a:spcPts val="267"/>
              </a:spcBef>
              <a:spcAft>
                <a:spcPts val="0"/>
              </a:spcAft>
              <a:buSzPts val="1500"/>
              <a:buChar char="•"/>
              <a:defRPr sz="1000"/>
            </a:lvl8pPr>
            <a:lvl9pPr marL="2743337" lvl="8" indent="-215911" algn="ctr" rtl="0">
              <a:spcBef>
                <a:spcPts val="267"/>
              </a:spcBef>
              <a:spcAft>
                <a:spcPts val="0"/>
              </a:spcAft>
              <a:buSzPts val="1500"/>
              <a:buChar char="•"/>
              <a:defRPr sz="1000"/>
            </a:lvl9pPr>
          </a:lstStyle>
          <a:p>
            <a:endParaRPr/>
          </a:p>
        </p:txBody>
      </p:sp>
      <p:sp>
        <p:nvSpPr>
          <p:cNvPr id="85" name="Google Shape;85;p7"/>
          <p:cNvSpPr>
            <a:spLocks noGrp="1"/>
          </p:cNvSpPr>
          <p:nvPr>
            <p:ph type="pic" idx="9"/>
          </p:nvPr>
        </p:nvSpPr>
        <p:spPr>
          <a:xfrm>
            <a:off x="10429567" y="680047"/>
            <a:ext cx="1076600" cy="1076600"/>
          </a:xfrm>
          <a:prstGeom prst="rect">
            <a:avLst/>
          </a:prstGeom>
          <a:noFill/>
          <a:ln>
            <a:noFill/>
          </a:ln>
        </p:spPr>
      </p:sp>
      <p:sp>
        <p:nvSpPr>
          <p:cNvPr id="86" name="Google Shape;86;p7"/>
          <p:cNvSpPr>
            <a:spLocks noGrp="1"/>
          </p:cNvSpPr>
          <p:nvPr>
            <p:ph type="pic" idx="13"/>
          </p:nvPr>
        </p:nvSpPr>
        <p:spPr>
          <a:xfrm>
            <a:off x="10429567" y="1820131"/>
            <a:ext cx="1076600" cy="1076600"/>
          </a:xfrm>
          <a:prstGeom prst="rect">
            <a:avLst/>
          </a:prstGeom>
          <a:noFill/>
          <a:ln>
            <a:noFill/>
          </a:ln>
        </p:spPr>
      </p:sp>
      <p:sp>
        <p:nvSpPr>
          <p:cNvPr id="87" name="Google Shape;87;p7"/>
          <p:cNvSpPr txBox="1">
            <a:spLocks noGrp="1"/>
          </p:cNvSpPr>
          <p:nvPr>
            <p:ph type="body" idx="14"/>
          </p:nvPr>
        </p:nvSpPr>
        <p:spPr>
          <a:xfrm>
            <a:off x="678617" y="5119683"/>
            <a:ext cx="5179600" cy="1076600"/>
          </a:xfrm>
          <a:prstGeom prst="rect">
            <a:avLst/>
          </a:prstGeom>
        </p:spPr>
        <p:txBody>
          <a:bodyPr spcFirstLastPara="1" wrap="square" lIns="0" tIns="0" rIns="0" bIns="0" anchor="t" anchorCtr="0">
            <a:noAutofit/>
          </a:bodyPr>
          <a:lstStyle>
            <a:lvl1pPr marL="304815" lvl="0" indent="-228611">
              <a:spcBef>
                <a:spcPts val="427"/>
              </a:spcBef>
              <a:spcAft>
                <a:spcPts val="0"/>
              </a:spcAft>
              <a:buSzPts val="1800"/>
              <a:buChar char="•"/>
              <a:defRPr sz="1200" b="0"/>
            </a:lvl1pPr>
            <a:lvl2pPr marL="609630" lvl="1" indent="-228611">
              <a:spcBef>
                <a:spcPts val="373"/>
              </a:spcBef>
              <a:spcAft>
                <a:spcPts val="0"/>
              </a:spcAft>
              <a:buSzPts val="1800"/>
              <a:buChar char="–"/>
              <a:defRPr sz="1200" b="0"/>
            </a:lvl2pPr>
            <a:lvl3pPr marL="914446" lvl="2" indent="-228611">
              <a:spcBef>
                <a:spcPts val="320"/>
              </a:spcBef>
              <a:spcAft>
                <a:spcPts val="0"/>
              </a:spcAft>
              <a:buSzPts val="1800"/>
              <a:buChar char="•"/>
              <a:defRPr/>
            </a:lvl3pPr>
            <a:lvl4pPr marL="1219261" lvl="3" indent="-228611">
              <a:spcBef>
                <a:spcPts val="267"/>
              </a:spcBef>
              <a:spcAft>
                <a:spcPts val="0"/>
              </a:spcAft>
              <a:buSzPts val="1800"/>
              <a:buFont typeface="Inter"/>
              <a:buChar char="–"/>
              <a:defRPr sz="1200">
                <a:latin typeface="Inter"/>
                <a:ea typeface="Inter"/>
                <a:cs typeface="Inter"/>
                <a:sym typeface="Inter"/>
              </a:defRPr>
            </a:lvl4pPr>
            <a:lvl5pPr marL="1524076" lvl="4" indent="-228611">
              <a:spcBef>
                <a:spcPts val="267"/>
              </a:spcBef>
              <a:spcAft>
                <a:spcPts val="0"/>
              </a:spcAft>
              <a:buSzPts val="1800"/>
              <a:buChar char="»"/>
              <a:defRPr sz="1200"/>
            </a:lvl5pPr>
            <a:lvl6pPr marL="1828891" lvl="5" indent="-228611">
              <a:spcBef>
                <a:spcPts val="267"/>
              </a:spcBef>
              <a:spcAft>
                <a:spcPts val="0"/>
              </a:spcAft>
              <a:buSzPts val="1800"/>
              <a:buChar char="•"/>
              <a:defRPr sz="1200"/>
            </a:lvl6pPr>
            <a:lvl7pPr marL="2133707" lvl="6" indent="-228611">
              <a:spcBef>
                <a:spcPts val="267"/>
              </a:spcBef>
              <a:spcAft>
                <a:spcPts val="0"/>
              </a:spcAft>
              <a:buSzPts val="1800"/>
              <a:buChar char="•"/>
              <a:defRPr sz="1200"/>
            </a:lvl7pPr>
            <a:lvl8pPr marL="2438522" lvl="7" indent="-228611">
              <a:spcBef>
                <a:spcPts val="267"/>
              </a:spcBef>
              <a:spcAft>
                <a:spcPts val="0"/>
              </a:spcAft>
              <a:buSzPts val="1800"/>
              <a:buChar char="•"/>
              <a:defRPr sz="1200"/>
            </a:lvl8pPr>
            <a:lvl9pPr marL="2743337" lvl="8" indent="-228611">
              <a:spcBef>
                <a:spcPts val="267"/>
              </a:spcBef>
              <a:spcAft>
                <a:spcPts val="0"/>
              </a:spcAft>
              <a:buSzPts val="1800"/>
              <a:buChar char="•"/>
              <a:defRPr sz="1200"/>
            </a:lvl9pPr>
          </a:lstStyle>
          <a:p>
            <a:endParaRPr/>
          </a:p>
        </p:txBody>
      </p:sp>
      <p:sp>
        <p:nvSpPr>
          <p:cNvPr id="88" name="Google Shape;88;p7"/>
          <p:cNvSpPr>
            <a:spLocks noGrp="1"/>
          </p:cNvSpPr>
          <p:nvPr>
            <p:ph type="pic" idx="15"/>
          </p:nvPr>
        </p:nvSpPr>
        <p:spPr>
          <a:xfrm>
            <a:off x="10429567" y="2967847"/>
            <a:ext cx="1076600" cy="1076600"/>
          </a:xfrm>
          <a:prstGeom prst="rect">
            <a:avLst/>
          </a:prstGeom>
          <a:noFill/>
          <a:ln>
            <a:noFill/>
          </a:ln>
        </p:spPr>
      </p:sp>
      <p:sp>
        <p:nvSpPr>
          <p:cNvPr id="89" name="Google Shape;89;p7"/>
          <p:cNvSpPr>
            <a:spLocks noGrp="1"/>
          </p:cNvSpPr>
          <p:nvPr>
            <p:ph type="pic" idx="16"/>
          </p:nvPr>
        </p:nvSpPr>
        <p:spPr>
          <a:xfrm>
            <a:off x="672350" y="685794"/>
            <a:ext cx="9563000" cy="3380600"/>
          </a:xfrm>
          <a:prstGeom prst="rect">
            <a:avLst/>
          </a:prstGeom>
          <a:noFill/>
          <a:ln>
            <a:noFill/>
          </a:ln>
        </p:spPr>
      </p:sp>
      <p:cxnSp>
        <p:nvCxnSpPr>
          <p:cNvPr id="90" name="Google Shape;90;p7"/>
          <p:cNvCxnSpPr/>
          <p:nvPr/>
        </p:nvCxnSpPr>
        <p:spPr>
          <a:xfrm>
            <a:off x="6723364" y="5138420"/>
            <a:ext cx="5468600" cy="0"/>
          </a:xfrm>
          <a:prstGeom prst="straightConnector1">
            <a:avLst/>
          </a:prstGeom>
          <a:noFill/>
          <a:ln w="9525" cap="flat" cmpd="sng">
            <a:solidFill>
              <a:srgbClr val="000000"/>
            </a:solidFill>
            <a:prstDash val="solid"/>
            <a:round/>
            <a:headEnd type="none" w="sm" len="sm"/>
            <a:tailEnd type="none" w="sm" len="sm"/>
          </a:ln>
        </p:spPr>
      </p:cxnSp>
      <p:sp>
        <p:nvSpPr>
          <p:cNvPr id="91" name="Google Shape;91;p7"/>
          <p:cNvSpPr txBox="1">
            <a:spLocks noGrp="1"/>
          </p:cNvSpPr>
          <p:nvPr>
            <p:ph type="subTitle" idx="17"/>
          </p:nvPr>
        </p:nvSpPr>
        <p:spPr>
          <a:xfrm>
            <a:off x="610667" y="4528617"/>
            <a:ext cx="5247600" cy="492600"/>
          </a:xfrm>
          <a:prstGeom prst="rect">
            <a:avLst/>
          </a:prstGeom>
        </p:spPr>
        <p:txBody>
          <a:bodyPr spcFirstLastPara="1" wrap="square" lIns="0" tIns="0" rIns="0" bIns="0" anchor="t" anchorCtr="0">
            <a:noAutofit/>
          </a:bodyPr>
          <a:lstStyle>
            <a:lvl1pPr lvl="0">
              <a:spcBef>
                <a:spcPts val="427"/>
              </a:spcBef>
              <a:spcAft>
                <a:spcPts val="0"/>
              </a:spcAft>
              <a:buSzPts val="4800"/>
              <a:buNone/>
              <a:defRPr/>
            </a:lvl1pPr>
            <a:lvl2pPr lvl="1">
              <a:spcBef>
                <a:spcPts val="373"/>
              </a:spcBef>
              <a:spcAft>
                <a:spcPts val="0"/>
              </a:spcAft>
              <a:buSzPts val="2800"/>
              <a:buNone/>
              <a:defRPr/>
            </a:lvl2pPr>
            <a:lvl3pPr lvl="2">
              <a:spcBef>
                <a:spcPts val="320"/>
              </a:spcBef>
              <a:spcAft>
                <a:spcPts val="0"/>
              </a:spcAft>
              <a:buSzPts val="1800"/>
              <a:buNone/>
              <a:defRPr/>
            </a:lvl3pPr>
            <a:lvl4pPr lvl="3">
              <a:spcBef>
                <a:spcPts val="267"/>
              </a:spcBef>
              <a:spcAft>
                <a:spcPts val="0"/>
              </a:spcAft>
              <a:buSzPts val="2000"/>
              <a:buNone/>
              <a:defRPr/>
            </a:lvl4pPr>
            <a:lvl5pPr lvl="4">
              <a:spcBef>
                <a:spcPts val="267"/>
              </a:spcBef>
              <a:spcAft>
                <a:spcPts val="0"/>
              </a:spcAft>
              <a:buSzPts val="2000"/>
              <a:buNone/>
              <a:defRPr/>
            </a:lvl5pPr>
            <a:lvl6pPr lvl="5">
              <a:spcBef>
                <a:spcPts val="267"/>
              </a:spcBef>
              <a:spcAft>
                <a:spcPts val="0"/>
              </a:spcAft>
              <a:buSzPts val="2000"/>
              <a:buNone/>
              <a:defRPr/>
            </a:lvl6pPr>
            <a:lvl7pPr lvl="6">
              <a:spcBef>
                <a:spcPts val="267"/>
              </a:spcBef>
              <a:spcAft>
                <a:spcPts val="0"/>
              </a:spcAft>
              <a:buSzPts val="2000"/>
              <a:buNone/>
              <a:defRPr/>
            </a:lvl7pPr>
            <a:lvl8pPr lvl="7">
              <a:spcBef>
                <a:spcPts val="267"/>
              </a:spcBef>
              <a:spcAft>
                <a:spcPts val="0"/>
              </a:spcAft>
              <a:buSzPts val="2000"/>
              <a:buNone/>
              <a:defRPr/>
            </a:lvl8pPr>
            <a:lvl9pPr lvl="8">
              <a:spcBef>
                <a:spcPts val="267"/>
              </a:spcBef>
              <a:spcAft>
                <a:spcPts val="0"/>
              </a:spcAft>
              <a:buSzPts val="2000"/>
              <a:buNone/>
              <a:defRPr/>
            </a:lvl9pPr>
          </a:lstStyle>
          <a:p>
            <a:endParaRPr/>
          </a:p>
        </p:txBody>
      </p:sp>
      <p:cxnSp>
        <p:nvCxnSpPr>
          <p:cNvPr id="92" name="Google Shape;92;p7"/>
          <p:cNvCxnSpPr/>
          <p:nvPr/>
        </p:nvCxnSpPr>
        <p:spPr>
          <a:xfrm>
            <a:off x="6723364" y="5393690"/>
            <a:ext cx="5468600" cy="0"/>
          </a:xfrm>
          <a:prstGeom prst="straightConnector1">
            <a:avLst/>
          </a:prstGeom>
          <a:noFill/>
          <a:ln w="9525" cap="flat" cmpd="sng">
            <a:solidFill>
              <a:srgbClr val="000000"/>
            </a:solidFill>
            <a:prstDash val="solid"/>
            <a:round/>
            <a:headEnd type="none" w="sm" len="sm"/>
            <a:tailEnd type="none" w="sm" len="sm"/>
          </a:ln>
        </p:spPr>
      </p:cxnSp>
      <p:cxnSp>
        <p:nvCxnSpPr>
          <p:cNvPr id="93" name="Google Shape;93;p7"/>
          <p:cNvCxnSpPr/>
          <p:nvPr/>
        </p:nvCxnSpPr>
        <p:spPr>
          <a:xfrm>
            <a:off x="6723364" y="5652135"/>
            <a:ext cx="5468600" cy="0"/>
          </a:xfrm>
          <a:prstGeom prst="straightConnector1">
            <a:avLst/>
          </a:prstGeom>
          <a:noFill/>
          <a:ln w="9525" cap="flat" cmpd="sng">
            <a:solidFill>
              <a:srgbClr val="000000"/>
            </a:solidFill>
            <a:prstDash val="solid"/>
            <a:round/>
            <a:headEnd type="none" w="sm" len="sm"/>
            <a:tailEnd type="none" w="sm" len="sm"/>
          </a:ln>
        </p:spPr>
      </p:cxnSp>
      <p:cxnSp>
        <p:nvCxnSpPr>
          <p:cNvPr id="94" name="Google Shape;94;p7"/>
          <p:cNvCxnSpPr/>
          <p:nvPr/>
        </p:nvCxnSpPr>
        <p:spPr>
          <a:xfrm>
            <a:off x="6723364" y="5910580"/>
            <a:ext cx="5468600" cy="0"/>
          </a:xfrm>
          <a:prstGeom prst="straightConnector1">
            <a:avLst/>
          </a:prstGeom>
          <a:noFill/>
          <a:ln w="9525" cap="flat" cmpd="sng">
            <a:solidFill>
              <a:srgbClr val="000000"/>
            </a:solidFill>
            <a:prstDash val="solid"/>
            <a:round/>
            <a:headEnd type="none" w="sm" len="sm"/>
            <a:tailEnd type="none" w="sm" len="sm"/>
          </a:ln>
        </p:spPr>
      </p:cxnSp>
      <p:cxnSp>
        <p:nvCxnSpPr>
          <p:cNvPr id="95" name="Google Shape;95;p7"/>
          <p:cNvCxnSpPr/>
          <p:nvPr/>
        </p:nvCxnSpPr>
        <p:spPr>
          <a:xfrm>
            <a:off x="6723364" y="6169025"/>
            <a:ext cx="5468600" cy="0"/>
          </a:xfrm>
          <a:prstGeom prst="straightConnector1">
            <a:avLst/>
          </a:prstGeom>
          <a:noFill/>
          <a:ln w="9525" cap="flat" cmpd="sng">
            <a:solidFill>
              <a:srgbClr val="000000"/>
            </a:solidFill>
            <a:prstDash val="solid"/>
            <a:round/>
            <a:headEnd type="none" w="sm" len="sm"/>
            <a:tailEnd type="none" w="sm" len="sm"/>
          </a:ln>
        </p:spPr>
      </p:cxnSp>
      <p:sp>
        <p:nvSpPr>
          <p:cNvPr id="96" name="Google Shape;96;p7"/>
          <p:cNvSpPr txBox="1">
            <a:spLocks noGrp="1"/>
          </p:cNvSpPr>
          <p:nvPr>
            <p:ph type="body" idx="18"/>
          </p:nvPr>
        </p:nvSpPr>
        <p:spPr>
          <a:xfrm>
            <a:off x="6757416" y="5456800"/>
            <a:ext cx="1603000" cy="132200"/>
          </a:xfrm>
          <a:prstGeom prst="rect">
            <a:avLst/>
          </a:prstGeom>
        </p:spPr>
        <p:txBody>
          <a:bodyPr spcFirstLastPara="1" wrap="square" lIns="0" tIns="0" rIns="0" bIns="0" anchor="ctr" anchorCtr="0">
            <a:noAutofit/>
          </a:bodyPr>
          <a:lstStyle>
            <a:lvl1pPr marL="304815" lvl="0" indent="-228611" rtl="0">
              <a:spcBef>
                <a:spcPts val="427"/>
              </a:spcBef>
              <a:spcAft>
                <a:spcPts val="0"/>
              </a:spcAft>
              <a:buSzPts val="1800"/>
              <a:buChar char="•"/>
              <a:defRPr sz="1200"/>
            </a:lvl1pPr>
            <a:lvl2pPr marL="609630" lvl="1" indent="-228611" rtl="0">
              <a:spcBef>
                <a:spcPts val="373"/>
              </a:spcBef>
              <a:spcAft>
                <a:spcPts val="0"/>
              </a:spcAft>
              <a:buSzPts val="1800"/>
              <a:buChar char="–"/>
              <a:defRPr sz="1200"/>
            </a:lvl2pPr>
            <a:lvl3pPr marL="914446" lvl="2" indent="-228611" rtl="0">
              <a:spcBef>
                <a:spcPts val="320"/>
              </a:spcBef>
              <a:spcAft>
                <a:spcPts val="0"/>
              </a:spcAft>
              <a:buSzPts val="1800"/>
              <a:buChar char="•"/>
              <a:defRPr b="1"/>
            </a:lvl3pPr>
            <a:lvl4pPr marL="1219261" lvl="3" indent="-228611" rtl="0">
              <a:spcBef>
                <a:spcPts val="267"/>
              </a:spcBef>
              <a:spcAft>
                <a:spcPts val="0"/>
              </a:spcAft>
              <a:buSzPts val="1800"/>
              <a:buFont typeface="Inter"/>
              <a:buChar char="–"/>
              <a:defRPr sz="1200" b="1">
                <a:latin typeface="Inter"/>
                <a:ea typeface="Inter"/>
                <a:cs typeface="Inter"/>
                <a:sym typeface="Inter"/>
              </a:defRPr>
            </a:lvl4pPr>
            <a:lvl5pPr marL="1524076" lvl="4" indent="-228611" rtl="0">
              <a:spcBef>
                <a:spcPts val="267"/>
              </a:spcBef>
              <a:spcAft>
                <a:spcPts val="0"/>
              </a:spcAft>
              <a:buSzPts val="1800"/>
              <a:buChar char="»"/>
              <a:defRPr sz="1200" b="1"/>
            </a:lvl5pPr>
            <a:lvl6pPr marL="1828891" lvl="5" indent="-228611" rtl="0">
              <a:spcBef>
                <a:spcPts val="267"/>
              </a:spcBef>
              <a:spcAft>
                <a:spcPts val="0"/>
              </a:spcAft>
              <a:buSzPts val="1800"/>
              <a:buChar char="•"/>
              <a:defRPr sz="1200" b="1"/>
            </a:lvl6pPr>
            <a:lvl7pPr marL="2133707" lvl="6" indent="-228611" rtl="0">
              <a:spcBef>
                <a:spcPts val="267"/>
              </a:spcBef>
              <a:spcAft>
                <a:spcPts val="0"/>
              </a:spcAft>
              <a:buSzPts val="1800"/>
              <a:buChar char="•"/>
              <a:defRPr sz="1200" b="1"/>
            </a:lvl7pPr>
            <a:lvl8pPr marL="2438522" lvl="7" indent="-228611" rtl="0">
              <a:spcBef>
                <a:spcPts val="267"/>
              </a:spcBef>
              <a:spcAft>
                <a:spcPts val="0"/>
              </a:spcAft>
              <a:buSzPts val="1800"/>
              <a:buChar char="•"/>
              <a:defRPr sz="1200" b="1"/>
            </a:lvl8pPr>
            <a:lvl9pPr marL="2743337" lvl="8" indent="-228611" rtl="0">
              <a:spcBef>
                <a:spcPts val="267"/>
              </a:spcBef>
              <a:spcAft>
                <a:spcPts val="0"/>
              </a:spcAft>
              <a:buSzPts val="1800"/>
              <a:buChar char="•"/>
              <a:defRPr sz="1200" b="1"/>
            </a:lvl9pPr>
          </a:lstStyle>
          <a:p>
            <a:endParaRPr/>
          </a:p>
        </p:txBody>
      </p:sp>
      <p:sp>
        <p:nvSpPr>
          <p:cNvPr id="97" name="Google Shape;97;p7"/>
          <p:cNvSpPr txBox="1">
            <a:spLocks noGrp="1"/>
          </p:cNvSpPr>
          <p:nvPr>
            <p:ph type="body" idx="19"/>
          </p:nvPr>
        </p:nvSpPr>
        <p:spPr>
          <a:xfrm>
            <a:off x="8488801" y="5456809"/>
            <a:ext cx="3146800" cy="132200"/>
          </a:xfrm>
          <a:prstGeom prst="rect">
            <a:avLst/>
          </a:prstGeom>
        </p:spPr>
        <p:txBody>
          <a:bodyPr spcFirstLastPara="1" wrap="square" lIns="0" tIns="0" rIns="0" bIns="0" anchor="ctr" anchorCtr="0">
            <a:noAutofit/>
          </a:bodyPr>
          <a:lstStyle>
            <a:lvl1pPr marL="304815" lvl="0" indent="-228611" rtl="0">
              <a:spcBef>
                <a:spcPts val="427"/>
              </a:spcBef>
              <a:spcAft>
                <a:spcPts val="0"/>
              </a:spcAft>
              <a:buSzPts val="1800"/>
              <a:buChar char="•"/>
              <a:defRPr sz="1200" b="0"/>
            </a:lvl1pPr>
            <a:lvl2pPr marL="609630" lvl="1" indent="-228611" rtl="0">
              <a:spcBef>
                <a:spcPts val="373"/>
              </a:spcBef>
              <a:spcAft>
                <a:spcPts val="0"/>
              </a:spcAft>
              <a:buSzPts val="1800"/>
              <a:buChar char="–"/>
              <a:defRPr sz="1200" b="0"/>
            </a:lvl2pPr>
            <a:lvl3pPr marL="914446" lvl="2" indent="-228611" rtl="0">
              <a:spcBef>
                <a:spcPts val="320"/>
              </a:spcBef>
              <a:spcAft>
                <a:spcPts val="0"/>
              </a:spcAft>
              <a:buSzPts val="1800"/>
              <a:buChar char="•"/>
              <a:defRPr/>
            </a:lvl3pPr>
            <a:lvl4pPr marL="1219261" lvl="3" indent="-228611" rtl="0">
              <a:spcBef>
                <a:spcPts val="267"/>
              </a:spcBef>
              <a:spcAft>
                <a:spcPts val="0"/>
              </a:spcAft>
              <a:buSzPts val="1800"/>
              <a:buFont typeface="Inter"/>
              <a:buChar char="–"/>
              <a:defRPr sz="1200">
                <a:latin typeface="Inter"/>
                <a:ea typeface="Inter"/>
                <a:cs typeface="Inter"/>
                <a:sym typeface="Inter"/>
              </a:defRPr>
            </a:lvl4pPr>
            <a:lvl5pPr marL="1524076" lvl="4" indent="-228611" rtl="0">
              <a:spcBef>
                <a:spcPts val="267"/>
              </a:spcBef>
              <a:spcAft>
                <a:spcPts val="0"/>
              </a:spcAft>
              <a:buSzPts val="1800"/>
              <a:buChar char="»"/>
              <a:defRPr sz="1200"/>
            </a:lvl5pPr>
            <a:lvl6pPr marL="1828891" lvl="5" indent="-228611" rtl="0">
              <a:spcBef>
                <a:spcPts val="267"/>
              </a:spcBef>
              <a:spcAft>
                <a:spcPts val="0"/>
              </a:spcAft>
              <a:buSzPts val="1800"/>
              <a:buChar char="•"/>
              <a:defRPr sz="1200"/>
            </a:lvl6pPr>
            <a:lvl7pPr marL="2133707" lvl="6" indent="-228611" rtl="0">
              <a:spcBef>
                <a:spcPts val="267"/>
              </a:spcBef>
              <a:spcAft>
                <a:spcPts val="0"/>
              </a:spcAft>
              <a:buSzPts val="1800"/>
              <a:buChar char="•"/>
              <a:defRPr sz="1200"/>
            </a:lvl7pPr>
            <a:lvl8pPr marL="2438522" lvl="7" indent="-228611" rtl="0">
              <a:spcBef>
                <a:spcPts val="267"/>
              </a:spcBef>
              <a:spcAft>
                <a:spcPts val="0"/>
              </a:spcAft>
              <a:buSzPts val="1800"/>
              <a:buChar char="•"/>
              <a:defRPr sz="1200"/>
            </a:lvl8pPr>
            <a:lvl9pPr marL="2743337" lvl="8" indent="-228611" rtl="0">
              <a:spcBef>
                <a:spcPts val="267"/>
              </a:spcBef>
              <a:spcAft>
                <a:spcPts val="0"/>
              </a:spcAft>
              <a:buSzPts val="1800"/>
              <a:buChar char="•"/>
              <a:defRPr sz="1200"/>
            </a:lvl9pPr>
          </a:lstStyle>
          <a:p>
            <a:endParaRPr/>
          </a:p>
        </p:txBody>
      </p:sp>
      <p:sp>
        <p:nvSpPr>
          <p:cNvPr id="98" name="Google Shape;98;p7"/>
          <p:cNvSpPr txBox="1">
            <a:spLocks noGrp="1"/>
          </p:cNvSpPr>
          <p:nvPr>
            <p:ph type="body" idx="20"/>
          </p:nvPr>
        </p:nvSpPr>
        <p:spPr>
          <a:xfrm>
            <a:off x="6757416" y="5715250"/>
            <a:ext cx="1603000" cy="132200"/>
          </a:xfrm>
          <a:prstGeom prst="rect">
            <a:avLst/>
          </a:prstGeom>
        </p:spPr>
        <p:txBody>
          <a:bodyPr spcFirstLastPara="1" wrap="square" lIns="0" tIns="0" rIns="0" bIns="0" anchor="ctr" anchorCtr="0">
            <a:noAutofit/>
          </a:bodyPr>
          <a:lstStyle>
            <a:lvl1pPr marL="304815" lvl="0" indent="-228611" rtl="0">
              <a:spcBef>
                <a:spcPts val="427"/>
              </a:spcBef>
              <a:spcAft>
                <a:spcPts val="0"/>
              </a:spcAft>
              <a:buSzPts val="1800"/>
              <a:buChar char="•"/>
              <a:defRPr sz="1200"/>
            </a:lvl1pPr>
            <a:lvl2pPr marL="609630" lvl="1" indent="-228611" rtl="0">
              <a:spcBef>
                <a:spcPts val="373"/>
              </a:spcBef>
              <a:spcAft>
                <a:spcPts val="0"/>
              </a:spcAft>
              <a:buSzPts val="1800"/>
              <a:buChar char="–"/>
              <a:defRPr sz="1200"/>
            </a:lvl2pPr>
            <a:lvl3pPr marL="914446" lvl="2" indent="-228611" rtl="0">
              <a:spcBef>
                <a:spcPts val="320"/>
              </a:spcBef>
              <a:spcAft>
                <a:spcPts val="0"/>
              </a:spcAft>
              <a:buSzPts val="1800"/>
              <a:buChar char="•"/>
              <a:defRPr b="1"/>
            </a:lvl3pPr>
            <a:lvl4pPr marL="1219261" lvl="3" indent="-228611" rtl="0">
              <a:spcBef>
                <a:spcPts val="267"/>
              </a:spcBef>
              <a:spcAft>
                <a:spcPts val="0"/>
              </a:spcAft>
              <a:buSzPts val="1800"/>
              <a:buFont typeface="Inter"/>
              <a:buChar char="–"/>
              <a:defRPr sz="1200" b="1">
                <a:latin typeface="Inter"/>
                <a:ea typeface="Inter"/>
                <a:cs typeface="Inter"/>
                <a:sym typeface="Inter"/>
              </a:defRPr>
            </a:lvl4pPr>
            <a:lvl5pPr marL="1524076" lvl="4" indent="-228611" rtl="0">
              <a:spcBef>
                <a:spcPts val="267"/>
              </a:spcBef>
              <a:spcAft>
                <a:spcPts val="0"/>
              </a:spcAft>
              <a:buSzPts val="1800"/>
              <a:buChar char="»"/>
              <a:defRPr sz="1200" b="1"/>
            </a:lvl5pPr>
            <a:lvl6pPr marL="1828891" lvl="5" indent="-228611" rtl="0">
              <a:spcBef>
                <a:spcPts val="267"/>
              </a:spcBef>
              <a:spcAft>
                <a:spcPts val="0"/>
              </a:spcAft>
              <a:buSzPts val="1800"/>
              <a:buChar char="•"/>
              <a:defRPr sz="1200" b="1"/>
            </a:lvl6pPr>
            <a:lvl7pPr marL="2133707" lvl="6" indent="-228611" rtl="0">
              <a:spcBef>
                <a:spcPts val="267"/>
              </a:spcBef>
              <a:spcAft>
                <a:spcPts val="0"/>
              </a:spcAft>
              <a:buSzPts val="1800"/>
              <a:buChar char="•"/>
              <a:defRPr sz="1200" b="1"/>
            </a:lvl7pPr>
            <a:lvl8pPr marL="2438522" lvl="7" indent="-228611" rtl="0">
              <a:spcBef>
                <a:spcPts val="267"/>
              </a:spcBef>
              <a:spcAft>
                <a:spcPts val="0"/>
              </a:spcAft>
              <a:buSzPts val="1800"/>
              <a:buChar char="•"/>
              <a:defRPr sz="1200" b="1"/>
            </a:lvl8pPr>
            <a:lvl9pPr marL="2743337" lvl="8" indent="-228611" rtl="0">
              <a:spcBef>
                <a:spcPts val="267"/>
              </a:spcBef>
              <a:spcAft>
                <a:spcPts val="0"/>
              </a:spcAft>
              <a:buSzPts val="1800"/>
              <a:buChar char="•"/>
              <a:defRPr sz="1200" b="1"/>
            </a:lvl9pPr>
          </a:lstStyle>
          <a:p>
            <a:endParaRPr/>
          </a:p>
        </p:txBody>
      </p:sp>
      <p:sp>
        <p:nvSpPr>
          <p:cNvPr id="99" name="Google Shape;99;p7"/>
          <p:cNvSpPr txBox="1">
            <a:spLocks noGrp="1"/>
          </p:cNvSpPr>
          <p:nvPr>
            <p:ph type="body" idx="21"/>
          </p:nvPr>
        </p:nvSpPr>
        <p:spPr>
          <a:xfrm>
            <a:off x="8488801" y="5715259"/>
            <a:ext cx="3146800" cy="132200"/>
          </a:xfrm>
          <a:prstGeom prst="rect">
            <a:avLst/>
          </a:prstGeom>
        </p:spPr>
        <p:txBody>
          <a:bodyPr spcFirstLastPara="1" wrap="square" lIns="0" tIns="0" rIns="0" bIns="0" anchor="ctr" anchorCtr="0">
            <a:noAutofit/>
          </a:bodyPr>
          <a:lstStyle>
            <a:lvl1pPr marL="304815" lvl="0" indent="-228611" rtl="0">
              <a:spcBef>
                <a:spcPts val="427"/>
              </a:spcBef>
              <a:spcAft>
                <a:spcPts val="0"/>
              </a:spcAft>
              <a:buSzPts val="1800"/>
              <a:buChar char="•"/>
              <a:defRPr sz="1200" b="0"/>
            </a:lvl1pPr>
            <a:lvl2pPr marL="609630" lvl="1" indent="-228611" rtl="0">
              <a:spcBef>
                <a:spcPts val="373"/>
              </a:spcBef>
              <a:spcAft>
                <a:spcPts val="0"/>
              </a:spcAft>
              <a:buSzPts val="1800"/>
              <a:buChar char="–"/>
              <a:defRPr sz="1200" b="0"/>
            </a:lvl2pPr>
            <a:lvl3pPr marL="914446" lvl="2" indent="-228611" rtl="0">
              <a:spcBef>
                <a:spcPts val="320"/>
              </a:spcBef>
              <a:spcAft>
                <a:spcPts val="0"/>
              </a:spcAft>
              <a:buSzPts val="1800"/>
              <a:buChar char="•"/>
              <a:defRPr/>
            </a:lvl3pPr>
            <a:lvl4pPr marL="1219261" lvl="3" indent="-228611" rtl="0">
              <a:spcBef>
                <a:spcPts val="267"/>
              </a:spcBef>
              <a:spcAft>
                <a:spcPts val="0"/>
              </a:spcAft>
              <a:buSzPts val="1800"/>
              <a:buFont typeface="Inter"/>
              <a:buChar char="–"/>
              <a:defRPr sz="1200">
                <a:latin typeface="Inter"/>
                <a:ea typeface="Inter"/>
                <a:cs typeface="Inter"/>
                <a:sym typeface="Inter"/>
              </a:defRPr>
            </a:lvl4pPr>
            <a:lvl5pPr marL="1524076" lvl="4" indent="-228611" rtl="0">
              <a:spcBef>
                <a:spcPts val="267"/>
              </a:spcBef>
              <a:spcAft>
                <a:spcPts val="0"/>
              </a:spcAft>
              <a:buSzPts val="1800"/>
              <a:buChar char="»"/>
              <a:defRPr sz="1200"/>
            </a:lvl5pPr>
            <a:lvl6pPr marL="1828891" lvl="5" indent="-228611" rtl="0">
              <a:spcBef>
                <a:spcPts val="267"/>
              </a:spcBef>
              <a:spcAft>
                <a:spcPts val="0"/>
              </a:spcAft>
              <a:buSzPts val="1800"/>
              <a:buChar char="•"/>
              <a:defRPr sz="1200"/>
            </a:lvl6pPr>
            <a:lvl7pPr marL="2133707" lvl="6" indent="-228611" rtl="0">
              <a:spcBef>
                <a:spcPts val="267"/>
              </a:spcBef>
              <a:spcAft>
                <a:spcPts val="0"/>
              </a:spcAft>
              <a:buSzPts val="1800"/>
              <a:buChar char="•"/>
              <a:defRPr sz="1200"/>
            </a:lvl7pPr>
            <a:lvl8pPr marL="2438522" lvl="7" indent="-228611" rtl="0">
              <a:spcBef>
                <a:spcPts val="267"/>
              </a:spcBef>
              <a:spcAft>
                <a:spcPts val="0"/>
              </a:spcAft>
              <a:buSzPts val="1800"/>
              <a:buChar char="•"/>
              <a:defRPr sz="1200"/>
            </a:lvl8pPr>
            <a:lvl9pPr marL="2743337" lvl="8" indent="-228611" rtl="0">
              <a:spcBef>
                <a:spcPts val="267"/>
              </a:spcBef>
              <a:spcAft>
                <a:spcPts val="0"/>
              </a:spcAft>
              <a:buSzPts val="1800"/>
              <a:buChar char="•"/>
              <a:defRPr sz="1200"/>
            </a:lvl9pPr>
          </a:lstStyle>
          <a:p>
            <a:endParaRPr/>
          </a:p>
        </p:txBody>
      </p:sp>
      <p:sp>
        <p:nvSpPr>
          <p:cNvPr id="100" name="Google Shape;100;p7"/>
          <p:cNvSpPr txBox="1">
            <a:spLocks noGrp="1"/>
          </p:cNvSpPr>
          <p:nvPr>
            <p:ph type="body" idx="22"/>
          </p:nvPr>
        </p:nvSpPr>
        <p:spPr>
          <a:xfrm>
            <a:off x="6757416" y="5973700"/>
            <a:ext cx="1603000" cy="132200"/>
          </a:xfrm>
          <a:prstGeom prst="rect">
            <a:avLst/>
          </a:prstGeom>
        </p:spPr>
        <p:txBody>
          <a:bodyPr spcFirstLastPara="1" wrap="square" lIns="0" tIns="0" rIns="0" bIns="0" anchor="ctr" anchorCtr="0">
            <a:noAutofit/>
          </a:bodyPr>
          <a:lstStyle>
            <a:lvl1pPr marL="304815" lvl="0" indent="-228611" rtl="0">
              <a:spcBef>
                <a:spcPts val="427"/>
              </a:spcBef>
              <a:spcAft>
                <a:spcPts val="0"/>
              </a:spcAft>
              <a:buSzPts val="1800"/>
              <a:buChar char="•"/>
              <a:defRPr sz="1200"/>
            </a:lvl1pPr>
            <a:lvl2pPr marL="609630" lvl="1" indent="-228611" rtl="0">
              <a:spcBef>
                <a:spcPts val="373"/>
              </a:spcBef>
              <a:spcAft>
                <a:spcPts val="0"/>
              </a:spcAft>
              <a:buSzPts val="1800"/>
              <a:buChar char="–"/>
              <a:defRPr sz="1200"/>
            </a:lvl2pPr>
            <a:lvl3pPr marL="914446" lvl="2" indent="-228611" rtl="0">
              <a:spcBef>
                <a:spcPts val="320"/>
              </a:spcBef>
              <a:spcAft>
                <a:spcPts val="0"/>
              </a:spcAft>
              <a:buSzPts val="1800"/>
              <a:buChar char="•"/>
              <a:defRPr b="1"/>
            </a:lvl3pPr>
            <a:lvl4pPr marL="1219261" lvl="3" indent="-228611" rtl="0">
              <a:spcBef>
                <a:spcPts val="267"/>
              </a:spcBef>
              <a:spcAft>
                <a:spcPts val="0"/>
              </a:spcAft>
              <a:buSzPts val="1800"/>
              <a:buFont typeface="Inter"/>
              <a:buChar char="–"/>
              <a:defRPr sz="1200" b="1">
                <a:latin typeface="Inter"/>
                <a:ea typeface="Inter"/>
                <a:cs typeface="Inter"/>
                <a:sym typeface="Inter"/>
              </a:defRPr>
            </a:lvl4pPr>
            <a:lvl5pPr marL="1524076" lvl="4" indent="-228611" rtl="0">
              <a:spcBef>
                <a:spcPts val="267"/>
              </a:spcBef>
              <a:spcAft>
                <a:spcPts val="0"/>
              </a:spcAft>
              <a:buSzPts val="1800"/>
              <a:buChar char="»"/>
              <a:defRPr sz="1200" b="1"/>
            </a:lvl5pPr>
            <a:lvl6pPr marL="1828891" lvl="5" indent="-228611" rtl="0">
              <a:spcBef>
                <a:spcPts val="267"/>
              </a:spcBef>
              <a:spcAft>
                <a:spcPts val="0"/>
              </a:spcAft>
              <a:buSzPts val="1800"/>
              <a:buChar char="•"/>
              <a:defRPr sz="1200" b="1"/>
            </a:lvl6pPr>
            <a:lvl7pPr marL="2133707" lvl="6" indent="-228611" rtl="0">
              <a:spcBef>
                <a:spcPts val="267"/>
              </a:spcBef>
              <a:spcAft>
                <a:spcPts val="0"/>
              </a:spcAft>
              <a:buSzPts val="1800"/>
              <a:buChar char="•"/>
              <a:defRPr sz="1200" b="1"/>
            </a:lvl7pPr>
            <a:lvl8pPr marL="2438522" lvl="7" indent="-228611" rtl="0">
              <a:spcBef>
                <a:spcPts val="267"/>
              </a:spcBef>
              <a:spcAft>
                <a:spcPts val="0"/>
              </a:spcAft>
              <a:buSzPts val="1800"/>
              <a:buChar char="•"/>
              <a:defRPr sz="1200" b="1"/>
            </a:lvl8pPr>
            <a:lvl9pPr marL="2743337" lvl="8" indent="-228611" rtl="0">
              <a:spcBef>
                <a:spcPts val="267"/>
              </a:spcBef>
              <a:spcAft>
                <a:spcPts val="0"/>
              </a:spcAft>
              <a:buSzPts val="1800"/>
              <a:buChar char="•"/>
              <a:defRPr sz="1200" b="1"/>
            </a:lvl9pPr>
          </a:lstStyle>
          <a:p>
            <a:endParaRPr/>
          </a:p>
        </p:txBody>
      </p:sp>
      <p:sp>
        <p:nvSpPr>
          <p:cNvPr id="101" name="Google Shape;101;p7"/>
          <p:cNvSpPr txBox="1">
            <a:spLocks noGrp="1"/>
          </p:cNvSpPr>
          <p:nvPr>
            <p:ph type="body" idx="23"/>
          </p:nvPr>
        </p:nvSpPr>
        <p:spPr>
          <a:xfrm>
            <a:off x="8488801" y="5973709"/>
            <a:ext cx="3146800" cy="132200"/>
          </a:xfrm>
          <a:prstGeom prst="rect">
            <a:avLst/>
          </a:prstGeom>
        </p:spPr>
        <p:txBody>
          <a:bodyPr spcFirstLastPara="1" wrap="square" lIns="0" tIns="0" rIns="0" bIns="0" anchor="ctr" anchorCtr="0">
            <a:noAutofit/>
          </a:bodyPr>
          <a:lstStyle>
            <a:lvl1pPr marL="304815" lvl="0" indent="-228611" rtl="0">
              <a:spcBef>
                <a:spcPts val="427"/>
              </a:spcBef>
              <a:spcAft>
                <a:spcPts val="0"/>
              </a:spcAft>
              <a:buSzPts val="1800"/>
              <a:buChar char="•"/>
              <a:defRPr sz="1200" b="0"/>
            </a:lvl1pPr>
            <a:lvl2pPr marL="609630" lvl="1" indent="-228611" rtl="0">
              <a:spcBef>
                <a:spcPts val="373"/>
              </a:spcBef>
              <a:spcAft>
                <a:spcPts val="0"/>
              </a:spcAft>
              <a:buSzPts val="1800"/>
              <a:buChar char="–"/>
              <a:defRPr sz="1200" b="0"/>
            </a:lvl2pPr>
            <a:lvl3pPr marL="914446" lvl="2" indent="-228611" rtl="0">
              <a:spcBef>
                <a:spcPts val="320"/>
              </a:spcBef>
              <a:spcAft>
                <a:spcPts val="0"/>
              </a:spcAft>
              <a:buSzPts val="1800"/>
              <a:buChar char="•"/>
              <a:defRPr/>
            </a:lvl3pPr>
            <a:lvl4pPr marL="1219261" lvl="3" indent="-228611" rtl="0">
              <a:spcBef>
                <a:spcPts val="267"/>
              </a:spcBef>
              <a:spcAft>
                <a:spcPts val="0"/>
              </a:spcAft>
              <a:buSzPts val="1800"/>
              <a:buFont typeface="Inter"/>
              <a:buChar char="–"/>
              <a:defRPr sz="1200">
                <a:latin typeface="Inter"/>
                <a:ea typeface="Inter"/>
                <a:cs typeface="Inter"/>
                <a:sym typeface="Inter"/>
              </a:defRPr>
            </a:lvl4pPr>
            <a:lvl5pPr marL="1524076" lvl="4" indent="-228611" rtl="0">
              <a:spcBef>
                <a:spcPts val="267"/>
              </a:spcBef>
              <a:spcAft>
                <a:spcPts val="0"/>
              </a:spcAft>
              <a:buSzPts val="1800"/>
              <a:buChar char="»"/>
              <a:defRPr sz="1200"/>
            </a:lvl5pPr>
            <a:lvl6pPr marL="1828891" lvl="5" indent="-228611" rtl="0">
              <a:spcBef>
                <a:spcPts val="267"/>
              </a:spcBef>
              <a:spcAft>
                <a:spcPts val="0"/>
              </a:spcAft>
              <a:buSzPts val="1800"/>
              <a:buChar char="•"/>
              <a:defRPr sz="1200"/>
            </a:lvl6pPr>
            <a:lvl7pPr marL="2133707" lvl="6" indent="-228611" rtl="0">
              <a:spcBef>
                <a:spcPts val="267"/>
              </a:spcBef>
              <a:spcAft>
                <a:spcPts val="0"/>
              </a:spcAft>
              <a:buSzPts val="1800"/>
              <a:buChar char="•"/>
              <a:defRPr sz="1200"/>
            </a:lvl7pPr>
            <a:lvl8pPr marL="2438522" lvl="7" indent="-228611" rtl="0">
              <a:spcBef>
                <a:spcPts val="267"/>
              </a:spcBef>
              <a:spcAft>
                <a:spcPts val="0"/>
              </a:spcAft>
              <a:buSzPts val="1800"/>
              <a:buChar char="•"/>
              <a:defRPr sz="1200"/>
            </a:lvl8pPr>
            <a:lvl9pPr marL="2743337" lvl="8" indent="-228611" rtl="0">
              <a:spcBef>
                <a:spcPts val="267"/>
              </a:spcBef>
              <a:spcAft>
                <a:spcPts val="0"/>
              </a:spcAft>
              <a:buSzPts val="1800"/>
              <a:buChar char="•"/>
              <a:defRPr sz="1200"/>
            </a:lvl9pPr>
          </a:lstStyle>
          <a:p>
            <a:endParaRPr/>
          </a:p>
        </p:txBody>
      </p:sp>
    </p:spTree>
    <p:extLst>
      <p:ext uri="{BB962C8B-B14F-4D97-AF65-F5344CB8AC3E}">
        <p14:creationId xmlns:p14="http://schemas.microsoft.com/office/powerpoint/2010/main" val="26245668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Gallery" type="objTx">
  <p:cSld name="Gallery">
    <p:spTree>
      <p:nvGrpSpPr>
        <p:cNvPr id="1" name="Shape 102"/>
        <p:cNvGrpSpPr/>
        <p:nvPr/>
      </p:nvGrpSpPr>
      <p:grpSpPr>
        <a:xfrm>
          <a:off x="0" y="0"/>
          <a:ext cx="0" cy="0"/>
          <a:chOff x="0" y="0"/>
          <a:chExt cx="0" cy="0"/>
        </a:xfrm>
      </p:grpSpPr>
      <p:sp>
        <p:nvSpPr>
          <p:cNvPr id="103" name="Google Shape;103;p8"/>
          <p:cNvSpPr txBox="1">
            <a:spLocks noGrp="1"/>
          </p:cNvSpPr>
          <p:nvPr>
            <p:ph type="body" idx="1"/>
          </p:nvPr>
        </p:nvSpPr>
        <p:spPr>
          <a:xfrm>
            <a:off x="678617" y="129283"/>
            <a:ext cx="1563600" cy="164000"/>
          </a:xfrm>
          <a:prstGeom prst="rect">
            <a:avLst/>
          </a:prstGeom>
        </p:spPr>
        <p:txBody>
          <a:bodyPr spcFirstLastPara="1" wrap="square" lIns="0" tIns="0" rIns="0" bIns="0" anchor="t" anchorCtr="0">
            <a:noAutofit/>
          </a:bodyPr>
          <a:lstStyle>
            <a:lvl1pPr marL="304815" lvl="0" indent="-215911" rtl="0">
              <a:spcBef>
                <a:spcPts val="427"/>
              </a:spcBef>
              <a:spcAft>
                <a:spcPts val="0"/>
              </a:spcAft>
              <a:buSzPts val="1500"/>
              <a:buChar char="•"/>
              <a:defRPr sz="1000" i="1"/>
            </a:lvl1pPr>
            <a:lvl2pPr marL="609630" lvl="1" indent="-215911" rtl="0">
              <a:spcBef>
                <a:spcPts val="373"/>
              </a:spcBef>
              <a:spcAft>
                <a:spcPts val="0"/>
              </a:spcAft>
              <a:buSzPts val="1500"/>
              <a:buChar char="–"/>
              <a:defRPr sz="1000" i="1"/>
            </a:lvl2pPr>
            <a:lvl3pPr marL="914446" lvl="2" indent="-215911" rtl="0">
              <a:spcBef>
                <a:spcPts val="320"/>
              </a:spcBef>
              <a:spcAft>
                <a:spcPts val="0"/>
              </a:spcAft>
              <a:buSzPts val="1500"/>
              <a:buChar char="•"/>
              <a:defRPr sz="1000" b="1" i="1"/>
            </a:lvl3pPr>
            <a:lvl4pPr marL="1219261" lvl="3" indent="-215911" rtl="0">
              <a:spcBef>
                <a:spcPts val="267"/>
              </a:spcBef>
              <a:spcAft>
                <a:spcPts val="0"/>
              </a:spcAft>
              <a:buSzPts val="1500"/>
              <a:buFont typeface="Inter"/>
              <a:buChar char="–"/>
              <a:defRPr sz="1000" b="1" i="1">
                <a:latin typeface="Inter"/>
                <a:ea typeface="Inter"/>
                <a:cs typeface="Inter"/>
                <a:sym typeface="Inter"/>
              </a:defRPr>
            </a:lvl4pPr>
            <a:lvl5pPr marL="1524076" lvl="4" indent="-215911" rtl="0">
              <a:spcBef>
                <a:spcPts val="267"/>
              </a:spcBef>
              <a:spcAft>
                <a:spcPts val="0"/>
              </a:spcAft>
              <a:buSzPts val="1500"/>
              <a:buChar char="»"/>
              <a:defRPr sz="1000" b="1" i="1"/>
            </a:lvl5pPr>
            <a:lvl6pPr marL="1828891" lvl="5" indent="-215911" rtl="0">
              <a:spcBef>
                <a:spcPts val="267"/>
              </a:spcBef>
              <a:spcAft>
                <a:spcPts val="0"/>
              </a:spcAft>
              <a:buSzPts val="1500"/>
              <a:buChar char="•"/>
              <a:defRPr sz="1000" b="1" i="1"/>
            </a:lvl6pPr>
            <a:lvl7pPr marL="2133707" lvl="6" indent="-215911" rtl="0">
              <a:spcBef>
                <a:spcPts val="267"/>
              </a:spcBef>
              <a:spcAft>
                <a:spcPts val="0"/>
              </a:spcAft>
              <a:buSzPts val="1500"/>
              <a:buChar char="•"/>
              <a:defRPr sz="1000" b="1" i="1"/>
            </a:lvl7pPr>
            <a:lvl8pPr marL="2438522" lvl="7" indent="-215911" rtl="0">
              <a:spcBef>
                <a:spcPts val="267"/>
              </a:spcBef>
              <a:spcAft>
                <a:spcPts val="0"/>
              </a:spcAft>
              <a:buSzPts val="1500"/>
              <a:buChar char="•"/>
              <a:defRPr sz="1000" b="1" i="1"/>
            </a:lvl8pPr>
            <a:lvl9pPr marL="2743337" lvl="8" indent="-215911" rtl="0">
              <a:spcBef>
                <a:spcPts val="267"/>
              </a:spcBef>
              <a:spcAft>
                <a:spcPts val="0"/>
              </a:spcAft>
              <a:buSzPts val="1500"/>
              <a:buChar char="•"/>
              <a:defRPr sz="1000" b="1" i="1"/>
            </a:lvl9pPr>
          </a:lstStyle>
          <a:p>
            <a:endParaRPr/>
          </a:p>
        </p:txBody>
      </p:sp>
      <p:sp>
        <p:nvSpPr>
          <p:cNvPr id="104" name="Google Shape;104;p8"/>
          <p:cNvSpPr txBox="1">
            <a:spLocks noGrp="1"/>
          </p:cNvSpPr>
          <p:nvPr>
            <p:ph type="body" idx="2"/>
          </p:nvPr>
        </p:nvSpPr>
        <p:spPr>
          <a:xfrm>
            <a:off x="10503250" y="129283"/>
            <a:ext cx="1003000" cy="164000"/>
          </a:xfrm>
          <a:prstGeom prst="rect">
            <a:avLst/>
          </a:prstGeom>
        </p:spPr>
        <p:txBody>
          <a:bodyPr spcFirstLastPara="1" wrap="square" lIns="0" tIns="0" rIns="0" bIns="0" anchor="t" anchorCtr="0">
            <a:noAutofit/>
          </a:bodyPr>
          <a:lstStyle>
            <a:lvl1pPr marL="304815" lvl="0" indent="-215911" algn="r" rtl="0">
              <a:spcBef>
                <a:spcPts val="427"/>
              </a:spcBef>
              <a:spcAft>
                <a:spcPts val="0"/>
              </a:spcAft>
              <a:buSzPts val="1500"/>
              <a:buChar char="•"/>
              <a:defRPr sz="1000" b="0"/>
            </a:lvl1pPr>
            <a:lvl2pPr marL="609630" lvl="1" indent="-215911" algn="r" rtl="0">
              <a:spcBef>
                <a:spcPts val="373"/>
              </a:spcBef>
              <a:spcAft>
                <a:spcPts val="0"/>
              </a:spcAft>
              <a:buSzPts val="1500"/>
              <a:buChar char="–"/>
              <a:defRPr sz="1000" b="0"/>
            </a:lvl2pPr>
            <a:lvl3pPr marL="914446" lvl="2" indent="-215911" algn="r" rtl="0">
              <a:spcBef>
                <a:spcPts val="320"/>
              </a:spcBef>
              <a:spcAft>
                <a:spcPts val="0"/>
              </a:spcAft>
              <a:buSzPts val="1500"/>
              <a:buChar char="•"/>
              <a:defRPr sz="1000"/>
            </a:lvl3pPr>
            <a:lvl4pPr marL="1219261" lvl="3" indent="-215911" algn="r" rtl="0">
              <a:spcBef>
                <a:spcPts val="267"/>
              </a:spcBef>
              <a:spcAft>
                <a:spcPts val="0"/>
              </a:spcAft>
              <a:buSzPts val="1500"/>
              <a:buFont typeface="Inter"/>
              <a:buChar char="–"/>
              <a:defRPr sz="1000">
                <a:latin typeface="Inter"/>
                <a:ea typeface="Inter"/>
                <a:cs typeface="Inter"/>
                <a:sym typeface="Inter"/>
              </a:defRPr>
            </a:lvl4pPr>
            <a:lvl5pPr marL="1524076" lvl="4" indent="-215911" algn="r" rtl="0">
              <a:spcBef>
                <a:spcPts val="267"/>
              </a:spcBef>
              <a:spcAft>
                <a:spcPts val="0"/>
              </a:spcAft>
              <a:buSzPts val="1500"/>
              <a:buChar char="»"/>
              <a:defRPr sz="1000"/>
            </a:lvl5pPr>
            <a:lvl6pPr marL="1828891" lvl="5" indent="-215911" algn="r" rtl="0">
              <a:spcBef>
                <a:spcPts val="267"/>
              </a:spcBef>
              <a:spcAft>
                <a:spcPts val="0"/>
              </a:spcAft>
              <a:buSzPts val="1500"/>
              <a:buChar char="•"/>
              <a:defRPr sz="1000"/>
            </a:lvl6pPr>
            <a:lvl7pPr marL="2133707" lvl="6" indent="-215911" algn="r" rtl="0">
              <a:spcBef>
                <a:spcPts val="267"/>
              </a:spcBef>
              <a:spcAft>
                <a:spcPts val="0"/>
              </a:spcAft>
              <a:buSzPts val="1500"/>
              <a:buChar char="•"/>
              <a:defRPr sz="1000"/>
            </a:lvl7pPr>
            <a:lvl8pPr marL="2438522" lvl="7" indent="-215911" algn="r" rtl="0">
              <a:spcBef>
                <a:spcPts val="267"/>
              </a:spcBef>
              <a:spcAft>
                <a:spcPts val="0"/>
              </a:spcAft>
              <a:buSzPts val="1500"/>
              <a:buChar char="•"/>
              <a:defRPr sz="1000"/>
            </a:lvl8pPr>
            <a:lvl9pPr marL="2743337" lvl="8" indent="-215911" algn="r" rtl="0">
              <a:spcBef>
                <a:spcPts val="267"/>
              </a:spcBef>
              <a:spcAft>
                <a:spcPts val="0"/>
              </a:spcAft>
              <a:buSzPts val="1500"/>
              <a:buChar char="•"/>
              <a:defRPr sz="1000"/>
            </a:lvl9pPr>
          </a:lstStyle>
          <a:p>
            <a:endParaRPr/>
          </a:p>
        </p:txBody>
      </p:sp>
      <p:sp>
        <p:nvSpPr>
          <p:cNvPr id="105" name="Google Shape;105;p8"/>
          <p:cNvSpPr>
            <a:spLocks noGrp="1"/>
          </p:cNvSpPr>
          <p:nvPr>
            <p:ph type="pic" idx="3"/>
          </p:nvPr>
        </p:nvSpPr>
        <p:spPr>
          <a:xfrm>
            <a:off x="4275667" y="685800"/>
            <a:ext cx="7233800" cy="812200"/>
          </a:xfrm>
          <a:prstGeom prst="rect">
            <a:avLst/>
          </a:prstGeom>
          <a:noFill/>
          <a:ln>
            <a:noFill/>
          </a:ln>
        </p:spPr>
      </p:sp>
      <p:sp>
        <p:nvSpPr>
          <p:cNvPr id="106" name="Google Shape;106;p8"/>
          <p:cNvSpPr>
            <a:spLocks noGrp="1"/>
          </p:cNvSpPr>
          <p:nvPr>
            <p:ph type="pic" idx="4"/>
          </p:nvPr>
        </p:nvSpPr>
        <p:spPr>
          <a:xfrm>
            <a:off x="685809" y="1839899"/>
            <a:ext cx="2173400" cy="2181800"/>
          </a:xfrm>
          <a:prstGeom prst="rect">
            <a:avLst/>
          </a:prstGeom>
          <a:noFill/>
          <a:ln>
            <a:noFill/>
          </a:ln>
        </p:spPr>
      </p:sp>
      <p:sp>
        <p:nvSpPr>
          <p:cNvPr id="107" name="Google Shape;107;p8"/>
          <p:cNvSpPr>
            <a:spLocks noGrp="1"/>
          </p:cNvSpPr>
          <p:nvPr>
            <p:ph type="pic" idx="5"/>
          </p:nvPr>
        </p:nvSpPr>
        <p:spPr>
          <a:xfrm>
            <a:off x="3076859" y="1839899"/>
            <a:ext cx="2173400" cy="2181800"/>
          </a:xfrm>
          <a:prstGeom prst="rect">
            <a:avLst/>
          </a:prstGeom>
          <a:noFill/>
          <a:ln>
            <a:noFill/>
          </a:ln>
        </p:spPr>
      </p:sp>
      <p:sp>
        <p:nvSpPr>
          <p:cNvPr id="108" name="Google Shape;108;p8"/>
          <p:cNvSpPr>
            <a:spLocks noGrp="1"/>
          </p:cNvSpPr>
          <p:nvPr>
            <p:ph type="pic" idx="6"/>
          </p:nvPr>
        </p:nvSpPr>
        <p:spPr>
          <a:xfrm>
            <a:off x="5475752" y="1839899"/>
            <a:ext cx="2173400" cy="2181800"/>
          </a:xfrm>
          <a:prstGeom prst="rect">
            <a:avLst/>
          </a:prstGeom>
          <a:noFill/>
          <a:ln>
            <a:noFill/>
          </a:ln>
        </p:spPr>
      </p:sp>
      <p:sp>
        <p:nvSpPr>
          <p:cNvPr id="109" name="Google Shape;109;p8"/>
          <p:cNvSpPr>
            <a:spLocks noGrp="1"/>
          </p:cNvSpPr>
          <p:nvPr>
            <p:ph type="pic" idx="7"/>
          </p:nvPr>
        </p:nvSpPr>
        <p:spPr>
          <a:xfrm>
            <a:off x="7860717" y="1839899"/>
            <a:ext cx="3645000" cy="2181800"/>
          </a:xfrm>
          <a:prstGeom prst="rect">
            <a:avLst/>
          </a:prstGeom>
          <a:noFill/>
          <a:ln>
            <a:noFill/>
          </a:ln>
        </p:spPr>
      </p:sp>
      <p:sp>
        <p:nvSpPr>
          <p:cNvPr id="110" name="Google Shape;110;p8"/>
          <p:cNvSpPr>
            <a:spLocks noGrp="1"/>
          </p:cNvSpPr>
          <p:nvPr>
            <p:ph type="pic" idx="8"/>
          </p:nvPr>
        </p:nvSpPr>
        <p:spPr>
          <a:xfrm>
            <a:off x="678617" y="4233566"/>
            <a:ext cx="3645000" cy="2181800"/>
          </a:xfrm>
          <a:prstGeom prst="rect">
            <a:avLst/>
          </a:prstGeom>
          <a:noFill/>
          <a:ln>
            <a:noFill/>
          </a:ln>
        </p:spPr>
      </p:sp>
      <p:sp>
        <p:nvSpPr>
          <p:cNvPr id="111" name="Google Shape;111;p8"/>
          <p:cNvSpPr>
            <a:spLocks noGrp="1"/>
          </p:cNvSpPr>
          <p:nvPr>
            <p:ph type="pic" idx="9"/>
          </p:nvPr>
        </p:nvSpPr>
        <p:spPr>
          <a:xfrm>
            <a:off x="4559662" y="4233566"/>
            <a:ext cx="2173400" cy="2181800"/>
          </a:xfrm>
          <a:prstGeom prst="rect">
            <a:avLst/>
          </a:prstGeom>
          <a:noFill/>
          <a:ln>
            <a:noFill/>
          </a:ln>
        </p:spPr>
      </p:sp>
      <p:sp>
        <p:nvSpPr>
          <p:cNvPr id="112" name="Google Shape;112;p8"/>
          <p:cNvSpPr>
            <a:spLocks noGrp="1"/>
          </p:cNvSpPr>
          <p:nvPr>
            <p:ph type="pic" idx="13"/>
          </p:nvPr>
        </p:nvSpPr>
        <p:spPr>
          <a:xfrm>
            <a:off x="6939468" y="4233566"/>
            <a:ext cx="2173400" cy="2181800"/>
          </a:xfrm>
          <a:prstGeom prst="rect">
            <a:avLst/>
          </a:prstGeom>
          <a:noFill/>
          <a:ln>
            <a:noFill/>
          </a:ln>
        </p:spPr>
      </p:sp>
      <p:sp>
        <p:nvSpPr>
          <p:cNvPr id="113" name="Google Shape;113;p8"/>
          <p:cNvSpPr>
            <a:spLocks noGrp="1"/>
          </p:cNvSpPr>
          <p:nvPr>
            <p:ph type="pic" idx="14"/>
          </p:nvPr>
        </p:nvSpPr>
        <p:spPr>
          <a:xfrm>
            <a:off x="9331095" y="4233566"/>
            <a:ext cx="2173400" cy="2181800"/>
          </a:xfrm>
          <a:prstGeom prst="rect">
            <a:avLst/>
          </a:prstGeom>
          <a:noFill/>
          <a:ln>
            <a:noFill/>
          </a:ln>
        </p:spPr>
      </p:sp>
      <p:sp>
        <p:nvSpPr>
          <p:cNvPr id="114" name="Google Shape;114;p8"/>
          <p:cNvSpPr txBox="1">
            <a:spLocks noGrp="1"/>
          </p:cNvSpPr>
          <p:nvPr>
            <p:ph type="body" idx="15"/>
          </p:nvPr>
        </p:nvSpPr>
        <p:spPr>
          <a:xfrm>
            <a:off x="3770892" y="129283"/>
            <a:ext cx="1003000" cy="164000"/>
          </a:xfrm>
          <a:prstGeom prst="rect">
            <a:avLst/>
          </a:prstGeom>
        </p:spPr>
        <p:txBody>
          <a:bodyPr spcFirstLastPara="1" wrap="square" lIns="0" tIns="0" rIns="0" bIns="0" anchor="t" anchorCtr="0">
            <a:noAutofit/>
          </a:bodyPr>
          <a:lstStyle>
            <a:lvl1pPr marL="304815" lvl="0" indent="-215911" algn="ctr" rtl="0">
              <a:spcBef>
                <a:spcPts val="427"/>
              </a:spcBef>
              <a:spcAft>
                <a:spcPts val="0"/>
              </a:spcAft>
              <a:buSzPts val="1500"/>
              <a:buChar char="•"/>
              <a:defRPr sz="1000" b="0"/>
            </a:lvl1pPr>
            <a:lvl2pPr marL="609630" lvl="1" indent="-215911" algn="ctr" rtl="0">
              <a:spcBef>
                <a:spcPts val="373"/>
              </a:spcBef>
              <a:spcAft>
                <a:spcPts val="0"/>
              </a:spcAft>
              <a:buSzPts val="1500"/>
              <a:buChar char="–"/>
              <a:defRPr sz="1000" b="0"/>
            </a:lvl2pPr>
            <a:lvl3pPr marL="914446" lvl="2" indent="-215911" algn="ctr" rtl="0">
              <a:spcBef>
                <a:spcPts val="320"/>
              </a:spcBef>
              <a:spcAft>
                <a:spcPts val="0"/>
              </a:spcAft>
              <a:buSzPts val="1500"/>
              <a:buChar char="•"/>
              <a:defRPr sz="1000"/>
            </a:lvl3pPr>
            <a:lvl4pPr marL="1219261" lvl="3" indent="-215911" algn="ctr" rtl="0">
              <a:spcBef>
                <a:spcPts val="267"/>
              </a:spcBef>
              <a:spcAft>
                <a:spcPts val="0"/>
              </a:spcAft>
              <a:buSzPts val="1500"/>
              <a:buFont typeface="Inter"/>
              <a:buChar char="–"/>
              <a:defRPr sz="1000">
                <a:latin typeface="Inter"/>
                <a:ea typeface="Inter"/>
                <a:cs typeface="Inter"/>
                <a:sym typeface="Inter"/>
              </a:defRPr>
            </a:lvl4pPr>
            <a:lvl5pPr marL="1524076" lvl="4" indent="-215911" algn="ctr" rtl="0">
              <a:spcBef>
                <a:spcPts val="267"/>
              </a:spcBef>
              <a:spcAft>
                <a:spcPts val="0"/>
              </a:spcAft>
              <a:buSzPts val="1500"/>
              <a:buChar char="»"/>
              <a:defRPr sz="1000"/>
            </a:lvl5pPr>
            <a:lvl6pPr marL="1828891" lvl="5" indent="-215911" algn="ctr" rtl="0">
              <a:spcBef>
                <a:spcPts val="267"/>
              </a:spcBef>
              <a:spcAft>
                <a:spcPts val="0"/>
              </a:spcAft>
              <a:buSzPts val="1500"/>
              <a:buChar char="•"/>
              <a:defRPr sz="1000"/>
            </a:lvl6pPr>
            <a:lvl7pPr marL="2133707" lvl="6" indent="-215911" algn="ctr" rtl="0">
              <a:spcBef>
                <a:spcPts val="267"/>
              </a:spcBef>
              <a:spcAft>
                <a:spcPts val="0"/>
              </a:spcAft>
              <a:buSzPts val="1500"/>
              <a:buChar char="•"/>
              <a:defRPr sz="1000"/>
            </a:lvl7pPr>
            <a:lvl8pPr marL="2438522" lvl="7" indent="-215911" algn="ctr" rtl="0">
              <a:spcBef>
                <a:spcPts val="267"/>
              </a:spcBef>
              <a:spcAft>
                <a:spcPts val="0"/>
              </a:spcAft>
              <a:buSzPts val="1500"/>
              <a:buChar char="•"/>
              <a:defRPr sz="1000"/>
            </a:lvl8pPr>
            <a:lvl9pPr marL="2743337" lvl="8" indent="-215911" algn="ctr" rtl="0">
              <a:spcBef>
                <a:spcPts val="267"/>
              </a:spcBef>
              <a:spcAft>
                <a:spcPts val="0"/>
              </a:spcAft>
              <a:buSzPts val="1500"/>
              <a:buChar char="•"/>
              <a:defRPr sz="1000"/>
            </a:lvl9pPr>
          </a:lstStyle>
          <a:p>
            <a:endParaRPr/>
          </a:p>
        </p:txBody>
      </p:sp>
      <p:sp>
        <p:nvSpPr>
          <p:cNvPr id="115" name="Google Shape;115;p8"/>
          <p:cNvSpPr txBox="1">
            <a:spLocks noGrp="1"/>
          </p:cNvSpPr>
          <p:nvPr>
            <p:ph type="body" idx="16"/>
          </p:nvPr>
        </p:nvSpPr>
        <p:spPr>
          <a:xfrm>
            <a:off x="712433" y="1223533"/>
            <a:ext cx="3331000" cy="274400"/>
          </a:xfrm>
          <a:prstGeom prst="rect">
            <a:avLst/>
          </a:prstGeom>
        </p:spPr>
        <p:txBody>
          <a:bodyPr spcFirstLastPara="1" wrap="square" lIns="0" tIns="0" rIns="0" bIns="0" anchor="b" anchorCtr="0">
            <a:noAutofit/>
          </a:bodyPr>
          <a:lstStyle>
            <a:lvl1pPr marL="304815" lvl="0" indent="-228611">
              <a:spcBef>
                <a:spcPts val="427"/>
              </a:spcBef>
              <a:spcAft>
                <a:spcPts val="0"/>
              </a:spcAft>
              <a:buSzPts val="1800"/>
              <a:buChar char="•"/>
              <a:defRPr sz="1200" b="0"/>
            </a:lvl1pPr>
            <a:lvl2pPr marL="609630" lvl="1" indent="-228611">
              <a:spcBef>
                <a:spcPts val="373"/>
              </a:spcBef>
              <a:spcAft>
                <a:spcPts val="0"/>
              </a:spcAft>
              <a:buSzPts val="1800"/>
              <a:buChar char="–"/>
              <a:defRPr sz="1200" b="0"/>
            </a:lvl2pPr>
            <a:lvl3pPr marL="914446" lvl="2" indent="-228611">
              <a:spcBef>
                <a:spcPts val="320"/>
              </a:spcBef>
              <a:spcAft>
                <a:spcPts val="0"/>
              </a:spcAft>
              <a:buSzPts val="1800"/>
              <a:buChar char="•"/>
              <a:defRPr/>
            </a:lvl3pPr>
            <a:lvl4pPr marL="1219261" lvl="3" indent="-228611">
              <a:spcBef>
                <a:spcPts val="267"/>
              </a:spcBef>
              <a:spcAft>
                <a:spcPts val="0"/>
              </a:spcAft>
              <a:buSzPts val="1800"/>
              <a:buFont typeface="Inter"/>
              <a:buChar char="–"/>
              <a:defRPr sz="1200">
                <a:latin typeface="Inter"/>
                <a:ea typeface="Inter"/>
                <a:cs typeface="Inter"/>
                <a:sym typeface="Inter"/>
              </a:defRPr>
            </a:lvl4pPr>
            <a:lvl5pPr marL="1524076" lvl="4" indent="-228611">
              <a:spcBef>
                <a:spcPts val="267"/>
              </a:spcBef>
              <a:spcAft>
                <a:spcPts val="0"/>
              </a:spcAft>
              <a:buSzPts val="1800"/>
              <a:buChar char="»"/>
              <a:defRPr sz="1200"/>
            </a:lvl5pPr>
            <a:lvl6pPr marL="1828891" lvl="5" indent="-228611">
              <a:spcBef>
                <a:spcPts val="267"/>
              </a:spcBef>
              <a:spcAft>
                <a:spcPts val="0"/>
              </a:spcAft>
              <a:buSzPts val="1800"/>
              <a:buChar char="•"/>
              <a:defRPr sz="1200"/>
            </a:lvl6pPr>
            <a:lvl7pPr marL="2133707" lvl="6" indent="-228611">
              <a:spcBef>
                <a:spcPts val="267"/>
              </a:spcBef>
              <a:spcAft>
                <a:spcPts val="0"/>
              </a:spcAft>
              <a:buSzPts val="1800"/>
              <a:buChar char="•"/>
              <a:defRPr sz="1200"/>
            </a:lvl7pPr>
            <a:lvl8pPr marL="2438522" lvl="7" indent="-228611">
              <a:spcBef>
                <a:spcPts val="267"/>
              </a:spcBef>
              <a:spcAft>
                <a:spcPts val="0"/>
              </a:spcAft>
              <a:buSzPts val="1800"/>
              <a:buChar char="•"/>
              <a:defRPr sz="1200"/>
            </a:lvl8pPr>
            <a:lvl9pPr marL="2743337" lvl="8" indent="-228611">
              <a:spcBef>
                <a:spcPts val="267"/>
              </a:spcBef>
              <a:spcAft>
                <a:spcPts val="0"/>
              </a:spcAft>
              <a:buSzPts val="1800"/>
              <a:buChar char="•"/>
              <a:defRPr sz="1200"/>
            </a:lvl9pPr>
          </a:lstStyle>
          <a:p>
            <a:endParaRPr/>
          </a:p>
        </p:txBody>
      </p:sp>
      <p:sp>
        <p:nvSpPr>
          <p:cNvPr id="116" name="Google Shape;116;p8"/>
          <p:cNvSpPr txBox="1">
            <a:spLocks noGrp="1"/>
          </p:cNvSpPr>
          <p:nvPr>
            <p:ph type="body" idx="17"/>
          </p:nvPr>
        </p:nvSpPr>
        <p:spPr>
          <a:xfrm>
            <a:off x="4944217" y="129283"/>
            <a:ext cx="1003000" cy="164000"/>
          </a:xfrm>
          <a:prstGeom prst="rect">
            <a:avLst/>
          </a:prstGeom>
        </p:spPr>
        <p:txBody>
          <a:bodyPr spcFirstLastPara="1" wrap="square" lIns="0" tIns="0" rIns="0" bIns="0" anchor="t" anchorCtr="0">
            <a:noAutofit/>
          </a:bodyPr>
          <a:lstStyle>
            <a:lvl1pPr marL="304815" lvl="0" indent="-215911" algn="ctr" rtl="0">
              <a:spcBef>
                <a:spcPts val="427"/>
              </a:spcBef>
              <a:spcAft>
                <a:spcPts val="0"/>
              </a:spcAft>
              <a:buSzPts val="1500"/>
              <a:buChar char="•"/>
              <a:defRPr sz="1000" b="0"/>
            </a:lvl1pPr>
            <a:lvl2pPr marL="609630" lvl="1" indent="-215911" algn="ctr" rtl="0">
              <a:spcBef>
                <a:spcPts val="373"/>
              </a:spcBef>
              <a:spcAft>
                <a:spcPts val="0"/>
              </a:spcAft>
              <a:buSzPts val="1500"/>
              <a:buChar char="–"/>
              <a:defRPr sz="1000" b="0"/>
            </a:lvl2pPr>
            <a:lvl3pPr marL="914446" lvl="2" indent="-215911" algn="ctr" rtl="0">
              <a:spcBef>
                <a:spcPts val="320"/>
              </a:spcBef>
              <a:spcAft>
                <a:spcPts val="0"/>
              </a:spcAft>
              <a:buSzPts val="1500"/>
              <a:buChar char="•"/>
              <a:defRPr sz="1000"/>
            </a:lvl3pPr>
            <a:lvl4pPr marL="1219261" lvl="3" indent="-215911" algn="ctr" rtl="0">
              <a:spcBef>
                <a:spcPts val="267"/>
              </a:spcBef>
              <a:spcAft>
                <a:spcPts val="0"/>
              </a:spcAft>
              <a:buSzPts val="1500"/>
              <a:buFont typeface="Inter"/>
              <a:buChar char="–"/>
              <a:defRPr sz="1000">
                <a:latin typeface="Inter"/>
                <a:ea typeface="Inter"/>
                <a:cs typeface="Inter"/>
                <a:sym typeface="Inter"/>
              </a:defRPr>
            </a:lvl4pPr>
            <a:lvl5pPr marL="1524076" lvl="4" indent="-215911" algn="ctr" rtl="0">
              <a:spcBef>
                <a:spcPts val="267"/>
              </a:spcBef>
              <a:spcAft>
                <a:spcPts val="0"/>
              </a:spcAft>
              <a:buSzPts val="1500"/>
              <a:buChar char="»"/>
              <a:defRPr sz="1000"/>
            </a:lvl5pPr>
            <a:lvl6pPr marL="1828891" lvl="5" indent="-215911" algn="ctr" rtl="0">
              <a:spcBef>
                <a:spcPts val="267"/>
              </a:spcBef>
              <a:spcAft>
                <a:spcPts val="0"/>
              </a:spcAft>
              <a:buSzPts val="1500"/>
              <a:buChar char="•"/>
              <a:defRPr sz="1000"/>
            </a:lvl6pPr>
            <a:lvl7pPr marL="2133707" lvl="6" indent="-215911" algn="ctr" rtl="0">
              <a:spcBef>
                <a:spcPts val="267"/>
              </a:spcBef>
              <a:spcAft>
                <a:spcPts val="0"/>
              </a:spcAft>
              <a:buSzPts val="1500"/>
              <a:buChar char="•"/>
              <a:defRPr sz="1000"/>
            </a:lvl7pPr>
            <a:lvl8pPr marL="2438522" lvl="7" indent="-215911" algn="ctr" rtl="0">
              <a:spcBef>
                <a:spcPts val="267"/>
              </a:spcBef>
              <a:spcAft>
                <a:spcPts val="0"/>
              </a:spcAft>
              <a:buSzPts val="1500"/>
              <a:buChar char="•"/>
              <a:defRPr sz="1000"/>
            </a:lvl8pPr>
            <a:lvl9pPr marL="2743337" lvl="8" indent="-215911" algn="ctr" rtl="0">
              <a:spcBef>
                <a:spcPts val="267"/>
              </a:spcBef>
              <a:spcAft>
                <a:spcPts val="0"/>
              </a:spcAft>
              <a:buSzPts val="1500"/>
              <a:buChar char="•"/>
              <a:defRPr sz="1000"/>
            </a:lvl9pPr>
          </a:lstStyle>
          <a:p>
            <a:endParaRPr/>
          </a:p>
        </p:txBody>
      </p:sp>
      <p:sp>
        <p:nvSpPr>
          <p:cNvPr id="117" name="Google Shape;117;p8"/>
          <p:cNvSpPr txBox="1">
            <a:spLocks noGrp="1"/>
          </p:cNvSpPr>
          <p:nvPr>
            <p:ph type="body" idx="18"/>
          </p:nvPr>
        </p:nvSpPr>
        <p:spPr>
          <a:xfrm>
            <a:off x="6221867" y="129283"/>
            <a:ext cx="1003000" cy="164000"/>
          </a:xfrm>
          <a:prstGeom prst="rect">
            <a:avLst/>
          </a:prstGeom>
        </p:spPr>
        <p:txBody>
          <a:bodyPr spcFirstLastPara="1" wrap="square" lIns="0" tIns="0" rIns="0" bIns="0" anchor="t" anchorCtr="0">
            <a:noAutofit/>
          </a:bodyPr>
          <a:lstStyle>
            <a:lvl1pPr marL="304815" lvl="0" indent="-215911" algn="ctr" rtl="0">
              <a:spcBef>
                <a:spcPts val="427"/>
              </a:spcBef>
              <a:spcAft>
                <a:spcPts val="0"/>
              </a:spcAft>
              <a:buSzPts val="1500"/>
              <a:buChar char="•"/>
              <a:defRPr sz="1000" b="0"/>
            </a:lvl1pPr>
            <a:lvl2pPr marL="609630" lvl="1" indent="-215911" algn="ctr" rtl="0">
              <a:spcBef>
                <a:spcPts val="373"/>
              </a:spcBef>
              <a:spcAft>
                <a:spcPts val="0"/>
              </a:spcAft>
              <a:buSzPts val="1500"/>
              <a:buChar char="–"/>
              <a:defRPr sz="1000" b="0"/>
            </a:lvl2pPr>
            <a:lvl3pPr marL="914446" lvl="2" indent="-215911" algn="ctr" rtl="0">
              <a:spcBef>
                <a:spcPts val="320"/>
              </a:spcBef>
              <a:spcAft>
                <a:spcPts val="0"/>
              </a:spcAft>
              <a:buSzPts val="1500"/>
              <a:buChar char="•"/>
              <a:defRPr sz="1000"/>
            </a:lvl3pPr>
            <a:lvl4pPr marL="1219261" lvl="3" indent="-215911" algn="ctr" rtl="0">
              <a:spcBef>
                <a:spcPts val="267"/>
              </a:spcBef>
              <a:spcAft>
                <a:spcPts val="0"/>
              </a:spcAft>
              <a:buSzPts val="1500"/>
              <a:buFont typeface="Inter"/>
              <a:buChar char="–"/>
              <a:defRPr sz="1000">
                <a:latin typeface="Inter"/>
                <a:ea typeface="Inter"/>
                <a:cs typeface="Inter"/>
                <a:sym typeface="Inter"/>
              </a:defRPr>
            </a:lvl4pPr>
            <a:lvl5pPr marL="1524076" lvl="4" indent="-215911" algn="ctr" rtl="0">
              <a:spcBef>
                <a:spcPts val="267"/>
              </a:spcBef>
              <a:spcAft>
                <a:spcPts val="0"/>
              </a:spcAft>
              <a:buSzPts val="1500"/>
              <a:buChar char="»"/>
              <a:defRPr sz="1000"/>
            </a:lvl5pPr>
            <a:lvl6pPr marL="1828891" lvl="5" indent="-215911" algn="ctr" rtl="0">
              <a:spcBef>
                <a:spcPts val="267"/>
              </a:spcBef>
              <a:spcAft>
                <a:spcPts val="0"/>
              </a:spcAft>
              <a:buSzPts val="1500"/>
              <a:buChar char="•"/>
              <a:defRPr sz="1000"/>
            </a:lvl6pPr>
            <a:lvl7pPr marL="2133707" lvl="6" indent="-215911" algn="ctr" rtl="0">
              <a:spcBef>
                <a:spcPts val="267"/>
              </a:spcBef>
              <a:spcAft>
                <a:spcPts val="0"/>
              </a:spcAft>
              <a:buSzPts val="1500"/>
              <a:buChar char="•"/>
              <a:defRPr sz="1000"/>
            </a:lvl7pPr>
            <a:lvl8pPr marL="2438522" lvl="7" indent="-215911" algn="ctr" rtl="0">
              <a:spcBef>
                <a:spcPts val="267"/>
              </a:spcBef>
              <a:spcAft>
                <a:spcPts val="0"/>
              </a:spcAft>
              <a:buSzPts val="1500"/>
              <a:buChar char="•"/>
              <a:defRPr sz="1000"/>
            </a:lvl8pPr>
            <a:lvl9pPr marL="2743337" lvl="8" indent="-215911" algn="ctr" rtl="0">
              <a:spcBef>
                <a:spcPts val="267"/>
              </a:spcBef>
              <a:spcAft>
                <a:spcPts val="0"/>
              </a:spcAft>
              <a:buSzPts val="1500"/>
              <a:buChar char="•"/>
              <a:defRPr sz="1000"/>
            </a:lvl9pPr>
          </a:lstStyle>
          <a:p>
            <a:endParaRPr/>
          </a:p>
        </p:txBody>
      </p:sp>
      <p:sp>
        <p:nvSpPr>
          <p:cNvPr id="118" name="Google Shape;118;p8"/>
          <p:cNvSpPr txBox="1">
            <a:spLocks noGrp="1"/>
          </p:cNvSpPr>
          <p:nvPr>
            <p:ph type="body" idx="19"/>
          </p:nvPr>
        </p:nvSpPr>
        <p:spPr>
          <a:xfrm>
            <a:off x="7414317" y="129283"/>
            <a:ext cx="1003000" cy="164000"/>
          </a:xfrm>
          <a:prstGeom prst="rect">
            <a:avLst/>
          </a:prstGeom>
        </p:spPr>
        <p:txBody>
          <a:bodyPr spcFirstLastPara="1" wrap="square" lIns="0" tIns="0" rIns="0" bIns="0" anchor="t" anchorCtr="0">
            <a:noAutofit/>
          </a:bodyPr>
          <a:lstStyle>
            <a:lvl1pPr marL="304815" lvl="0" indent="-215911" algn="ctr" rtl="0">
              <a:spcBef>
                <a:spcPts val="427"/>
              </a:spcBef>
              <a:spcAft>
                <a:spcPts val="0"/>
              </a:spcAft>
              <a:buSzPts val="1500"/>
              <a:buChar char="•"/>
              <a:defRPr sz="1000" b="0"/>
            </a:lvl1pPr>
            <a:lvl2pPr marL="609630" lvl="1" indent="-215911" algn="ctr" rtl="0">
              <a:spcBef>
                <a:spcPts val="373"/>
              </a:spcBef>
              <a:spcAft>
                <a:spcPts val="0"/>
              </a:spcAft>
              <a:buSzPts val="1500"/>
              <a:buChar char="–"/>
              <a:defRPr sz="1000" b="0"/>
            </a:lvl2pPr>
            <a:lvl3pPr marL="914446" lvl="2" indent="-215911" algn="ctr" rtl="0">
              <a:spcBef>
                <a:spcPts val="320"/>
              </a:spcBef>
              <a:spcAft>
                <a:spcPts val="0"/>
              </a:spcAft>
              <a:buSzPts val="1500"/>
              <a:buChar char="•"/>
              <a:defRPr sz="1000"/>
            </a:lvl3pPr>
            <a:lvl4pPr marL="1219261" lvl="3" indent="-215911" algn="ctr" rtl="0">
              <a:spcBef>
                <a:spcPts val="267"/>
              </a:spcBef>
              <a:spcAft>
                <a:spcPts val="0"/>
              </a:spcAft>
              <a:buSzPts val="1500"/>
              <a:buFont typeface="Inter"/>
              <a:buChar char="–"/>
              <a:defRPr sz="1000">
                <a:latin typeface="Inter"/>
                <a:ea typeface="Inter"/>
                <a:cs typeface="Inter"/>
                <a:sym typeface="Inter"/>
              </a:defRPr>
            </a:lvl4pPr>
            <a:lvl5pPr marL="1524076" lvl="4" indent="-215911" algn="ctr" rtl="0">
              <a:spcBef>
                <a:spcPts val="267"/>
              </a:spcBef>
              <a:spcAft>
                <a:spcPts val="0"/>
              </a:spcAft>
              <a:buSzPts val="1500"/>
              <a:buChar char="»"/>
              <a:defRPr sz="1000"/>
            </a:lvl5pPr>
            <a:lvl6pPr marL="1828891" lvl="5" indent="-215911" algn="ctr" rtl="0">
              <a:spcBef>
                <a:spcPts val="267"/>
              </a:spcBef>
              <a:spcAft>
                <a:spcPts val="0"/>
              </a:spcAft>
              <a:buSzPts val="1500"/>
              <a:buChar char="•"/>
              <a:defRPr sz="1000"/>
            </a:lvl6pPr>
            <a:lvl7pPr marL="2133707" lvl="6" indent="-215911" algn="ctr" rtl="0">
              <a:spcBef>
                <a:spcPts val="267"/>
              </a:spcBef>
              <a:spcAft>
                <a:spcPts val="0"/>
              </a:spcAft>
              <a:buSzPts val="1500"/>
              <a:buChar char="•"/>
              <a:defRPr sz="1000"/>
            </a:lvl7pPr>
            <a:lvl8pPr marL="2438522" lvl="7" indent="-215911" algn="ctr" rtl="0">
              <a:spcBef>
                <a:spcPts val="267"/>
              </a:spcBef>
              <a:spcAft>
                <a:spcPts val="0"/>
              </a:spcAft>
              <a:buSzPts val="1500"/>
              <a:buChar char="•"/>
              <a:defRPr sz="1000"/>
            </a:lvl8pPr>
            <a:lvl9pPr marL="2743337" lvl="8" indent="-215911" algn="ctr" rtl="0">
              <a:spcBef>
                <a:spcPts val="267"/>
              </a:spcBef>
              <a:spcAft>
                <a:spcPts val="0"/>
              </a:spcAft>
              <a:buSzPts val="1500"/>
              <a:buChar char="•"/>
              <a:defRPr sz="1000"/>
            </a:lvl9pPr>
          </a:lstStyle>
          <a:p>
            <a:endParaRPr/>
          </a:p>
        </p:txBody>
      </p:sp>
      <p:sp>
        <p:nvSpPr>
          <p:cNvPr id="119" name="Google Shape;119;p8"/>
          <p:cNvSpPr txBox="1">
            <a:spLocks noGrp="1"/>
          </p:cNvSpPr>
          <p:nvPr>
            <p:ph type="subTitle" idx="20"/>
          </p:nvPr>
        </p:nvSpPr>
        <p:spPr>
          <a:xfrm>
            <a:off x="685800" y="730800"/>
            <a:ext cx="3331000" cy="402600"/>
          </a:xfrm>
          <a:prstGeom prst="rect">
            <a:avLst/>
          </a:prstGeom>
        </p:spPr>
        <p:txBody>
          <a:bodyPr spcFirstLastPara="1" wrap="square" lIns="0" tIns="0" rIns="0" bIns="0" anchor="b" anchorCtr="0">
            <a:noAutofit/>
          </a:bodyPr>
          <a:lstStyle>
            <a:lvl1pPr lvl="0">
              <a:spcBef>
                <a:spcPts val="427"/>
              </a:spcBef>
              <a:spcAft>
                <a:spcPts val="0"/>
              </a:spcAft>
              <a:buSzPts val="4800"/>
              <a:buNone/>
              <a:defRPr/>
            </a:lvl1pPr>
            <a:lvl2pPr lvl="1">
              <a:spcBef>
                <a:spcPts val="373"/>
              </a:spcBef>
              <a:spcAft>
                <a:spcPts val="0"/>
              </a:spcAft>
              <a:buSzPts val="2800"/>
              <a:buNone/>
              <a:defRPr/>
            </a:lvl2pPr>
            <a:lvl3pPr lvl="2">
              <a:spcBef>
                <a:spcPts val="320"/>
              </a:spcBef>
              <a:spcAft>
                <a:spcPts val="0"/>
              </a:spcAft>
              <a:buSzPts val="1800"/>
              <a:buNone/>
              <a:defRPr/>
            </a:lvl3pPr>
            <a:lvl4pPr lvl="3">
              <a:spcBef>
                <a:spcPts val="267"/>
              </a:spcBef>
              <a:spcAft>
                <a:spcPts val="0"/>
              </a:spcAft>
              <a:buSzPts val="2000"/>
              <a:buNone/>
              <a:defRPr/>
            </a:lvl4pPr>
            <a:lvl5pPr lvl="4">
              <a:spcBef>
                <a:spcPts val="267"/>
              </a:spcBef>
              <a:spcAft>
                <a:spcPts val="0"/>
              </a:spcAft>
              <a:buSzPts val="2000"/>
              <a:buNone/>
              <a:defRPr/>
            </a:lvl5pPr>
            <a:lvl6pPr lvl="5">
              <a:spcBef>
                <a:spcPts val="267"/>
              </a:spcBef>
              <a:spcAft>
                <a:spcPts val="0"/>
              </a:spcAft>
              <a:buSzPts val="2000"/>
              <a:buNone/>
              <a:defRPr/>
            </a:lvl6pPr>
            <a:lvl7pPr lvl="6">
              <a:spcBef>
                <a:spcPts val="267"/>
              </a:spcBef>
              <a:spcAft>
                <a:spcPts val="0"/>
              </a:spcAft>
              <a:buSzPts val="2000"/>
              <a:buNone/>
              <a:defRPr/>
            </a:lvl7pPr>
            <a:lvl8pPr lvl="7">
              <a:spcBef>
                <a:spcPts val="267"/>
              </a:spcBef>
              <a:spcAft>
                <a:spcPts val="0"/>
              </a:spcAft>
              <a:buSzPts val="2000"/>
              <a:buNone/>
              <a:defRPr/>
            </a:lvl8pPr>
            <a:lvl9pPr lvl="8">
              <a:spcBef>
                <a:spcPts val="267"/>
              </a:spcBef>
              <a:spcAft>
                <a:spcPts val="0"/>
              </a:spcAft>
              <a:buSzPts val="2000"/>
              <a:buNone/>
              <a:defRPr/>
            </a:lvl9pPr>
          </a:lstStyle>
          <a:p>
            <a:endParaRPr/>
          </a:p>
        </p:txBody>
      </p:sp>
    </p:spTree>
    <p:extLst>
      <p:ext uri="{BB962C8B-B14F-4D97-AF65-F5344CB8AC3E}">
        <p14:creationId xmlns:p14="http://schemas.microsoft.com/office/powerpoint/2010/main" val="23510198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tx1"/>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15CDD45-0E24-824E-8528-54480BCF5819}"/>
              </a:ext>
            </a:extLst>
          </p:cNvPr>
          <p:cNvSpPr>
            <a:spLocks noGrp="1"/>
          </p:cNvSpPr>
          <p:nvPr>
            <p:ph type="ctrTitle" hasCustomPrompt="1"/>
          </p:nvPr>
        </p:nvSpPr>
        <p:spPr>
          <a:xfrm>
            <a:off x="388409" y="1520825"/>
            <a:ext cx="11432116" cy="3705942"/>
          </a:xfrm>
        </p:spPr>
        <p:txBody>
          <a:bodyPr anchor="b"/>
          <a:lstStyle>
            <a:lvl1pPr algn="l">
              <a:defRPr sz="4400" b="1">
                <a:solidFill>
                  <a:schemeClr val="bg1"/>
                </a:solidFill>
              </a:defRPr>
            </a:lvl1pPr>
          </a:lstStyle>
          <a:p>
            <a:r>
              <a:rPr lang="en-US" dirty="0"/>
              <a:t>Add title</a:t>
            </a:r>
            <a:endParaRPr lang="en-GB" dirty="0"/>
          </a:p>
        </p:txBody>
      </p:sp>
      <p:sp>
        <p:nvSpPr>
          <p:cNvPr id="3" name="Subtitle">
            <a:extLst>
              <a:ext uri="{FF2B5EF4-FFF2-40B4-BE49-F238E27FC236}">
                <a16:creationId xmlns:a16="http://schemas.microsoft.com/office/drawing/2014/main" id="{00DB4FFB-A229-AF47-8E60-155F5A2CCF9D}"/>
              </a:ext>
            </a:extLst>
          </p:cNvPr>
          <p:cNvSpPr>
            <a:spLocks noGrp="1"/>
          </p:cNvSpPr>
          <p:nvPr>
            <p:ph type="subTitle" idx="1" hasCustomPrompt="1"/>
          </p:nvPr>
        </p:nvSpPr>
        <p:spPr>
          <a:xfrm>
            <a:off x="388409" y="5613150"/>
            <a:ext cx="11432116" cy="587626"/>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Add Subtitle</a:t>
            </a:r>
            <a:endParaRPr lang="en-GB" dirty="0"/>
          </a:p>
        </p:txBody>
      </p:sp>
      <p:pic>
        <p:nvPicPr>
          <p:cNvPr id="5" name="Picture 4" descr="A picture containing text, font, graphics, screenshot&#10;&#10;Description automatically generated">
            <a:extLst>
              <a:ext uri="{FF2B5EF4-FFF2-40B4-BE49-F238E27FC236}">
                <a16:creationId xmlns:a16="http://schemas.microsoft.com/office/drawing/2014/main" id="{3D584397-3C6D-E4BD-6347-84B65467648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54" y="8708"/>
            <a:ext cx="3349859" cy="1032874"/>
          </a:xfrm>
          <a:prstGeom prst="rect">
            <a:avLst/>
          </a:prstGeom>
        </p:spPr>
      </p:pic>
    </p:spTree>
    <p:extLst>
      <p:ext uri="{BB962C8B-B14F-4D97-AF65-F5344CB8AC3E}">
        <p14:creationId xmlns:p14="http://schemas.microsoft.com/office/powerpoint/2010/main" val="4009894092"/>
      </p:ext>
    </p:extLst>
  </p:cSld>
  <p:clrMapOvr>
    <a:masterClrMapping/>
  </p:clrMapOvr>
  <p:extLst>
    <p:ext uri="{DCECCB84-F9BA-43D5-87BE-67443E8EF086}">
      <p15:sldGuideLst xmlns:p15="http://schemas.microsoft.com/office/powerpoint/2012/main">
        <p15:guide id="2" pos="234">
          <p15:clr>
            <a:srgbClr val="F26B43"/>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break slide or statement – symbol">
    <p:bg>
      <p:bgPr>
        <a:solidFill>
          <a:schemeClr val="tx1"/>
        </a:solidFill>
        <a:effectLst/>
      </p:bgPr>
    </p:bg>
    <p:spTree>
      <p:nvGrpSpPr>
        <p:cNvPr id="1" name=""/>
        <p:cNvGrpSpPr/>
        <p:nvPr/>
      </p:nvGrpSpPr>
      <p:grpSpPr>
        <a:xfrm>
          <a:off x="0" y="0"/>
          <a:ext cx="0" cy="0"/>
          <a:chOff x="0" y="0"/>
          <a:chExt cx="0" cy="0"/>
        </a:xfrm>
      </p:grpSpPr>
      <p:pic>
        <p:nvPicPr>
          <p:cNvPr id="6" name="Symbol">
            <a:extLst>
              <a:ext uri="{FF2B5EF4-FFF2-40B4-BE49-F238E27FC236}">
                <a16:creationId xmlns:a16="http://schemas.microsoft.com/office/drawing/2014/main" id="{D46198B9-F80B-511F-EE0A-23B1CE0E96B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412338" y="1184593"/>
            <a:ext cx="1367324" cy="4109919"/>
          </a:xfrm>
          <a:prstGeom prst="rect">
            <a:avLst/>
          </a:prstGeom>
        </p:spPr>
      </p:pic>
      <p:sp>
        <p:nvSpPr>
          <p:cNvPr id="2" name="Section title">
            <a:extLst>
              <a:ext uri="{FF2B5EF4-FFF2-40B4-BE49-F238E27FC236}">
                <a16:creationId xmlns:a16="http://schemas.microsoft.com/office/drawing/2014/main" id="{515CDD45-0E24-824E-8528-54480BCF5819}"/>
              </a:ext>
            </a:extLst>
          </p:cNvPr>
          <p:cNvSpPr>
            <a:spLocks noGrp="1"/>
          </p:cNvSpPr>
          <p:nvPr>
            <p:ph type="ctrTitle" hasCustomPrompt="1"/>
          </p:nvPr>
        </p:nvSpPr>
        <p:spPr>
          <a:xfrm>
            <a:off x="1343025" y="2555159"/>
            <a:ext cx="9505950" cy="1365957"/>
          </a:xfrm>
        </p:spPr>
        <p:txBody>
          <a:bodyPr anchor="ctr"/>
          <a:lstStyle>
            <a:lvl1pPr algn="ctr">
              <a:lnSpc>
                <a:spcPct val="110000"/>
              </a:lnSpc>
              <a:defRPr sz="3400" b="1">
                <a:solidFill>
                  <a:schemeClr val="bg1"/>
                </a:solidFill>
              </a:defRPr>
            </a:lvl1pPr>
          </a:lstStyle>
          <a:p>
            <a:r>
              <a:rPr lang="en-US" dirty="0"/>
              <a:t>Add section title, quote or statement text </a:t>
            </a:r>
            <a:endParaRPr lang="en-GB" dirty="0"/>
          </a:p>
        </p:txBody>
      </p:sp>
      <p:sp>
        <p:nvSpPr>
          <p:cNvPr id="7" name="Footer">
            <a:extLst>
              <a:ext uri="{FF2B5EF4-FFF2-40B4-BE49-F238E27FC236}">
                <a16:creationId xmlns:a16="http://schemas.microsoft.com/office/drawing/2014/main" id="{71D53A4E-537C-0343-A114-53B2F0666B45}"/>
              </a:ext>
            </a:extLst>
          </p:cNvPr>
          <p:cNvSpPr>
            <a:spLocks noGrp="1"/>
          </p:cNvSpPr>
          <p:nvPr>
            <p:ph type="ftr" sz="quarter" idx="3"/>
          </p:nvPr>
        </p:nvSpPr>
        <p:spPr>
          <a:xfrm>
            <a:off x="2316163" y="6240290"/>
            <a:ext cx="9013253" cy="365125"/>
          </a:xfrm>
          <a:prstGeom prst="rect">
            <a:avLst/>
          </a:prstGeom>
        </p:spPr>
        <p:txBody>
          <a:bodyPr vert="horz" lIns="0" tIns="0" rIns="0" bIns="0" rtlCol="0" anchor="ctr"/>
          <a:lstStyle>
            <a:lvl1pPr algn="l">
              <a:defRPr sz="1100">
                <a:solidFill>
                  <a:schemeClr val="bg1"/>
                </a:solidFill>
              </a:defRPr>
            </a:lvl1pPr>
          </a:lstStyle>
          <a:p>
            <a:pPr algn="r"/>
            <a:r>
              <a:rPr lang="en-GB"/>
              <a:t>Slough and Langley | CCI | UAL | BSc Data Science and AI | 29th January 2025</a:t>
            </a:r>
            <a:endParaRPr lang="en-GB" dirty="0"/>
          </a:p>
        </p:txBody>
      </p:sp>
      <p:sp>
        <p:nvSpPr>
          <p:cNvPr id="8" name="Slide number">
            <a:extLst>
              <a:ext uri="{FF2B5EF4-FFF2-40B4-BE49-F238E27FC236}">
                <a16:creationId xmlns:a16="http://schemas.microsoft.com/office/drawing/2014/main" id="{2E02F478-93EE-404A-9F2D-C1E8EF4E6AE2}"/>
              </a:ext>
            </a:extLst>
          </p:cNvPr>
          <p:cNvSpPr>
            <a:spLocks noGrp="1"/>
          </p:cNvSpPr>
          <p:nvPr>
            <p:ph type="sldNum" sz="quarter" idx="4"/>
          </p:nvPr>
        </p:nvSpPr>
        <p:spPr>
          <a:xfrm>
            <a:off x="11329416" y="6240290"/>
            <a:ext cx="491109" cy="365125"/>
          </a:xfrm>
          <a:prstGeom prst="rect">
            <a:avLst/>
          </a:prstGeom>
        </p:spPr>
        <p:txBody>
          <a:bodyPr vert="horz" lIns="0" tIns="0" rIns="0" bIns="0" rtlCol="0" anchor="ctr"/>
          <a:lstStyle>
            <a:lvl1pPr algn="r">
              <a:defRPr sz="1100">
                <a:solidFill>
                  <a:schemeClr val="bg1"/>
                </a:solidFill>
              </a:defRPr>
            </a:lvl1pPr>
          </a:lstStyle>
          <a:p>
            <a:fld id="{2CC19541-5F6E-2C4C-BF21-196C1C8E2E31}" type="slidenum">
              <a:rPr lang="en-GB" smtClean="0"/>
              <a:pPr/>
              <a:t>‹#›</a:t>
            </a:fld>
            <a:r>
              <a:rPr lang="en-GB" dirty="0"/>
              <a:t> </a:t>
            </a:r>
          </a:p>
        </p:txBody>
      </p:sp>
      <p:pic>
        <p:nvPicPr>
          <p:cNvPr id="4" name="Picture 3" descr="A picture containing text, font, graphics, screenshot&#10;&#10;Description automatically generated">
            <a:extLst>
              <a:ext uri="{FF2B5EF4-FFF2-40B4-BE49-F238E27FC236}">
                <a16:creationId xmlns:a16="http://schemas.microsoft.com/office/drawing/2014/main" id="{18A27D91-D047-F692-B9BD-B216EB3E377E}"/>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84874" y="6164846"/>
            <a:ext cx="1662966" cy="512749"/>
          </a:xfrm>
          <a:prstGeom prst="rect">
            <a:avLst/>
          </a:prstGeom>
        </p:spPr>
      </p:pic>
    </p:spTree>
    <p:extLst>
      <p:ext uri="{BB962C8B-B14F-4D97-AF65-F5344CB8AC3E}">
        <p14:creationId xmlns:p14="http://schemas.microsoft.com/office/powerpoint/2010/main" val="2432561605"/>
      </p:ext>
    </p:extLst>
  </p:cSld>
  <p:clrMapOvr>
    <a:masterClrMapping/>
  </p:clrMapOvr>
  <p:extLst>
    <p:ext uri="{DCECCB84-F9BA-43D5-87BE-67443E8EF086}">
      <p15:sldGuideLst xmlns:p15="http://schemas.microsoft.com/office/powerpoint/2012/main">
        <p15:guide id="1" pos="234">
          <p15:clr>
            <a:srgbClr val="F26B43"/>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ntroduction slide – dark grey">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5" name="Chapter heading">
            <a:extLst>
              <a:ext uri="{FF2B5EF4-FFF2-40B4-BE49-F238E27FC236}">
                <a16:creationId xmlns:a16="http://schemas.microsoft.com/office/drawing/2014/main" id="{A7DB353C-DCFB-A34A-8DF1-AD024339FD9F}"/>
              </a:ext>
            </a:extLst>
          </p:cNvPr>
          <p:cNvSpPr>
            <a:spLocks noGrp="1"/>
          </p:cNvSpPr>
          <p:nvPr>
            <p:ph type="body" sz="quarter" idx="13" hasCustomPrompt="1"/>
          </p:nvPr>
        </p:nvSpPr>
        <p:spPr>
          <a:xfrm>
            <a:off x="371475" y="199135"/>
            <a:ext cx="11449050" cy="280988"/>
          </a:xfrm>
        </p:spPr>
        <p:txBody>
          <a:bodyPr/>
          <a:lstStyle>
            <a:lvl1pPr marL="0" indent="0">
              <a:buNone/>
              <a:defRPr sz="1400" b="1">
                <a:solidFill>
                  <a:schemeClr val="bg1"/>
                </a:solidFill>
              </a:defRPr>
            </a:lvl1pPr>
            <a:lvl2pPr marL="432000" indent="0">
              <a:buNone/>
              <a:defRPr sz="1600"/>
            </a:lvl2pPr>
            <a:lvl3pPr marL="432000" indent="0">
              <a:buNone/>
              <a:defRPr sz="1600"/>
            </a:lvl3pPr>
            <a:lvl4pPr marL="0" indent="0">
              <a:buNone/>
              <a:defRPr sz="1600"/>
            </a:lvl4pPr>
            <a:lvl5pPr marL="432000" indent="0">
              <a:buNone/>
              <a:defRPr sz="1600"/>
            </a:lvl5pPr>
          </a:lstStyle>
          <a:p>
            <a:pPr lvl="0"/>
            <a:r>
              <a:rPr lang="en-US" dirty="0"/>
              <a:t>Optional chapter heading </a:t>
            </a:r>
          </a:p>
        </p:txBody>
      </p:sp>
      <p:sp>
        <p:nvSpPr>
          <p:cNvPr id="9" name="Text Placeholder 8">
            <a:extLst>
              <a:ext uri="{FF2B5EF4-FFF2-40B4-BE49-F238E27FC236}">
                <a16:creationId xmlns:a16="http://schemas.microsoft.com/office/drawing/2014/main" id="{002FC08D-3EA4-966D-02B2-0CE8729E5614}"/>
              </a:ext>
            </a:extLst>
          </p:cNvPr>
          <p:cNvSpPr>
            <a:spLocks noGrp="1"/>
          </p:cNvSpPr>
          <p:nvPr>
            <p:ph type="body" sz="quarter" idx="14" hasCustomPrompt="1"/>
          </p:nvPr>
        </p:nvSpPr>
        <p:spPr>
          <a:xfrm>
            <a:off x="371475" y="545306"/>
            <a:ext cx="10957941" cy="554038"/>
          </a:xfrm>
        </p:spPr>
        <p:txBody>
          <a:bodyPr/>
          <a:lstStyle>
            <a:lvl1pPr marL="0" indent="0">
              <a:lnSpc>
                <a:spcPct val="90000"/>
              </a:lnSpc>
              <a:buNone/>
              <a:defRPr sz="3800" b="1">
                <a:solidFill>
                  <a:schemeClr val="bg1"/>
                </a:solidFill>
                <a:latin typeface="+mj-lt"/>
              </a:defRPr>
            </a:lvl1pPr>
          </a:lstStyle>
          <a:p>
            <a:pPr lvl="0"/>
            <a:r>
              <a:rPr lang="en-US" dirty="0"/>
              <a:t>Add title</a:t>
            </a:r>
          </a:p>
        </p:txBody>
      </p:sp>
      <p:sp>
        <p:nvSpPr>
          <p:cNvPr id="8" name="Title">
            <a:extLst>
              <a:ext uri="{FF2B5EF4-FFF2-40B4-BE49-F238E27FC236}">
                <a16:creationId xmlns:a16="http://schemas.microsoft.com/office/drawing/2014/main" id="{F92047F7-4CA0-5744-9AC1-E8B42A808F7D}"/>
              </a:ext>
            </a:extLst>
          </p:cNvPr>
          <p:cNvSpPr>
            <a:spLocks noGrp="1"/>
          </p:cNvSpPr>
          <p:nvPr>
            <p:ph type="title" hasCustomPrompt="1"/>
          </p:nvPr>
        </p:nvSpPr>
        <p:spPr>
          <a:xfrm>
            <a:off x="376092" y="1542599"/>
            <a:ext cx="8528196" cy="4370840"/>
          </a:xfrm>
          <a:prstGeom prst="rect">
            <a:avLst/>
          </a:prstGeom>
        </p:spPr>
        <p:txBody>
          <a:bodyPr vert="horz" lIns="0" tIns="0" rIns="0" bIns="0" rtlCol="0" anchor="ctr" anchorCtr="0">
            <a:noAutofit/>
          </a:bodyPr>
          <a:lstStyle>
            <a:lvl1pPr>
              <a:defRPr>
                <a:solidFill>
                  <a:schemeClr val="bg1"/>
                </a:solidFill>
              </a:defRPr>
            </a:lvl1pPr>
          </a:lstStyle>
          <a:p>
            <a:r>
              <a:rPr lang="en-GB" noProof="0" dirty="0"/>
              <a:t>Add introduction text, </a:t>
            </a:r>
            <a:br>
              <a:rPr lang="en-GB" noProof="0" dirty="0"/>
            </a:br>
            <a:r>
              <a:rPr lang="en-GB" noProof="0" dirty="0"/>
              <a:t>chapter break or statement</a:t>
            </a:r>
            <a:endParaRPr lang="en-GB" dirty="0"/>
          </a:p>
        </p:txBody>
      </p:sp>
      <p:sp>
        <p:nvSpPr>
          <p:cNvPr id="4" name="Footer">
            <a:extLst>
              <a:ext uri="{FF2B5EF4-FFF2-40B4-BE49-F238E27FC236}">
                <a16:creationId xmlns:a16="http://schemas.microsoft.com/office/drawing/2014/main" id="{BEA4B387-A0DF-80FC-33F8-9C11A3078AC5}"/>
              </a:ext>
            </a:extLst>
          </p:cNvPr>
          <p:cNvSpPr>
            <a:spLocks noGrp="1"/>
          </p:cNvSpPr>
          <p:nvPr>
            <p:ph type="ftr" sz="quarter" idx="3"/>
          </p:nvPr>
        </p:nvSpPr>
        <p:spPr>
          <a:xfrm>
            <a:off x="2316163" y="6240290"/>
            <a:ext cx="9013253" cy="365125"/>
          </a:xfrm>
          <a:prstGeom prst="rect">
            <a:avLst/>
          </a:prstGeom>
        </p:spPr>
        <p:txBody>
          <a:bodyPr vert="horz" lIns="0" tIns="0" rIns="0" bIns="0" rtlCol="0" anchor="ctr"/>
          <a:lstStyle>
            <a:lvl1pPr algn="l">
              <a:defRPr sz="1100">
                <a:solidFill>
                  <a:schemeClr val="bg1"/>
                </a:solidFill>
              </a:defRPr>
            </a:lvl1pPr>
          </a:lstStyle>
          <a:p>
            <a:pPr algn="r"/>
            <a:r>
              <a:rPr lang="en-GB"/>
              <a:t>Slough and Langley | CCI | UAL | BSc Data Science and AI | 29th January 2025</a:t>
            </a:r>
            <a:endParaRPr lang="en-GB" dirty="0"/>
          </a:p>
        </p:txBody>
      </p:sp>
      <p:sp>
        <p:nvSpPr>
          <p:cNvPr id="3" name="Slide number">
            <a:extLst>
              <a:ext uri="{FF2B5EF4-FFF2-40B4-BE49-F238E27FC236}">
                <a16:creationId xmlns:a16="http://schemas.microsoft.com/office/drawing/2014/main" id="{8F6729EB-7A59-3292-B404-D37F8BC9D79C}"/>
              </a:ext>
            </a:extLst>
          </p:cNvPr>
          <p:cNvSpPr>
            <a:spLocks noGrp="1"/>
          </p:cNvSpPr>
          <p:nvPr>
            <p:ph type="sldNum" sz="quarter" idx="4"/>
          </p:nvPr>
        </p:nvSpPr>
        <p:spPr>
          <a:xfrm>
            <a:off x="11329416" y="6240290"/>
            <a:ext cx="491109" cy="365125"/>
          </a:xfrm>
          <a:prstGeom prst="rect">
            <a:avLst/>
          </a:prstGeom>
        </p:spPr>
        <p:txBody>
          <a:bodyPr vert="horz" lIns="0" tIns="0" rIns="0" bIns="0" rtlCol="0" anchor="ctr"/>
          <a:lstStyle>
            <a:lvl1pPr algn="r">
              <a:defRPr sz="1200">
                <a:solidFill>
                  <a:schemeClr val="bg1"/>
                </a:solidFill>
              </a:defRPr>
            </a:lvl1pPr>
          </a:lstStyle>
          <a:p>
            <a:fld id="{2CC19541-5F6E-2C4C-BF21-196C1C8E2E31}" type="slidenum">
              <a:rPr lang="en-GB" sz="1100" smtClean="0"/>
              <a:pPr/>
              <a:t>‹#›</a:t>
            </a:fld>
            <a:r>
              <a:rPr lang="en-GB" dirty="0"/>
              <a:t> </a:t>
            </a:r>
          </a:p>
        </p:txBody>
      </p:sp>
      <p:pic>
        <p:nvPicPr>
          <p:cNvPr id="2" name="Picture 1" descr="A picture containing text, font, graphics, screenshot&#10;&#10;Description automatically generated">
            <a:extLst>
              <a:ext uri="{FF2B5EF4-FFF2-40B4-BE49-F238E27FC236}">
                <a16:creationId xmlns:a16="http://schemas.microsoft.com/office/drawing/2014/main" id="{1AF8F11F-3ABA-058F-CA96-0E717A12E37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4874" y="6164846"/>
            <a:ext cx="1662966" cy="512749"/>
          </a:xfrm>
          <a:prstGeom prst="rect">
            <a:avLst/>
          </a:prstGeom>
        </p:spPr>
      </p:pic>
    </p:spTree>
    <p:extLst>
      <p:ext uri="{BB962C8B-B14F-4D97-AF65-F5344CB8AC3E}">
        <p14:creationId xmlns:p14="http://schemas.microsoft.com/office/powerpoint/2010/main" val="2423566979"/>
      </p:ext>
    </p:extLst>
  </p:cSld>
  <p:clrMapOvr>
    <a:masterClrMapping/>
  </p:clrMapOvr>
  <p:extLst>
    <p:ext uri="{DCECCB84-F9BA-43D5-87BE-67443E8EF086}">
      <p15:sldGuideLst xmlns:p15="http://schemas.microsoft.com/office/powerpoint/2012/main">
        <p15:guide id="1" pos="234">
          <p15:clr>
            <a:srgbClr val="F26B43"/>
          </p15:clr>
        </p15:guide>
        <p15:guide id="2" orient="horz" pos="4088">
          <p15:clr>
            <a:srgbClr val="F26B43"/>
          </p15:clr>
        </p15:guide>
        <p15:guide id="3" pos="7446">
          <p15:clr>
            <a:srgbClr val="F26B43"/>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roduction slide – black">
    <p:bg>
      <p:bgPr>
        <a:solidFill>
          <a:schemeClr val="tx1"/>
        </a:solidFill>
        <a:effectLst/>
      </p:bgPr>
    </p:bg>
    <p:spTree>
      <p:nvGrpSpPr>
        <p:cNvPr id="1" name=""/>
        <p:cNvGrpSpPr/>
        <p:nvPr/>
      </p:nvGrpSpPr>
      <p:grpSpPr>
        <a:xfrm>
          <a:off x="0" y="0"/>
          <a:ext cx="0" cy="0"/>
          <a:chOff x="0" y="0"/>
          <a:chExt cx="0" cy="0"/>
        </a:xfrm>
      </p:grpSpPr>
      <p:sp>
        <p:nvSpPr>
          <p:cNvPr id="11" name="Chapter heading">
            <a:extLst>
              <a:ext uri="{FF2B5EF4-FFF2-40B4-BE49-F238E27FC236}">
                <a16:creationId xmlns:a16="http://schemas.microsoft.com/office/drawing/2014/main" id="{8168ACEA-24C4-8C5E-7FB6-EF8E8F6E381C}"/>
              </a:ext>
            </a:extLst>
          </p:cNvPr>
          <p:cNvSpPr>
            <a:spLocks noGrp="1"/>
          </p:cNvSpPr>
          <p:nvPr>
            <p:ph type="body" sz="quarter" idx="13" hasCustomPrompt="1"/>
          </p:nvPr>
        </p:nvSpPr>
        <p:spPr>
          <a:xfrm>
            <a:off x="379567" y="193198"/>
            <a:ext cx="11404446" cy="280988"/>
          </a:xfrm>
        </p:spPr>
        <p:txBody>
          <a:bodyPr/>
          <a:lstStyle>
            <a:lvl1pPr marL="0" indent="0">
              <a:buNone/>
              <a:defRPr sz="1400" b="1">
                <a:solidFill>
                  <a:schemeClr val="bg1"/>
                </a:solidFill>
              </a:defRPr>
            </a:lvl1pPr>
            <a:lvl2pPr marL="432000" indent="0">
              <a:buNone/>
              <a:defRPr sz="1600"/>
            </a:lvl2pPr>
            <a:lvl3pPr marL="432000" indent="0">
              <a:buNone/>
              <a:defRPr sz="1600"/>
            </a:lvl3pPr>
            <a:lvl4pPr marL="0" indent="0">
              <a:buNone/>
              <a:defRPr sz="1600"/>
            </a:lvl4pPr>
            <a:lvl5pPr marL="432000" indent="0">
              <a:buNone/>
              <a:defRPr sz="1600"/>
            </a:lvl5pPr>
          </a:lstStyle>
          <a:p>
            <a:pPr lvl="0"/>
            <a:r>
              <a:rPr lang="en-US" dirty="0"/>
              <a:t>Optional chapter heading </a:t>
            </a:r>
          </a:p>
        </p:txBody>
      </p:sp>
      <p:sp>
        <p:nvSpPr>
          <p:cNvPr id="10" name="Title">
            <a:extLst>
              <a:ext uri="{FF2B5EF4-FFF2-40B4-BE49-F238E27FC236}">
                <a16:creationId xmlns:a16="http://schemas.microsoft.com/office/drawing/2014/main" id="{477B9B89-040C-0029-2EF6-ADA1B35F3D67}"/>
              </a:ext>
            </a:extLst>
          </p:cNvPr>
          <p:cNvSpPr>
            <a:spLocks noGrp="1"/>
          </p:cNvSpPr>
          <p:nvPr>
            <p:ph type="ctrTitle" hasCustomPrompt="1"/>
          </p:nvPr>
        </p:nvSpPr>
        <p:spPr>
          <a:xfrm>
            <a:off x="379567" y="545306"/>
            <a:ext cx="11404446" cy="551974"/>
          </a:xfrm>
        </p:spPr>
        <p:txBody>
          <a:bodyPr anchor="t" anchorCtr="0"/>
          <a:lstStyle>
            <a:lvl1pPr algn="l">
              <a:defRPr sz="3800">
                <a:solidFill>
                  <a:schemeClr val="bg1"/>
                </a:solidFill>
              </a:defRPr>
            </a:lvl1pPr>
          </a:lstStyle>
          <a:p>
            <a:r>
              <a:rPr lang="en-GB" noProof="0" dirty="0"/>
              <a:t>Add title</a:t>
            </a:r>
            <a:br>
              <a:rPr lang="en-GB" noProof="0" dirty="0"/>
            </a:br>
            <a:endParaRPr lang="en-GB" noProof="0" dirty="0"/>
          </a:p>
        </p:txBody>
      </p:sp>
      <p:sp>
        <p:nvSpPr>
          <p:cNvPr id="6" name="Text Placeholder 5">
            <a:extLst>
              <a:ext uri="{FF2B5EF4-FFF2-40B4-BE49-F238E27FC236}">
                <a16:creationId xmlns:a16="http://schemas.microsoft.com/office/drawing/2014/main" id="{97082751-B6DB-4B88-8791-11CF4EF57AF6}"/>
              </a:ext>
            </a:extLst>
          </p:cNvPr>
          <p:cNvSpPr>
            <a:spLocks noGrp="1"/>
          </p:cNvSpPr>
          <p:nvPr>
            <p:ph type="body" sz="quarter" idx="14" hasCustomPrompt="1"/>
          </p:nvPr>
        </p:nvSpPr>
        <p:spPr>
          <a:xfrm>
            <a:off x="379412" y="1542597"/>
            <a:ext cx="8524875" cy="4370841"/>
          </a:xfrm>
        </p:spPr>
        <p:txBody>
          <a:bodyPr anchor="ctr"/>
          <a:lstStyle>
            <a:lvl1pPr marL="0" indent="0">
              <a:lnSpc>
                <a:spcPct val="90000"/>
              </a:lnSpc>
              <a:buNone/>
              <a:defRPr sz="3800" b="1">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noProof="0" dirty="0"/>
              <a:t>Add introduction text, </a:t>
            </a:r>
            <a:br>
              <a:rPr lang="en-GB" noProof="0" dirty="0"/>
            </a:br>
            <a:r>
              <a:rPr lang="en-GB" noProof="0" dirty="0"/>
              <a:t>chapter break or statement</a:t>
            </a:r>
            <a:endParaRPr lang="en-US" dirty="0"/>
          </a:p>
        </p:txBody>
      </p:sp>
      <p:sp>
        <p:nvSpPr>
          <p:cNvPr id="4" name="Footer">
            <a:extLst>
              <a:ext uri="{FF2B5EF4-FFF2-40B4-BE49-F238E27FC236}">
                <a16:creationId xmlns:a16="http://schemas.microsoft.com/office/drawing/2014/main" id="{BEA4B387-A0DF-80FC-33F8-9C11A3078AC5}"/>
              </a:ext>
            </a:extLst>
          </p:cNvPr>
          <p:cNvSpPr>
            <a:spLocks noGrp="1"/>
          </p:cNvSpPr>
          <p:nvPr>
            <p:ph type="ftr" sz="quarter" idx="3"/>
          </p:nvPr>
        </p:nvSpPr>
        <p:spPr>
          <a:xfrm>
            <a:off x="2316163" y="6240290"/>
            <a:ext cx="9013253" cy="365125"/>
          </a:xfrm>
          <a:prstGeom prst="rect">
            <a:avLst/>
          </a:prstGeom>
        </p:spPr>
        <p:txBody>
          <a:bodyPr vert="horz" lIns="0" tIns="0" rIns="0" bIns="0" rtlCol="0" anchor="ctr"/>
          <a:lstStyle>
            <a:lvl1pPr algn="l">
              <a:defRPr sz="1100">
                <a:solidFill>
                  <a:schemeClr val="bg1"/>
                </a:solidFill>
              </a:defRPr>
            </a:lvl1pPr>
          </a:lstStyle>
          <a:p>
            <a:pPr algn="r"/>
            <a:r>
              <a:rPr lang="en-GB"/>
              <a:t>Slough and Langley | CCI | UAL | BSc Data Science and AI | 29th January 2025</a:t>
            </a:r>
            <a:endParaRPr lang="en-GB" dirty="0"/>
          </a:p>
        </p:txBody>
      </p:sp>
      <p:sp>
        <p:nvSpPr>
          <p:cNvPr id="3" name="Slide number">
            <a:extLst>
              <a:ext uri="{FF2B5EF4-FFF2-40B4-BE49-F238E27FC236}">
                <a16:creationId xmlns:a16="http://schemas.microsoft.com/office/drawing/2014/main" id="{8F6729EB-7A59-3292-B404-D37F8BC9D79C}"/>
              </a:ext>
            </a:extLst>
          </p:cNvPr>
          <p:cNvSpPr>
            <a:spLocks noGrp="1"/>
          </p:cNvSpPr>
          <p:nvPr>
            <p:ph type="sldNum" sz="quarter" idx="4"/>
          </p:nvPr>
        </p:nvSpPr>
        <p:spPr>
          <a:xfrm>
            <a:off x="11329416" y="6240290"/>
            <a:ext cx="491109" cy="365125"/>
          </a:xfrm>
          <a:prstGeom prst="rect">
            <a:avLst/>
          </a:prstGeom>
        </p:spPr>
        <p:txBody>
          <a:bodyPr vert="horz" lIns="0" tIns="0" rIns="0" bIns="0" rtlCol="0" anchor="ctr"/>
          <a:lstStyle>
            <a:lvl1pPr algn="r">
              <a:defRPr sz="1100">
                <a:solidFill>
                  <a:schemeClr val="bg1"/>
                </a:solidFill>
              </a:defRPr>
            </a:lvl1pPr>
          </a:lstStyle>
          <a:p>
            <a:fld id="{2CC19541-5F6E-2C4C-BF21-196C1C8E2E31}" type="slidenum">
              <a:rPr lang="en-GB" smtClean="0"/>
              <a:pPr/>
              <a:t>‹#›</a:t>
            </a:fld>
            <a:r>
              <a:rPr lang="en-GB" dirty="0"/>
              <a:t> </a:t>
            </a:r>
          </a:p>
        </p:txBody>
      </p:sp>
      <p:pic>
        <p:nvPicPr>
          <p:cNvPr id="5" name="Picture 4" descr="A picture containing text, font, graphics, screenshot&#10;&#10;Description automatically generated">
            <a:extLst>
              <a:ext uri="{FF2B5EF4-FFF2-40B4-BE49-F238E27FC236}">
                <a16:creationId xmlns:a16="http://schemas.microsoft.com/office/drawing/2014/main" id="{8DC9060A-4456-B9F7-5ABC-27E5E726E2E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4874" y="6164846"/>
            <a:ext cx="1662966" cy="512749"/>
          </a:xfrm>
          <a:prstGeom prst="rect">
            <a:avLst/>
          </a:prstGeom>
        </p:spPr>
      </p:pic>
    </p:spTree>
    <p:extLst>
      <p:ext uri="{BB962C8B-B14F-4D97-AF65-F5344CB8AC3E}">
        <p14:creationId xmlns:p14="http://schemas.microsoft.com/office/powerpoint/2010/main" val="2690423058"/>
      </p:ext>
    </p:extLst>
  </p:cSld>
  <p:clrMapOvr>
    <a:masterClrMapping/>
  </p:clrMapOvr>
  <p:extLst>
    <p:ext uri="{DCECCB84-F9BA-43D5-87BE-67443E8EF086}">
      <p15:sldGuideLst xmlns:p15="http://schemas.microsoft.com/office/powerpoint/2012/main">
        <p15:guide id="1" pos="234">
          <p15:clr>
            <a:srgbClr val="F26B43"/>
          </p15:clr>
        </p15:guide>
        <p15:guide id="2" orient="horz" pos="4088">
          <p15:clr>
            <a:srgbClr val="F26B43"/>
          </p15:clr>
        </p15:guide>
        <p15:guide id="3" pos="7446">
          <p15:clr>
            <a:srgbClr val="F26B43"/>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ntroduction slide – light grey">
    <p:bg>
      <p:bgPr>
        <a:solidFill>
          <a:schemeClr val="bg1">
            <a:lumMod val="95000"/>
          </a:schemeClr>
        </a:solidFill>
        <a:effectLst/>
      </p:bgPr>
    </p:bg>
    <p:spTree>
      <p:nvGrpSpPr>
        <p:cNvPr id="1" name=""/>
        <p:cNvGrpSpPr/>
        <p:nvPr/>
      </p:nvGrpSpPr>
      <p:grpSpPr>
        <a:xfrm>
          <a:off x="0" y="0"/>
          <a:ext cx="0" cy="0"/>
          <a:chOff x="0" y="0"/>
          <a:chExt cx="0" cy="0"/>
        </a:xfrm>
      </p:grpSpPr>
      <p:sp>
        <p:nvSpPr>
          <p:cNvPr id="5" name="Chapter heading">
            <a:extLst>
              <a:ext uri="{FF2B5EF4-FFF2-40B4-BE49-F238E27FC236}">
                <a16:creationId xmlns:a16="http://schemas.microsoft.com/office/drawing/2014/main" id="{A7DB353C-DCFB-A34A-8DF1-AD024339FD9F}"/>
              </a:ext>
            </a:extLst>
          </p:cNvPr>
          <p:cNvSpPr>
            <a:spLocks noGrp="1"/>
          </p:cNvSpPr>
          <p:nvPr>
            <p:ph type="body" sz="quarter" idx="13" hasCustomPrompt="1"/>
          </p:nvPr>
        </p:nvSpPr>
        <p:spPr>
          <a:xfrm>
            <a:off x="379567" y="193198"/>
            <a:ext cx="11440958" cy="280988"/>
          </a:xfrm>
        </p:spPr>
        <p:txBody>
          <a:bodyPr/>
          <a:lstStyle>
            <a:lvl1pPr marL="0" indent="0">
              <a:buNone/>
              <a:defRPr sz="1400" b="1"/>
            </a:lvl1pPr>
            <a:lvl2pPr marL="432000" indent="0">
              <a:buNone/>
              <a:defRPr sz="1600"/>
            </a:lvl2pPr>
            <a:lvl3pPr marL="432000" indent="0">
              <a:buNone/>
              <a:defRPr sz="1600"/>
            </a:lvl3pPr>
            <a:lvl4pPr marL="0" indent="0">
              <a:buNone/>
              <a:defRPr sz="1600"/>
            </a:lvl4pPr>
            <a:lvl5pPr marL="432000" indent="0">
              <a:buNone/>
              <a:defRPr sz="1600"/>
            </a:lvl5pPr>
          </a:lstStyle>
          <a:p>
            <a:pPr lvl="0"/>
            <a:r>
              <a:rPr lang="en-US" dirty="0"/>
              <a:t>Optional chapter heading </a:t>
            </a:r>
          </a:p>
        </p:txBody>
      </p:sp>
      <p:sp>
        <p:nvSpPr>
          <p:cNvPr id="7" name="Text Placeholder 6">
            <a:extLst>
              <a:ext uri="{FF2B5EF4-FFF2-40B4-BE49-F238E27FC236}">
                <a16:creationId xmlns:a16="http://schemas.microsoft.com/office/drawing/2014/main" id="{A8D6009D-28D9-B946-5FB7-F00C985F60F5}"/>
              </a:ext>
            </a:extLst>
          </p:cNvPr>
          <p:cNvSpPr>
            <a:spLocks noGrp="1"/>
          </p:cNvSpPr>
          <p:nvPr>
            <p:ph type="body" sz="quarter" idx="14" hasCustomPrompt="1"/>
          </p:nvPr>
        </p:nvSpPr>
        <p:spPr>
          <a:xfrm>
            <a:off x="379413" y="539003"/>
            <a:ext cx="11441112" cy="470377"/>
          </a:xfrm>
        </p:spPr>
        <p:txBody>
          <a:bodyPr/>
          <a:lstStyle>
            <a:lvl1pPr marL="0" indent="0">
              <a:lnSpc>
                <a:spcPct val="90000"/>
              </a:lnSpc>
              <a:buNone/>
              <a:defRPr sz="3800" b="1">
                <a:latin typeface="+mj-lt"/>
              </a:defRPr>
            </a:lvl1pPr>
          </a:lstStyle>
          <a:p>
            <a:pPr lvl="0"/>
            <a:r>
              <a:rPr lang="en-US" dirty="0"/>
              <a:t>Add title</a:t>
            </a:r>
          </a:p>
        </p:txBody>
      </p:sp>
      <p:sp>
        <p:nvSpPr>
          <p:cNvPr id="8" name="Title">
            <a:extLst>
              <a:ext uri="{FF2B5EF4-FFF2-40B4-BE49-F238E27FC236}">
                <a16:creationId xmlns:a16="http://schemas.microsoft.com/office/drawing/2014/main" id="{2ED10ED7-0D2C-2B42-B172-79A652121B24}"/>
              </a:ext>
            </a:extLst>
          </p:cNvPr>
          <p:cNvSpPr>
            <a:spLocks noGrp="1"/>
          </p:cNvSpPr>
          <p:nvPr>
            <p:ph type="title" hasCustomPrompt="1"/>
          </p:nvPr>
        </p:nvSpPr>
        <p:spPr>
          <a:xfrm>
            <a:off x="380142" y="1537649"/>
            <a:ext cx="8524146" cy="4375789"/>
          </a:xfrm>
          <a:prstGeom prst="rect">
            <a:avLst/>
          </a:prstGeom>
        </p:spPr>
        <p:txBody>
          <a:bodyPr vert="horz" lIns="0" tIns="0" rIns="0" bIns="0" rtlCol="0" anchor="ctr" anchorCtr="0">
            <a:noAutofit/>
          </a:bodyPr>
          <a:lstStyle>
            <a:lvl1pPr>
              <a:defRPr>
                <a:solidFill>
                  <a:schemeClr val="tx1"/>
                </a:solidFill>
              </a:defRPr>
            </a:lvl1pPr>
          </a:lstStyle>
          <a:p>
            <a:r>
              <a:rPr lang="en-GB" noProof="0" dirty="0"/>
              <a:t>Add introduction text, </a:t>
            </a:r>
            <a:br>
              <a:rPr lang="en-GB" noProof="0" dirty="0"/>
            </a:br>
            <a:r>
              <a:rPr lang="en-GB" noProof="0" dirty="0"/>
              <a:t>chapter break or statement</a:t>
            </a:r>
            <a:endParaRPr lang="en-GB" dirty="0"/>
          </a:p>
        </p:txBody>
      </p:sp>
      <p:sp>
        <p:nvSpPr>
          <p:cNvPr id="3" name="Footer">
            <a:extLst>
              <a:ext uri="{FF2B5EF4-FFF2-40B4-BE49-F238E27FC236}">
                <a16:creationId xmlns:a16="http://schemas.microsoft.com/office/drawing/2014/main" id="{FD84812F-0FA7-8EAC-2769-6337CCE11E60}"/>
              </a:ext>
            </a:extLst>
          </p:cNvPr>
          <p:cNvSpPr>
            <a:spLocks noGrp="1"/>
          </p:cNvSpPr>
          <p:nvPr>
            <p:ph type="ftr" sz="quarter" idx="3"/>
          </p:nvPr>
        </p:nvSpPr>
        <p:spPr>
          <a:xfrm>
            <a:off x="2316163" y="6240290"/>
            <a:ext cx="9013253" cy="365125"/>
          </a:xfrm>
          <a:prstGeom prst="rect">
            <a:avLst/>
          </a:prstGeom>
        </p:spPr>
        <p:txBody>
          <a:bodyPr vert="horz" lIns="0" tIns="0" rIns="0" bIns="0" rtlCol="0" anchor="ctr"/>
          <a:lstStyle>
            <a:lvl1pPr algn="l">
              <a:defRPr sz="1100">
                <a:solidFill>
                  <a:schemeClr val="tx1"/>
                </a:solidFill>
              </a:defRPr>
            </a:lvl1pPr>
          </a:lstStyle>
          <a:p>
            <a:pPr algn="r"/>
            <a:r>
              <a:rPr lang="en-GB"/>
              <a:t>Slough and Langley | CCI | UAL | BSc Data Science and AI | 29th January 2025</a:t>
            </a:r>
            <a:endParaRPr lang="en-GB" dirty="0"/>
          </a:p>
        </p:txBody>
      </p:sp>
      <p:sp>
        <p:nvSpPr>
          <p:cNvPr id="2" name="Slide number">
            <a:extLst>
              <a:ext uri="{FF2B5EF4-FFF2-40B4-BE49-F238E27FC236}">
                <a16:creationId xmlns:a16="http://schemas.microsoft.com/office/drawing/2014/main" id="{433ABB97-4722-E74D-140B-751E832F08C7}"/>
              </a:ext>
            </a:extLst>
          </p:cNvPr>
          <p:cNvSpPr>
            <a:spLocks noGrp="1"/>
          </p:cNvSpPr>
          <p:nvPr>
            <p:ph type="sldNum" sz="quarter" idx="4"/>
          </p:nvPr>
        </p:nvSpPr>
        <p:spPr>
          <a:xfrm>
            <a:off x="11329416" y="6240290"/>
            <a:ext cx="491109" cy="365125"/>
          </a:xfrm>
          <a:prstGeom prst="rect">
            <a:avLst/>
          </a:prstGeom>
        </p:spPr>
        <p:txBody>
          <a:bodyPr vert="horz" lIns="0" tIns="0" rIns="0" bIns="0" rtlCol="0" anchor="ctr"/>
          <a:lstStyle>
            <a:lvl1pPr algn="r">
              <a:defRPr sz="1100">
                <a:solidFill>
                  <a:schemeClr val="tx1"/>
                </a:solidFill>
              </a:defRPr>
            </a:lvl1pPr>
          </a:lstStyle>
          <a:p>
            <a:fld id="{2CC19541-5F6E-2C4C-BF21-196C1C8E2E31}" type="slidenum">
              <a:rPr lang="en-GB" smtClean="0"/>
              <a:pPr/>
              <a:t>‹#›</a:t>
            </a:fld>
            <a:r>
              <a:rPr lang="en-GB" dirty="0"/>
              <a:t> </a:t>
            </a:r>
          </a:p>
        </p:txBody>
      </p:sp>
      <p:pic>
        <p:nvPicPr>
          <p:cNvPr id="6" name="Picture 5" descr="A picture containing font, screenshot, black, text&#10;&#10;Description automatically generated">
            <a:extLst>
              <a:ext uri="{FF2B5EF4-FFF2-40B4-BE49-F238E27FC236}">
                <a16:creationId xmlns:a16="http://schemas.microsoft.com/office/drawing/2014/main" id="{1313E57D-DA98-10F8-A339-723C6404CF1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4190" y="6168156"/>
            <a:ext cx="1650390" cy="508870"/>
          </a:xfrm>
          <a:prstGeom prst="rect">
            <a:avLst/>
          </a:prstGeom>
        </p:spPr>
      </p:pic>
    </p:spTree>
    <p:extLst>
      <p:ext uri="{BB962C8B-B14F-4D97-AF65-F5344CB8AC3E}">
        <p14:creationId xmlns:p14="http://schemas.microsoft.com/office/powerpoint/2010/main" val="33968008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1 column">
    <p:spTree>
      <p:nvGrpSpPr>
        <p:cNvPr id="1" name=""/>
        <p:cNvGrpSpPr/>
        <p:nvPr/>
      </p:nvGrpSpPr>
      <p:grpSpPr>
        <a:xfrm>
          <a:off x="0" y="0"/>
          <a:ext cx="0" cy="0"/>
          <a:chOff x="0" y="0"/>
          <a:chExt cx="0" cy="0"/>
        </a:xfrm>
      </p:grpSpPr>
      <p:sp>
        <p:nvSpPr>
          <p:cNvPr id="7" name="Chapter heading">
            <a:extLst>
              <a:ext uri="{FF2B5EF4-FFF2-40B4-BE49-F238E27FC236}">
                <a16:creationId xmlns:a16="http://schemas.microsoft.com/office/drawing/2014/main" id="{0BBBFFD4-563A-2FB5-0C81-B7FD7E16E88D}"/>
              </a:ext>
            </a:extLst>
          </p:cNvPr>
          <p:cNvSpPr>
            <a:spLocks noGrp="1"/>
          </p:cNvSpPr>
          <p:nvPr>
            <p:ph type="body" sz="quarter" idx="13" hasCustomPrompt="1"/>
          </p:nvPr>
        </p:nvSpPr>
        <p:spPr>
          <a:xfrm>
            <a:off x="379567" y="193198"/>
            <a:ext cx="11404446" cy="280988"/>
          </a:xfrm>
        </p:spPr>
        <p:txBody>
          <a:bodyPr/>
          <a:lstStyle>
            <a:lvl1pPr marL="0" indent="0">
              <a:buNone/>
              <a:defRPr sz="1400" b="1"/>
            </a:lvl1pPr>
            <a:lvl2pPr marL="432000" indent="0">
              <a:buNone/>
              <a:defRPr sz="1600"/>
            </a:lvl2pPr>
            <a:lvl3pPr marL="432000" indent="0">
              <a:buNone/>
              <a:defRPr sz="1600"/>
            </a:lvl3pPr>
            <a:lvl4pPr marL="0" indent="0">
              <a:buNone/>
              <a:defRPr sz="1600"/>
            </a:lvl4pPr>
            <a:lvl5pPr marL="432000" indent="0">
              <a:buNone/>
              <a:defRPr sz="1600"/>
            </a:lvl5pPr>
          </a:lstStyle>
          <a:p>
            <a:pPr lvl="0"/>
            <a:r>
              <a:rPr lang="en-US" dirty="0"/>
              <a:t>Optional chapter heading </a:t>
            </a:r>
          </a:p>
        </p:txBody>
      </p:sp>
      <p:sp>
        <p:nvSpPr>
          <p:cNvPr id="17" name="Title">
            <a:extLst>
              <a:ext uri="{FF2B5EF4-FFF2-40B4-BE49-F238E27FC236}">
                <a16:creationId xmlns:a16="http://schemas.microsoft.com/office/drawing/2014/main" id="{C36DDD88-F5A8-0D44-B7D8-EAAB62AC4A28}"/>
              </a:ext>
            </a:extLst>
          </p:cNvPr>
          <p:cNvSpPr>
            <a:spLocks noGrp="1"/>
          </p:cNvSpPr>
          <p:nvPr>
            <p:ph type="ctrTitle" hasCustomPrompt="1"/>
          </p:nvPr>
        </p:nvSpPr>
        <p:spPr>
          <a:xfrm>
            <a:off x="379567" y="544683"/>
            <a:ext cx="11404446" cy="677763"/>
          </a:xfrm>
        </p:spPr>
        <p:txBody>
          <a:bodyPr anchor="t" anchorCtr="0"/>
          <a:lstStyle>
            <a:lvl1pPr algn="l">
              <a:defRPr sz="3800">
                <a:solidFill>
                  <a:schemeClr val="tx1"/>
                </a:solidFill>
              </a:defRPr>
            </a:lvl1pPr>
          </a:lstStyle>
          <a:p>
            <a:r>
              <a:rPr lang="en-GB" noProof="0" dirty="0"/>
              <a:t>Add title</a:t>
            </a:r>
          </a:p>
        </p:txBody>
      </p:sp>
      <p:sp>
        <p:nvSpPr>
          <p:cNvPr id="13" name="Paragraph">
            <a:extLst>
              <a:ext uri="{FF2B5EF4-FFF2-40B4-BE49-F238E27FC236}">
                <a16:creationId xmlns:a16="http://schemas.microsoft.com/office/drawing/2014/main" id="{3A4F8637-3DA0-8DF5-F166-FC5661AC6C23}"/>
              </a:ext>
            </a:extLst>
          </p:cNvPr>
          <p:cNvSpPr>
            <a:spLocks noGrp="1"/>
          </p:cNvSpPr>
          <p:nvPr>
            <p:ph type="body" sz="quarter" idx="15" hasCustomPrompt="1"/>
          </p:nvPr>
        </p:nvSpPr>
        <p:spPr>
          <a:xfrm>
            <a:off x="379568" y="1542597"/>
            <a:ext cx="7553170" cy="4370841"/>
          </a:xfrm>
        </p:spPr>
        <p:txBody>
          <a:bodyPr numCol="1" spcCol="720000"/>
          <a:lstStyle>
            <a:lvl1pPr marL="0" indent="0">
              <a:buSzPct val="150000"/>
              <a:buFont typeface="Wingdings" pitchFamily="2" charset="2"/>
              <a:buNone/>
              <a:defRPr/>
            </a:lvl1pPr>
            <a:lvl2pPr marL="432000" indent="0">
              <a:buNone/>
              <a:defRPr/>
            </a:lvl2pPr>
            <a:lvl3pPr marL="432000" indent="0">
              <a:buNone/>
              <a:defRPr/>
            </a:lvl3pPr>
            <a:lvl4pPr marL="0" indent="0">
              <a:buNone/>
              <a:defRPr/>
            </a:lvl4pPr>
            <a:lvl5pPr marL="432000" indent="0">
              <a:buNone/>
              <a:defRPr/>
            </a:lvl5pPr>
          </a:lstStyle>
          <a:p>
            <a:pPr lvl="0"/>
            <a:r>
              <a:rPr lang="en-GB" dirty="0"/>
              <a:t>Click to edit Master text styles (1 column)</a:t>
            </a:r>
          </a:p>
        </p:txBody>
      </p:sp>
      <p:sp>
        <p:nvSpPr>
          <p:cNvPr id="3" name="Footer">
            <a:extLst>
              <a:ext uri="{FF2B5EF4-FFF2-40B4-BE49-F238E27FC236}">
                <a16:creationId xmlns:a16="http://schemas.microsoft.com/office/drawing/2014/main" id="{C5C04452-DE5C-2F63-34E8-781E4C921C7F}"/>
              </a:ext>
            </a:extLst>
          </p:cNvPr>
          <p:cNvSpPr>
            <a:spLocks noGrp="1"/>
          </p:cNvSpPr>
          <p:nvPr>
            <p:ph type="ftr" sz="quarter" idx="3"/>
          </p:nvPr>
        </p:nvSpPr>
        <p:spPr>
          <a:xfrm>
            <a:off x="2316163" y="6240290"/>
            <a:ext cx="9013253" cy="365125"/>
          </a:xfrm>
          <a:prstGeom prst="rect">
            <a:avLst/>
          </a:prstGeom>
        </p:spPr>
        <p:txBody>
          <a:bodyPr vert="horz" lIns="0" tIns="0" rIns="0" bIns="0" rtlCol="0" anchor="ctr"/>
          <a:lstStyle>
            <a:lvl1pPr algn="l">
              <a:defRPr sz="1100">
                <a:solidFill>
                  <a:schemeClr val="tx1"/>
                </a:solidFill>
              </a:defRPr>
            </a:lvl1pPr>
          </a:lstStyle>
          <a:p>
            <a:pPr algn="r"/>
            <a:r>
              <a:rPr lang="en-GB"/>
              <a:t>Slough and Langley | CCI | UAL | BSc Data Science and AI | 29th January 2025</a:t>
            </a:r>
            <a:endParaRPr lang="en-GB" dirty="0"/>
          </a:p>
        </p:txBody>
      </p:sp>
      <p:sp>
        <p:nvSpPr>
          <p:cNvPr id="2" name="Slide number">
            <a:extLst>
              <a:ext uri="{FF2B5EF4-FFF2-40B4-BE49-F238E27FC236}">
                <a16:creationId xmlns:a16="http://schemas.microsoft.com/office/drawing/2014/main" id="{51424775-42B5-D1F2-951C-56AAA3A55317}"/>
              </a:ext>
            </a:extLst>
          </p:cNvPr>
          <p:cNvSpPr>
            <a:spLocks noGrp="1"/>
          </p:cNvSpPr>
          <p:nvPr>
            <p:ph type="sldNum" sz="quarter" idx="4"/>
          </p:nvPr>
        </p:nvSpPr>
        <p:spPr>
          <a:xfrm>
            <a:off x="11329416" y="6240290"/>
            <a:ext cx="491109" cy="365125"/>
          </a:xfrm>
          <a:prstGeom prst="rect">
            <a:avLst/>
          </a:prstGeom>
        </p:spPr>
        <p:txBody>
          <a:bodyPr vert="horz" lIns="0" tIns="0" rIns="0" bIns="0" rtlCol="0" anchor="ctr"/>
          <a:lstStyle>
            <a:lvl1pPr algn="r">
              <a:defRPr sz="1100">
                <a:solidFill>
                  <a:schemeClr val="tx1"/>
                </a:solidFill>
              </a:defRPr>
            </a:lvl1pPr>
          </a:lstStyle>
          <a:p>
            <a:fld id="{2CC19541-5F6E-2C4C-BF21-196C1C8E2E31}" type="slidenum">
              <a:rPr lang="en-GB" smtClean="0"/>
              <a:pPr/>
              <a:t>‹#›</a:t>
            </a:fld>
            <a:r>
              <a:rPr lang="en-GB" dirty="0"/>
              <a:t> </a:t>
            </a:r>
          </a:p>
        </p:txBody>
      </p:sp>
      <p:pic>
        <p:nvPicPr>
          <p:cNvPr id="5" name="Picture 4" descr="A picture containing font, screenshot, black, text&#10;&#10;Description automatically generated">
            <a:extLst>
              <a:ext uri="{FF2B5EF4-FFF2-40B4-BE49-F238E27FC236}">
                <a16:creationId xmlns:a16="http://schemas.microsoft.com/office/drawing/2014/main" id="{8D1CFDA8-A261-CA56-14D9-B9C1D6D6161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4190" y="6168156"/>
            <a:ext cx="1650390" cy="508870"/>
          </a:xfrm>
          <a:prstGeom prst="rect">
            <a:avLst/>
          </a:prstGeom>
        </p:spPr>
      </p:pic>
    </p:spTree>
    <p:extLst>
      <p:ext uri="{BB962C8B-B14F-4D97-AF65-F5344CB8AC3E}">
        <p14:creationId xmlns:p14="http://schemas.microsoft.com/office/powerpoint/2010/main" val="1667061746"/>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2 columns">
    <p:spTree>
      <p:nvGrpSpPr>
        <p:cNvPr id="1" name=""/>
        <p:cNvGrpSpPr/>
        <p:nvPr/>
      </p:nvGrpSpPr>
      <p:grpSpPr>
        <a:xfrm>
          <a:off x="0" y="0"/>
          <a:ext cx="0" cy="0"/>
          <a:chOff x="0" y="0"/>
          <a:chExt cx="0" cy="0"/>
        </a:xfrm>
      </p:grpSpPr>
      <p:sp>
        <p:nvSpPr>
          <p:cNvPr id="14" name="Chapter heading">
            <a:extLst>
              <a:ext uri="{FF2B5EF4-FFF2-40B4-BE49-F238E27FC236}">
                <a16:creationId xmlns:a16="http://schemas.microsoft.com/office/drawing/2014/main" id="{29ABCD44-E7FD-DE70-C6BA-7C9BE5E5D2A1}"/>
              </a:ext>
            </a:extLst>
          </p:cNvPr>
          <p:cNvSpPr>
            <a:spLocks noGrp="1"/>
          </p:cNvSpPr>
          <p:nvPr>
            <p:ph type="body" sz="quarter" idx="13" hasCustomPrompt="1"/>
          </p:nvPr>
        </p:nvSpPr>
        <p:spPr>
          <a:xfrm>
            <a:off x="379567" y="193198"/>
            <a:ext cx="11404446" cy="280988"/>
          </a:xfrm>
        </p:spPr>
        <p:txBody>
          <a:bodyPr/>
          <a:lstStyle>
            <a:lvl1pPr marL="0" indent="0">
              <a:buNone/>
              <a:defRPr sz="1400" b="1"/>
            </a:lvl1pPr>
            <a:lvl2pPr marL="432000" indent="0">
              <a:buNone/>
              <a:defRPr sz="1600"/>
            </a:lvl2pPr>
            <a:lvl3pPr marL="432000" indent="0">
              <a:buNone/>
              <a:defRPr sz="1600"/>
            </a:lvl3pPr>
            <a:lvl4pPr marL="0" indent="0">
              <a:buNone/>
              <a:defRPr sz="1600"/>
            </a:lvl4pPr>
            <a:lvl5pPr marL="432000" indent="0">
              <a:buNone/>
              <a:defRPr sz="1600"/>
            </a:lvl5pPr>
          </a:lstStyle>
          <a:p>
            <a:pPr lvl="0"/>
            <a:r>
              <a:rPr lang="en-US" dirty="0"/>
              <a:t>Optional chapter heading </a:t>
            </a:r>
          </a:p>
        </p:txBody>
      </p:sp>
      <p:sp>
        <p:nvSpPr>
          <p:cNvPr id="13" name="Title">
            <a:extLst>
              <a:ext uri="{FF2B5EF4-FFF2-40B4-BE49-F238E27FC236}">
                <a16:creationId xmlns:a16="http://schemas.microsoft.com/office/drawing/2014/main" id="{35416F14-9AFD-27BD-80EF-1481543CC961}"/>
              </a:ext>
            </a:extLst>
          </p:cNvPr>
          <p:cNvSpPr>
            <a:spLocks noGrp="1"/>
          </p:cNvSpPr>
          <p:nvPr>
            <p:ph type="ctrTitle" hasCustomPrompt="1"/>
          </p:nvPr>
        </p:nvSpPr>
        <p:spPr>
          <a:xfrm>
            <a:off x="379567" y="542282"/>
            <a:ext cx="11404446" cy="677763"/>
          </a:xfrm>
        </p:spPr>
        <p:txBody>
          <a:bodyPr anchor="t" anchorCtr="0"/>
          <a:lstStyle>
            <a:lvl1pPr algn="l">
              <a:defRPr sz="3800">
                <a:solidFill>
                  <a:schemeClr val="tx1"/>
                </a:solidFill>
              </a:defRPr>
            </a:lvl1pPr>
          </a:lstStyle>
          <a:p>
            <a:r>
              <a:rPr lang="en-GB" noProof="0" dirty="0"/>
              <a:t>Add title</a:t>
            </a:r>
          </a:p>
        </p:txBody>
      </p:sp>
      <p:sp>
        <p:nvSpPr>
          <p:cNvPr id="5" name="Paragraph">
            <a:extLst>
              <a:ext uri="{FF2B5EF4-FFF2-40B4-BE49-F238E27FC236}">
                <a16:creationId xmlns:a16="http://schemas.microsoft.com/office/drawing/2014/main" id="{1AA3A0A6-2360-E749-813F-4C2BB76956BA}"/>
              </a:ext>
            </a:extLst>
          </p:cNvPr>
          <p:cNvSpPr>
            <a:spLocks noGrp="1"/>
          </p:cNvSpPr>
          <p:nvPr>
            <p:ph type="body" sz="quarter" idx="15" hasCustomPrompt="1"/>
          </p:nvPr>
        </p:nvSpPr>
        <p:spPr>
          <a:xfrm>
            <a:off x="379567" y="1532872"/>
            <a:ext cx="9496271" cy="4380566"/>
          </a:xfrm>
        </p:spPr>
        <p:txBody>
          <a:bodyPr numCol="2" spcCol="180000"/>
          <a:lstStyle>
            <a:lvl1pPr marL="0" indent="0">
              <a:buSzPct val="150000"/>
              <a:buFont typeface="Wingdings" pitchFamily="2" charset="2"/>
              <a:buNone/>
              <a:defRPr/>
            </a:lvl1pPr>
            <a:lvl2pPr marL="432000" indent="0">
              <a:buNone/>
              <a:defRPr/>
            </a:lvl2pPr>
            <a:lvl3pPr marL="432000" indent="0">
              <a:buNone/>
              <a:defRPr/>
            </a:lvl3pPr>
            <a:lvl4pPr marL="0" indent="0">
              <a:buNone/>
              <a:defRPr/>
            </a:lvl4pPr>
            <a:lvl5pPr marL="432000" indent="0">
              <a:buFont typeface="Arial" panose="020B0604020202020204" pitchFamily="34" charset="0"/>
              <a:buNone/>
              <a:defRPr/>
            </a:lvl5pPr>
          </a:lstStyle>
          <a:p>
            <a:pPr lvl="0"/>
            <a:r>
              <a:rPr lang="en-GB" dirty="0"/>
              <a:t>Click to edit Master text styles </a:t>
            </a:r>
            <a:br>
              <a:rPr lang="en-GB" dirty="0"/>
            </a:br>
            <a:r>
              <a:rPr lang="en-GB" dirty="0"/>
              <a:t>(2 columns)</a:t>
            </a:r>
          </a:p>
        </p:txBody>
      </p:sp>
      <p:sp>
        <p:nvSpPr>
          <p:cNvPr id="4" name="Footer">
            <a:extLst>
              <a:ext uri="{FF2B5EF4-FFF2-40B4-BE49-F238E27FC236}">
                <a16:creationId xmlns:a16="http://schemas.microsoft.com/office/drawing/2014/main" id="{A7EA4DA4-1882-695C-8AEC-C486803EDD35}"/>
              </a:ext>
            </a:extLst>
          </p:cNvPr>
          <p:cNvSpPr>
            <a:spLocks noGrp="1"/>
          </p:cNvSpPr>
          <p:nvPr>
            <p:ph type="ftr" sz="quarter" idx="3"/>
          </p:nvPr>
        </p:nvSpPr>
        <p:spPr>
          <a:xfrm>
            <a:off x="2316163" y="6240290"/>
            <a:ext cx="9013253" cy="365125"/>
          </a:xfrm>
          <a:prstGeom prst="rect">
            <a:avLst/>
          </a:prstGeom>
        </p:spPr>
        <p:txBody>
          <a:bodyPr vert="horz" lIns="0" tIns="0" rIns="0" bIns="0" rtlCol="0" anchor="ctr"/>
          <a:lstStyle>
            <a:lvl1pPr algn="l">
              <a:defRPr sz="1100">
                <a:solidFill>
                  <a:schemeClr val="tx1"/>
                </a:solidFill>
              </a:defRPr>
            </a:lvl1pPr>
          </a:lstStyle>
          <a:p>
            <a:pPr algn="r"/>
            <a:r>
              <a:rPr lang="en-GB"/>
              <a:t>Slough and Langley | CCI | UAL | BSc Data Science and AI | 29th January 2025</a:t>
            </a:r>
            <a:endParaRPr lang="en-GB" dirty="0"/>
          </a:p>
        </p:txBody>
      </p:sp>
      <p:sp>
        <p:nvSpPr>
          <p:cNvPr id="3" name="Slide number">
            <a:extLst>
              <a:ext uri="{FF2B5EF4-FFF2-40B4-BE49-F238E27FC236}">
                <a16:creationId xmlns:a16="http://schemas.microsoft.com/office/drawing/2014/main" id="{DA6F2394-E0D1-7230-C9FF-7FAE02741F7D}"/>
              </a:ext>
            </a:extLst>
          </p:cNvPr>
          <p:cNvSpPr>
            <a:spLocks noGrp="1"/>
          </p:cNvSpPr>
          <p:nvPr>
            <p:ph type="sldNum" sz="quarter" idx="4"/>
          </p:nvPr>
        </p:nvSpPr>
        <p:spPr>
          <a:xfrm>
            <a:off x="11329416" y="6240290"/>
            <a:ext cx="491109" cy="365125"/>
          </a:xfrm>
          <a:prstGeom prst="rect">
            <a:avLst/>
          </a:prstGeom>
        </p:spPr>
        <p:txBody>
          <a:bodyPr vert="horz" lIns="0" tIns="0" rIns="0" bIns="0" rtlCol="0" anchor="ctr"/>
          <a:lstStyle>
            <a:lvl1pPr algn="r">
              <a:defRPr sz="1100">
                <a:solidFill>
                  <a:schemeClr val="tx1"/>
                </a:solidFill>
              </a:defRPr>
            </a:lvl1pPr>
          </a:lstStyle>
          <a:p>
            <a:fld id="{2CC19541-5F6E-2C4C-BF21-196C1C8E2E31}" type="slidenum">
              <a:rPr lang="en-GB" smtClean="0"/>
              <a:pPr/>
              <a:t>‹#›</a:t>
            </a:fld>
            <a:r>
              <a:rPr lang="en-GB" dirty="0"/>
              <a:t> </a:t>
            </a:r>
          </a:p>
        </p:txBody>
      </p:sp>
      <p:pic>
        <p:nvPicPr>
          <p:cNvPr id="6" name="Picture 5" descr="A picture containing font, screenshot, black, text&#10;&#10;Description automatically generated">
            <a:extLst>
              <a:ext uri="{FF2B5EF4-FFF2-40B4-BE49-F238E27FC236}">
                <a16:creationId xmlns:a16="http://schemas.microsoft.com/office/drawing/2014/main" id="{AE30D7EB-CD99-A245-19DE-F3C728931A7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4190" y="6168156"/>
            <a:ext cx="1650390" cy="508870"/>
          </a:xfrm>
          <a:prstGeom prst="rect">
            <a:avLst/>
          </a:prstGeom>
        </p:spPr>
      </p:pic>
    </p:spTree>
    <p:extLst>
      <p:ext uri="{BB962C8B-B14F-4D97-AF65-F5344CB8AC3E}">
        <p14:creationId xmlns:p14="http://schemas.microsoft.com/office/powerpoint/2010/main" val="3628733890"/>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3 columns">
    <p:spTree>
      <p:nvGrpSpPr>
        <p:cNvPr id="1" name=""/>
        <p:cNvGrpSpPr/>
        <p:nvPr/>
      </p:nvGrpSpPr>
      <p:grpSpPr>
        <a:xfrm>
          <a:off x="0" y="0"/>
          <a:ext cx="0" cy="0"/>
          <a:chOff x="0" y="0"/>
          <a:chExt cx="0" cy="0"/>
        </a:xfrm>
      </p:grpSpPr>
      <p:sp>
        <p:nvSpPr>
          <p:cNvPr id="14" name="Chapter heading">
            <a:extLst>
              <a:ext uri="{FF2B5EF4-FFF2-40B4-BE49-F238E27FC236}">
                <a16:creationId xmlns:a16="http://schemas.microsoft.com/office/drawing/2014/main" id="{29ABCD44-E7FD-DE70-C6BA-7C9BE5E5D2A1}"/>
              </a:ext>
            </a:extLst>
          </p:cNvPr>
          <p:cNvSpPr>
            <a:spLocks noGrp="1"/>
          </p:cNvSpPr>
          <p:nvPr>
            <p:ph type="body" sz="quarter" idx="13" hasCustomPrompt="1"/>
          </p:nvPr>
        </p:nvSpPr>
        <p:spPr>
          <a:xfrm>
            <a:off x="379567" y="193198"/>
            <a:ext cx="11404446" cy="280988"/>
          </a:xfrm>
        </p:spPr>
        <p:txBody>
          <a:bodyPr/>
          <a:lstStyle>
            <a:lvl1pPr marL="0" indent="0">
              <a:buNone/>
              <a:defRPr sz="1400" b="1"/>
            </a:lvl1pPr>
            <a:lvl2pPr marL="432000" indent="0">
              <a:buNone/>
              <a:defRPr sz="1600"/>
            </a:lvl2pPr>
            <a:lvl3pPr marL="432000" indent="0">
              <a:buNone/>
              <a:defRPr sz="1600"/>
            </a:lvl3pPr>
            <a:lvl4pPr marL="0" indent="0">
              <a:buNone/>
              <a:defRPr sz="1600"/>
            </a:lvl4pPr>
            <a:lvl5pPr marL="432000" indent="0">
              <a:buNone/>
              <a:defRPr sz="1600"/>
            </a:lvl5pPr>
          </a:lstStyle>
          <a:p>
            <a:pPr lvl="0"/>
            <a:r>
              <a:rPr lang="en-US" dirty="0"/>
              <a:t>Optional chapter heading </a:t>
            </a:r>
          </a:p>
        </p:txBody>
      </p:sp>
      <p:sp>
        <p:nvSpPr>
          <p:cNvPr id="13" name="Title">
            <a:extLst>
              <a:ext uri="{FF2B5EF4-FFF2-40B4-BE49-F238E27FC236}">
                <a16:creationId xmlns:a16="http://schemas.microsoft.com/office/drawing/2014/main" id="{35416F14-9AFD-27BD-80EF-1481543CC961}"/>
              </a:ext>
            </a:extLst>
          </p:cNvPr>
          <p:cNvSpPr>
            <a:spLocks noGrp="1"/>
          </p:cNvSpPr>
          <p:nvPr>
            <p:ph type="ctrTitle" hasCustomPrompt="1"/>
          </p:nvPr>
        </p:nvSpPr>
        <p:spPr>
          <a:xfrm>
            <a:off x="379567" y="530407"/>
            <a:ext cx="11404446" cy="677763"/>
          </a:xfrm>
        </p:spPr>
        <p:txBody>
          <a:bodyPr anchor="t" anchorCtr="0"/>
          <a:lstStyle>
            <a:lvl1pPr algn="l">
              <a:defRPr sz="3800">
                <a:solidFill>
                  <a:schemeClr val="tx1"/>
                </a:solidFill>
              </a:defRPr>
            </a:lvl1pPr>
          </a:lstStyle>
          <a:p>
            <a:r>
              <a:rPr lang="en-GB" noProof="0" dirty="0"/>
              <a:t>Add title</a:t>
            </a:r>
          </a:p>
        </p:txBody>
      </p:sp>
      <p:sp>
        <p:nvSpPr>
          <p:cNvPr id="5" name="Paragraph">
            <a:extLst>
              <a:ext uri="{FF2B5EF4-FFF2-40B4-BE49-F238E27FC236}">
                <a16:creationId xmlns:a16="http://schemas.microsoft.com/office/drawing/2014/main" id="{1AA3A0A6-2360-E749-813F-4C2BB76956BA}"/>
              </a:ext>
            </a:extLst>
          </p:cNvPr>
          <p:cNvSpPr>
            <a:spLocks noGrp="1"/>
          </p:cNvSpPr>
          <p:nvPr>
            <p:ph type="body" sz="quarter" idx="15" hasCustomPrompt="1"/>
          </p:nvPr>
        </p:nvSpPr>
        <p:spPr>
          <a:xfrm>
            <a:off x="379567" y="1542597"/>
            <a:ext cx="11440958" cy="4370842"/>
          </a:xfrm>
        </p:spPr>
        <p:txBody>
          <a:bodyPr numCol="3" spcCol="180000"/>
          <a:lstStyle>
            <a:lvl1pPr marL="0" indent="0">
              <a:buSzPct val="150000"/>
              <a:buFont typeface="Wingdings" pitchFamily="2" charset="2"/>
              <a:buNone/>
              <a:defRPr/>
            </a:lvl1pPr>
            <a:lvl2pPr marL="432000" indent="0">
              <a:buNone/>
              <a:defRPr/>
            </a:lvl2pPr>
            <a:lvl3pPr marL="432000" indent="0">
              <a:buNone/>
              <a:defRPr/>
            </a:lvl3pPr>
            <a:lvl4pPr marL="0" indent="0">
              <a:buNone/>
              <a:defRPr/>
            </a:lvl4pPr>
            <a:lvl5pPr marL="432000" indent="0">
              <a:buFont typeface="Arial" panose="020B0604020202020204" pitchFamily="34" charset="0"/>
              <a:buNone/>
              <a:defRPr/>
            </a:lvl5pPr>
          </a:lstStyle>
          <a:p>
            <a:pPr lvl="0"/>
            <a:r>
              <a:rPr lang="en-GB" dirty="0"/>
              <a:t>Click to edit Master text </a:t>
            </a:r>
            <a:br>
              <a:rPr lang="en-GB" dirty="0"/>
            </a:br>
            <a:r>
              <a:rPr lang="en-GB" dirty="0"/>
              <a:t>(3 columns)</a:t>
            </a:r>
          </a:p>
        </p:txBody>
      </p:sp>
      <p:sp>
        <p:nvSpPr>
          <p:cNvPr id="4" name="Footer">
            <a:extLst>
              <a:ext uri="{FF2B5EF4-FFF2-40B4-BE49-F238E27FC236}">
                <a16:creationId xmlns:a16="http://schemas.microsoft.com/office/drawing/2014/main" id="{A7EA4DA4-1882-695C-8AEC-C486803EDD35}"/>
              </a:ext>
            </a:extLst>
          </p:cNvPr>
          <p:cNvSpPr>
            <a:spLocks noGrp="1"/>
          </p:cNvSpPr>
          <p:nvPr>
            <p:ph type="ftr" sz="quarter" idx="3"/>
          </p:nvPr>
        </p:nvSpPr>
        <p:spPr>
          <a:xfrm>
            <a:off x="2316163" y="6240290"/>
            <a:ext cx="9013253" cy="365125"/>
          </a:xfrm>
          <a:prstGeom prst="rect">
            <a:avLst/>
          </a:prstGeom>
        </p:spPr>
        <p:txBody>
          <a:bodyPr vert="horz" lIns="0" tIns="0" rIns="0" bIns="0" rtlCol="0" anchor="ctr"/>
          <a:lstStyle>
            <a:lvl1pPr algn="l">
              <a:defRPr sz="1100">
                <a:solidFill>
                  <a:schemeClr val="tx1"/>
                </a:solidFill>
              </a:defRPr>
            </a:lvl1pPr>
          </a:lstStyle>
          <a:p>
            <a:pPr algn="r"/>
            <a:r>
              <a:rPr lang="en-GB"/>
              <a:t>Slough and Langley | CCI | UAL | BSc Data Science and AI | 29th January 2025</a:t>
            </a:r>
            <a:endParaRPr lang="en-GB" dirty="0"/>
          </a:p>
        </p:txBody>
      </p:sp>
      <p:sp>
        <p:nvSpPr>
          <p:cNvPr id="3" name="Slide number">
            <a:extLst>
              <a:ext uri="{FF2B5EF4-FFF2-40B4-BE49-F238E27FC236}">
                <a16:creationId xmlns:a16="http://schemas.microsoft.com/office/drawing/2014/main" id="{DA6F2394-E0D1-7230-C9FF-7FAE02741F7D}"/>
              </a:ext>
            </a:extLst>
          </p:cNvPr>
          <p:cNvSpPr>
            <a:spLocks noGrp="1"/>
          </p:cNvSpPr>
          <p:nvPr>
            <p:ph type="sldNum" sz="quarter" idx="4"/>
          </p:nvPr>
        </p:nvSpPr>
        <p:spPr>
          <a:xfrm>
            <a:off x="11329416" y="6240290"/>
            <a:ext cx="491109" cy="365125"/>
          </a:xfrm>
          <a:prstGeom prst="rect">
            <a:avLst/>
          </a:prstGeom>
        </p:spPr>
        <p:txBody>
          <a:bodyPr vert="horz" lIns="0" tIns="0" rIns="0" bIns="0" rtlCol="0" anchor="ctr"/>
          <a:lstStyle>
            <a:lvl1pPr algn="r">
              <a:defRPr sz="1100">
                <a:solidFill>
                  <a:schemeClr val="tx1"/>
                </a:solidFill>
              </a:defRPr>
            </a:lvl1pPr>
          </a:lstStyle>
          <a:p>
            <a:fld id="{2CC19541-5F6E-2C4C-BF21-196C1C8E2E31}" type="slidenum">
              <a:rPr lang="en-GB" smtClean="0"/>
              <a:pPr/>
              <a:t>‹#›</a:t>
            </a:fld>
            <a:r>
              <a:rPr lang="en-GB" dirty="0"/>
              <a:t> </a:t>
            </a:r>
          </a:p>
        </p:txBody>
      </p:sp>
      <p:pic>
        <p:nvPicPr>
          <p:cNvPr id="6" name="Picture 5" descr="A picture containing font, screenshot, black, text&#10;&#10;Description automatically generated">
            <a:extLst>
              <a:ext uri="{FF2B5EF4-FFF2-40B4-BE49-F238E27FC236}">
                <a16:creationId xmlns:a16="http://schemas.microsoft.com/office/drawing/2014/main" id="{199B74C3-ED6C-EF33-B097-E26B6CB4024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4190" y="6168156"/>
            <a:ext cx="1650390" cy="508870"/>
          </a:xfrm>
          <a:prstGeom prst="rect">
            <a:avLst/>
          </a:prstGeom>
        </p:spPr>
      </p:pic>
    </p:spTree>
    <p:extLst>
      <p:ext uri="{BB962C8B-B14F-4D97-AF65-F5344CB8AC3E}">
        <p14:creationId xmlns:p14="http://schemas.microsoft.com/office/powerpoint/2010/main" val="3155294172"/>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and image (1x1) - a">
    <p:spTree>
      <p:nvGrpSpPr>
        <p:cNvPr id="1" name=""/>
        <p:cNvGrpSpPr/>
        <p:nvPr/>
      </p:nvGrpSpPr>
      <p:grpSpPr>
        <a:xfrm>
          <a:off x="0" y="0"/>
          <a:ext cx="0" cy="0"/>
          <a:chOff x="0" y="0"/>
          <a:chExt cx="0" cy="0"/>
        </a:xfrm>
      </p:grpSpPr>
      <p:sp>
        <p:nvSpPr>
          <p:cNvPr id="14" name="Chapter heading">
            <a:extLst>
              <a:ext uri="{FF2B5EF4-FFF2-40B4-BE49-F238E27FC236}">
                <a16:creationId xmlns:a16="http://schemas.microsoft.com/office/drawing/2014/main" id="{C6F3B803-D8D9-EEF0-2A3B-FCE75DC03A25}"/>
              </a:ext>
            </a:extLst>
          </p:cNvPr>
          <p:cNvSpPr>
            <a:spLocks noGrp="1"/>
          </p:cNvSpPr>
          <p:nvPr>
            <p:ph type="body" sz="quarter" idx="13" hasCustomPrompt="1"/>
          </p:nvPr>
        </p:nvSpPr>
        <p:spPr>
          <a:xfrm>
            <a:off x="379567" y="193197"/>
            <a:ext cx="5644996" cy="337209"/>
          </a:xfrm>
        </p:spPr>
        <p:txBody>
          <a:bodyPr/>
          <a:lstStyle>
            <a:lvl1pPr marL="0" indent="0">
              <a:buNone/>
              <a:defRPr sz="1400" b="1"/>
            </a:lvl1pPr>
            <a:lvl2pPr marL="432000" indent="0">
              <a:buNone/>
              <a:defRPr sz="1600"/>
            </a:lvl2pPr>
            <a:lvl3pPr marL="432000" indent="0">
              <a:buNone/>
              <a:defRPr sz="1600"/>
            </a:lvl3pPr>
            <a:lvl4pPr marL="0" indent="0">
              <a:buNone/>
              <a:defRPr sz="1600"/>
            </a:lvl4pPr>
            <a:lvl5pPr marL="432000" indent="0">
              <a:buNone/>
              <a:defRPr sz="1600"/>
            </a:lvl5pPr>
          </a:lstStyle>
          <a:p>
            <a:pPr lvl="0"/>
            <a:r>
              <a:rPr lang="en-US" dirty="0"/>
              <a:t>Optional chapter heading </a:t>
            </a:r>
          </a:p>
        </p:txBody>
      </p:sp>
      <p:sp>
        <p:nvSpPr>
          <p:cNvPr id="13" name="Title">
            <a:extLst>
              <a:ext uri="{FF2B5EF4-FFF2-40B4-BE49-F238E27FC236}">
                <a16:creationId xmlns:a16="http://schemas.microsoft.com/office/drawing/2014/main" id="{8CB315D8-F69D-A5B9-B28E-76D55AABD987}"/>
              </a:ext>
            </a:extLst>
          </p:cNvPr>
          <p:cNvSpPr>
            <a:spLocks noGrp="1"/>
          </p:cNvSpPr>
          <p:nvPr>
            <p:ph type="ctrTitle" hasCustomPrompt="1"/>
          </p:nvPr>
        </p:nvSpPr>
        <p:spPr>
          <a:xfrm>
            <a:off x="379567" y="530407"/>
            <a:ext cx="5644996" cy="677763"/>
          </a:xfrm>
        </p:spPr>
        <p:txBody>
          <a:bodyPr anchor="t" anchorCtr="0"/>
          <a:lstStyle>
            <a:lvl1pPr algn="l">
              <a:defRPr sz="3800">
                <a:solidFill>
                  <a:schemeClr val="tx1"/>
                </a:solidFill>
              </a:defRPr>
            </a:lvl1pPr>
          </a:lstStyle>
          <a:p>
            <a:r>
              <a:rPr lang="en-GB" noProof="0" dirty="0"/>
              <a:t>Add title</a:t>
            </a:r>
          </a:p>
        </p:txBody>
      </p:sp>
      <p:sp>
        <p:nvSpPr>
          <p:cNvPr id="5" name="Paragraph">
            <a:extLst>
              <a:ext uri="{FF2B5EF4-FFF2-40B4-BE49-F238E27FC236}">
                <a16:creationId xmlns:a16="http://schemas.microsoft.com/office/drawing/2014/main" id="{1AA3A0A6-2360-E749-813F-4C2BB76956BA}"/>
              </a:ext>
            </a:extLst>
          </p:cNvPr>
          <p:cNvSpPr>
            <a:spLocks noGrp="1"/>
          </p:cNvSpPr>
          <p:nvPr>
            <p:ph type="body" sz="quarter" idx="15"/>
          </p:nvPr>
        </p:nvSpPr>
        <p:spPr>
          <a:xfrm>
            <a:off x="387349" y="1532701"/>
            <a:ext cx="4664076" cy="4380738"/>
          </a:xfrm>
        </p:spPr>
        <p:txBody>
          <a:bodyPr/>
          <a:lstStyle>
            <a:lvl1pPr marL="0" indent="0">
              <a:buSzPct val="150000"/>
              <a:buFont typeface="Wingdings" pitchFamily="2" charset="2"/>
              <a:buNone/>
              <a:defRPr/>
            </a:lvl1pPr>
            <a:lvl2pPr marL="432000" indent="0">
              <a:buNone/>
              <a:defRPr/>
            </a:lvl2pPr>
            <a:lvl3pPr marL="432000" indent="0">
              <a:buNone/>
              <a:defRPr/>
            </a:lvl3pPr>
            <a:lvl4pPr marL="0" indent="0">
              <a:buNone/>
              <a:defRPr/>
            </a:lvl4pPr>
            <a:lvl5pPr marL="432000" indent="0">
              <a:buNone/>
              <a:defRPr/>
            </a:lvl5pPr>
          </a:lstStyle>
          <a:p>
            <a:pPr lvl="0"/>
            <a:r>
              <a:rPr lang="en-GB"/>
              <a:t>Click to edit Master text styles</a:t>
            </a:r>
          </a:p>
        </p:txBody>
      </p:sp>
      <p:sp>
        <p:nvSpPr>
          <p:cNvPr id="9" name="Picture Placeholder 8">
            <a:extLst>
              <a:ext uri="{FF2B5EF4-FFF2-40B4-BE49-F238E27FC236}">
                <a16:creationId xmlns:a16="http://schemas.microsoft.com/office/drawing/2014/main" id="{6D2BBCD5-8B48-DE93-40F5-3D966A6BF02B}"/>
              </a:ext>
            </a:extLst>
          </p:cNvPr>
          <p:cNvSpPr>
            <a:spLocks noGrp="1"/>
          </p:cNvSpPr>
          <p:nvPr>
            <p:ph type="pic" sz="quarter" idx="19" hasCustomPrompt="1"/>
          </p:nvPr>
        </p:nvSpPr>
        <p:spPr>
          <a:xfrm>
            <a:off x="6271648" y="368301"/>
            <a:ext cx="5548878" cy="5548879"/>
          </a:xfrm>
        </p:spPr>
        <p:txBody>
          <a:bodyPr/>
          <a:lstStyle>
            <a:lvl1pPr marL="0" indent="0">
              <a:buNone/>
              <a:defRPr/>
            </a:lvl1pPr>
          </a:lstStyle>
          <a:p>
            <a:pPr marL="0" marR="0" lvl="0" indent="0" algn="l" defTabSz="126000" rtl="0" eaLnBrk="1" fontAlgn="auto" latinLnBrk="0" hangingPunct="1">
              <a:lnSpc>
                <a:spcPct val="110000"/>
              </a:lnSpc>
              <a:spcBef>
                <a:spcPts val="0"/>
              </a:spcBef>
              <a:spcAft>
                <a:spcPts val="1200"/>
              </a:spcAft>
              <a:buClr>
                <a:schemeClr val="tx1"/>
              </a:buClr>
              <a:buSzPct val="80000"/>
              <a:buFont typeface="Wingdings 2" panose="05020102010507070707" pitchFamily="18" charset="2"/>
              <a:buNone/>
              <a:tabLst/>
              <a:defRPr/>
            </a:pPr>
            <a:r>
              <a:rPr lang="en-US" dirty="0"/>
              <a:t>Add photo (1x1)</a:t>
            </a:r>
          </a:p>
        </p:txBody>
      </p:sp>
      <p:sp>
        <p:nvSpPr>
          <p:cNvPr id="11" name="Vertical Text Placeholder 10">
            <a:extLst>
              <a:ext uri="{FF2B5EF4-FFF2-40B4-BE49-F238E27FC236}">
                <a16:creationId xmlns:a16="http://schemas.microsoft.com/office/drawing/2014/main" id="{517753BC-5184-D0B1-8E65-39C2ADBC56AF}"/>
              </a:ext>
            </a:extLst>
          </p:cNvPr>
          <p:cNvSpPr>
            <a:spLocks noGrp="1"/>
          </p:cNvSpPr>
          <p:nvPr>
            <p:ph type="body" orient="vert" sz="quarter" idx="17" hasCustomPrompt="1"/>
          </p:nvPr>
        </p:nvSpPr>
        <p:spPr>
          <a:xfrm>
            <a:off x="11830570" y="384604"/>
            <a:ext cx="286363" cy="5528834"/>
          </a:xfrm>
        </p:spPr>
        <p:txBody>
          <a:bodyPr vert="eaVert" anchor="ctr"/>
          <a:lstStyle>
            <a:lvl1pPr marL="0" indent="0">
              <a:lnSpc>
                <a:spcPct val="100000"/>
              </a:lnSpc>
              <a:spcAft>
                <a:spcPts val="900"/>
              </a:spcAft>
              <a:buNone/>
              <a:defRPr sz="900"/>
            </a:lvl1pPr>
            <a:lvl2pPr marL="432000" indent="0">
              <a:buNone/>
              <a:defRPr/>
            </a:lvl2pPr>
            <a:lvl3pPr marL="432000" indent="0">
              <a:buNone/>
              <a:defRPr/>
            </a:lvl3pPr>
            <a:lvl4pPr marL="0" indent="0">
              <a:buNone/>
              <a:defRPr/>
            </a:lvl4pPr>
            <a:lvl5pPr marL="432000" indent="0">
              <a:buNone/>
              <a:defRPr/>
            </a:lvl5pPr>
          </a:lstStyle>
          <a:p>
            <a:pPr marL="0" marR="0" lvl="0" indent="0" algn="l" defTabSz="126000" rtl="0" eaLnBrk="1" fontAlgn="auto" latinLnBrk="0" hangingPunct="1">
              <a:lnSpc>
                <a:spcPct val="110000"/>
              </a:lnSpc>
              <a:spcBef>
                <a:spcPts val="0"/>
              </a:spcBef>
              <a:spcAft>
                <a:spcPts val="1200"/>
              </a:spcAft>
              <a:buClr>
                <a:schemeClr val="tx1"/>
              </a:buClr>
              <a:buSzPct val="80000"/>
              <a:buFont typeface="Wingdings 2" panose="05020102010507070707" pitchFamily="18" charset="2"/>
              <a:buNone/>
              <a:tabLst/>
              <a:defRPr/>
            </a:pPr>
            <a:r>
              <a:rPr lang="en-US" dirty="0"/>
              <a:t>[Image credit goes here]</a:t>
            </a:r>
          </a:p>
        </p:txBody>
      </p:sp>
      <p:sp>
        <p:nvSpPr>
          <p:cNvPr id="4" name="Footer">
            <a:extLst>
              <a:ext uri="{FF2B5EF4-FFF2-40B4-BE49-F238E27FC236}">
                <a16:creationId xmlns:a16="http://schemas.microsoft.com/office/drawing/2014/main" id="{C4E2FFEA-9B57-68E5-07F8-CFF8350860C1}"/>
              </a:ext>
            </a:extLst>
          </p:cNvPr>
          <p:cNvSpPr>
            <a:spLocks noGrp="1"/>
          </p:cNvSpPr>
          <p:nvPr>
            <p:ph type="ftr" sz="quarter" idx="3"/>
          </p:nvPr>
        </p:nvSpPr>
        <p:spPr>
          <a:xfrm>
            <a:off x="2316163" y="6240290"/>
            <a:ext cx="9013253" cy="365125"/>
          </a:xfrm>
          <a:prstGeom prst="rect">
            <a:avLst/>
          </a:prstGeom>
        </p:spPr>
        <p:txBody>
          <a:bodyPr vert="horz" lIns="0" tIns="0" rIns="0" bIns="0" rtlCol="0" anchor="ctr"/>
          <a:lstStyle>
            <a:lvl1pPr algn="l">
              <a:defRPr sz="1100">
                <a:solidFill>
                  <a:schemeClr val="tx1"/>
                </a:solidFill>
              </a:defRPr>
            </a:lvl1pPr>
          </a:lstStyle>
          <a:p>
            <a:pPr algn="r"/>
            <a:r>
              <a:rPr lang="en-GB"/>
              <a:t>Slough and Langley | CCI | UAL | BSc Data Science and AI | 29th January 2025</a:t>
            </a:r>
            <a:endParaRPr lang="en-GB" dirty="0"/>
          </a:p>
        </p:txBody>
      </p:sp>
      <p:sp>
        <p:nvSpPr>
          <p:cNvPr id="3" name="Slide number">
            <a:extLst>
              <a:ext uri="{FF2B5EF4-FFF2-40B4-BE49-F238E27FC236}">
                <a16:creationId xmlns:a16="http://schemas.microsoft.com/office/drawing/2014/main" id="{1E25A152-0AF0-B0F8-A637-039282AEE01F}"/>
              </a:ext>
            </a:extLst>
          </p:cNvPr>
          <p:cNvSpPr>
            <a:spLocks noGrp="1"/>
          </p:cNvSpPr>
          <p:nvPr>
            <p:ph type="sldNum" sz="quarter" idx="4"/>
          </p:nvPr>
        </p:nvSpPr>
        <p:spPr>
          <a:xfrm>
            <a:off x="11329416" y="6240290"/>
            <a:ext cx="491109" cy="365125"/>
          </a:xfrm>
          <a:prstGeom prst="rect">
            <a:avLst/>
          </a:prstGeom>
        </p:spPr>
        <p:txBody>
          <a:bodyPr vert="horz" lIns="0" tIns="0" rIns="0" bIns="0" rtlCol="0" anchor="ctr"/>
          <a:lstStyle>
            <a:lvl1pPr algn="r">
              <a:defRPr sz="1100">
                <a:solidFill>
                  <a:schemeClr val="tx1"/>
                </a:solidFill>
              </a:defRPr>
            </a:lvl1pPr>
          </a:lstStyle>
          <a:p>
            <a:fld id="{2CC19541-5F6E-2C4C-BF21-196C1C8E2E31}" type="slidenum">
              <a:rPr lang="en-GB" smtClean="0"/>
              <a:pPr/>
              <a:t>‹#›</a:t>
            </a:fld>
            <a:r>
              <a:rPr lang="en-GB" dirty="0"/>
              <a:t> </a:t>
            </a:r>
          </a:p>
        </p:txBody>
      </p:sp>
      <p:pic>
        <p:nvPicPr>
          <p:cNvPr id="6" name="Picture 5" descr="A picture containing font, screenshot, black, text&#10;&#10;Description automatically generated">
            <a:extLst>
              <a:ext uri="{FF2B5EF4-FFF2-40B4-BE49-F238E27FC236}">
                <a16:creationId xmlns:a16="http://schemas.microsoft.com/office/drawing/2014/main" id="{57B602F2-2A43-27A5-2751-C9A7A504BE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4190" y="6168156"/>
            <a:ext cx="1650390" cy="508870"/>
          </a:xfrm>
          <a:prstGeom prst="rect">
            <a:avLst/>
          </a:prstGeom>
        </p:spPr>
      </p:pic>
    </p:spTree>
    <p:extLst>
      <p:ext uri="{BB962C8B-B14F-4D97-AF65-F5344CB8AC3E}">
        <p14:creationId xmlns:p14="http://schemas.microsoft.com/office/powerpoint/2010/main" val="2510402470"/>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and image (4x3) - a">
    <p:spTree>
      <p:nvGrpSpPr>
        <p:cNvPr id="1" name=""/>
        <p:cNvGrpSpPr/>
        <p:nvPr/>
      </p:nvGrpSpPr>
      <p:grpSpPr>
        <a:xfrm>
          <a:off x="0" y="0"/>
          <a:ext cx="0" cy="0"/>
          <a:chOff x="0" y="0"/>
          <a:chExt cx="0" cy="0"/>
        </a:xfrm>
      </p:grpSpPr>
      <p:sp>
        <p:nvSpPr>
          <p:cNvPr id="14" name="Chapter heading">
            <a:extLst>
              <a:ext uri="{FF2B5EF4-FFF2-40B4-BE49-F238E27FC236}">
                <a16:creationId xmlns:a16="http://schemas.microsoft.com/office/drawing/2014/main" id="{C6F3B803-D8D9-EEF0-2A3B-FCE75DC03A25}"/>
              </a:ext>
            </a:extLst>
          </p:cNvPr>
          <p:cNvSpPr>
            <a:spLocks noGrp="1"/>
          </p:cNvSpPr>
          <p:nvPr>
            <p:ph type="body" sz="quarter" idx="13" hasCustomPrompt="1"/>
          </p:nvPr>
        </p:nvSpPr>
        <p:spPr>
          <a:xfrm>
            <a:off x="379567" y="193198"/>
            <a:ext cx="8524721" cy="280988"/>
          </a:xfrm>
        </p:spPr>
        <p:txBody>
          <a:bodyPr/>
          <a:lstStyle>
            <a:lvl1pPr marL="0" indent="0">
              <a:buNone/>
              <a:defRPr sz="1400" b="1"/>
            </a:lvl1pPr>
            <a:lvl2pPr marL="432000" indent="0">
              <a:buNone/>
              <a:defRPr sz="1600"/>
            </a:lvl2pPr>
            <a:lvl3pPr marL="432000" indent="0">
              <a:buNone/>
              <a:defRPr sz="1600"/>
            </a:lvl3pPr>
            <a:lvl4pPr marL="0" indent="0">
              <a:buNone/>
              <a:defRPr sz="1600"/>
            </a:lvl4pPr>
            <a:lvl5pPr marL="432000" indent="0">
              <a:buNone/>
              <a:defRPr sz="1600"/>
            </a:lvl5pPr>
          </a:lstStyle>
          <a:p>
            <a:pPr lvl="0"/>
            <a:r>
              <a:rPr lang="en-US" dirty="0"/>
              <a:t>Optional chapter heading </a:t>
            </a:r>
          </a:p>
        </p:txBody>
      </p:sp>
      <p:sp>
        <p:nvSpPr>
          <p:cNvPr id="13" name="Title">
            <a:extLst>
              <a:ext uri="{FF2B5EF4-FFF2-40B4-BE49-F238E27FC236}">
                <a16:creationId xmlns:a16="http://schemas.microsoft.com/office/drawing/2014/main" id="{8CB315D8-F69D-A5B9-B28E-76D55AABD987}"/>
              </a:ext>
            </a:extLst>
          </p:cNvPr>
          <p:cNvSpPr>
            <a:spLocks noGrp="1"/>
          </p:cNvSpPr>
          <p:nvPr>
            <p:ph type="ctrTitle" hasCustomPrompt="1"/>
          </p:nvPr>
        </p:nvSpPr>
        <p:spPr>
          <a:xfrm>
            <a:off x="379567" y="530407"/>
            <a:ext cx="8524721" cy="677763"/>
          </a:xfrm>
        </p:spPr>
        <p:txBody>
          <a:bodyPr anchor="t" anchorCtr="0"/>
          <a:lstStyle>
            <a:lvl1pPr algn="l">
              <a:defRPr sz="3800">
                <a:solidFill>
                  <a:schemeClr val="tx1"/>
                </a:solidFill>
              </a:defRPr>
            </a:lvl1pPr>
          </a:lstStyle>
          <a:p>
            <a:r>
              <a:rPr lang="en-GB" noProof="0" dirty="0"/>
              <a:t>Add title</a:t>
            </a:r>
          </a:p>
        </p:txBody>
      </p:sp>
      <p:sp>
        <p:nvSpPr>
          <p:cNvPr id="5" name="Paragraph">
            <a:extLst>
              <a:ext uri="{FF2B5EF4-FFF2-40B4-BE49-F238E27FC236}">
                <a16:creationId xmlns:a16="http://schemas.microsoft.com/office/drawing/2014/main" id="{1AA3A0A6-2360-E749-813F-4C2BB76956BA}"/>
              </a:ext>
            </a:extLst>
          </p:cNvPr>
          <p:cNvSpPr>
            <a:spLocks noGrp="1"/>
          </p:cNvSpPr>
          <p:nvPr>
            <p:ph type="body" sz="quarter" idx="15"/>
          </p:nvPr>
        </p:nvSpPr>
        <p:spPr>
          <a:xfrm>
            <a:off x="387349" y="1535022"/>
            <a:ext cx="4664076" cy="4378416"/>
          </a:xfrm>
        </p:spPr>
        <p:txBody>
          <a:bodyPr/>
          <a:lstStyle>
            <a:lvl1pPr marL="0" indent="0">
              <a:buSzPct val="150000"/>
              <a:buFont typeface="Wingdings" pitchFamily="2" charset="2"/>
              <a:buNone/>
              <a:defRPr/>
            </a:lvl1pPr>
            <a:lvl2pPr marL="432000" indent="0">
              <a:buNone/>
              <a:defRPr/>
            </a:lvl2pPr>
            <a:lvl3pPr marL="432000" indent="0">
              <a:buNone/>
              <a:defRPr/>
            </a:lvl3pPr>
            <a:lvl4pPr marL="0" indent="0">
              <a:buNone/>
              <a:defRPr/>
            </a:lvl4pPr>
            <a:lvl5pPr marL="432000" indent="0">
              <a:buNone/>
              <a:defRPr/>
            </a:lvl5pPr>
          </a:lstStyle>
          <a:p>
            <a:pPr lvl="0"/>
            <a:r>
              <a:rPr lang="en-GB"/>
              <a:t>Click to edit Master text styles</a:t>
            </a:r>
          </a:p>
        </p:txBody>
      </p:sp>
      <p:sp>
        <p:nvSpPr>
          <p:cNvPr id="15" name="Picture Placeholder 14">
            <a:extLst>
              <a:ext uri="{FF2B5EF4-FFF2-40B4-BE49-F238E27FC236}">
                <a16:creationId xmlns:a16="http://schemas.microsoft.com/office/drawing/2014/main" id="{FB3D72CF-0F3E-DBBA-F60A-E83A3385DB42}"/>
              </a:ext>
            </a:extLst>
          </p:cNvPr>
          <p:cNvSpPr>
            <a:spLocks noGrp="1"/>
          </p:cNvSpPr>
          <p:nvPr>
            <p:ph type="pic" sz="quarter" idx="21" hasCustomPrompt="1"/>
          </p:nvPr>
        </p:nvSpPr>
        <p:spPr>
          <a:xfrm>
            <a:off x="5972014" y="1529496"/>
            <a:ext cx="5848511" cy="4387175"/>
          </a:xfrm>
        </p:spPr>
        <p:txBody>
          <a:bodyPr/>
          <a:lstStyle>
            <a:lvl1pPr marL="0" indent="0">
              <a:buNone/>
              <a:defRPr/>
            </a:lvl1pPr>
          </a:lstStyle>
          <a:p>
            <a:pPr marL="0" marR="0" lvl="0" indent="0" algn="l" defTabSz="126000" rtl="0" eaLnBrk="1" fontAlgn="auto" latinLnBrk="0" hangingPunct="1">
              <a:lnSpc>
                <a:spcPct val="110000"/>
              </a:lnSpc>
              <a:spcBef>
                <a:spcPts val="0"/>
              </a:spcBef>
              <a:spcAft>
                <a:spcPts val="1200"/>
              </a:spcAft>
              <a:buClr>
                <a:schemeClr val="tx1"/>
              </a:buClr>
              <a:buSzPct val="80000"/>
              <a:buFont typeface="Wingdings 2" panose="05020102010507070707" pitchFamily="18" charset="2"/>
              <a:buNone/>
              <a:tabLst/>
              <a:defRPr/>
            </a:pPr>
            <a:r>
              <a:rPr lang="en-US" dirty="0"/>
              <a:t>Add photo (4x3)</a:t>
            </a:r>
          </a:p>
        </p:txBody>
      </p:sp>
      <p:sp>
        <p:nvSpPr>
          <p:cNvPr id="4" name="Footer">
            <a:extLst>
              <a:ext uri="{FF2B5EF4-FFF2-40B4-BE49-F238E27FC236}">
                <a16:creationId xmlns:a16="http://schemas.microsoft.com/office/drawing/2014/main" id="{C4E2FFEA-9B57-68E5-07F8-CFF8350860C1}"/>
              </a:ext>
            </a:extLst>
          </p:cNvPr>
          <p:cNvSpPr>
            <a:spLocks noGrp="1"/>
          </p:cNvSpPr>
          <p:nvPr>
            <p:ph type="ftr" sz="quarter" idx="3"/>
          </p:nvPr>
        </p:nvSpPr>
        <p:spPr>
          <a:xfrm>
            <a:off x="2316163" y="6240290"/>
            <a:ext cx="9013253" cy="365125"/>
          </a:xfrm>
          <a:prstGeom prst="rect">
            <a:avLst/>
          </a:prstGeom>
        </p:spPr>
        <p:txBody>
          <a:bodyPr vert="horz" lIns="0" tIns="0" rIns="0" bIns="0" rtlCol="0" anchor="ctr"/>
          <a:lstStyle>
            <a:lvl1pPr algn="l">
              <a:defRPr sz="1100">
                <a:solidFill>
                  <a:schemeClr val="tx1"/>
                </a:solidFill>
              </a:defRPr>
            </a:lvl1pPr>
          </a:lstStyle>
          <a:p>
            <a:pPr algn="r"/>
            <a:r>
              <a:rPr lang="en-GB"/>
              <a:t>Slough and Langley | CCI | UAL | BSc Data Science and AI | 29th January 2025</a:t>
            </a:r>
            <a:endParaRPr lang="en-GB" dirty="0"/>
          </a:p>
        </p:txBody>
      </p:sp>
      <p:sp>
        <p:nvSpPr>
          <p:cNvPr id="3" name="Slide number">
            <a:extLst>
              <a:ext uri="{FF2B5EF4-FFF2-40B4-BE49-F238E27FC236}">
                <a16:creationId xmlns:a16="http://schemas.microsoft.com/office/drawing/2014/main" id="{1E25A152-0AF0-B0F8-A637-039282AEE01F}"/>
              </a:ext>
            </a:extLst>
          </p:cNvPr>
          <p:cNvSpPr>
            <a:spLocks noGrp="1"/>
          </p:cNvSpPr>
          <p:nvPr>
            <p:ph type="sldNum" sz="quarter" idx="4"/>
          </p:nvPr>
        </p:nvSpPr>
        <p:spPr>
          <a:xfrm>
            <a:off x="11329416" y="6240290"/>
            <a:ext cx="491109" cy="365125"/>
          </a:xfrm>
          <a:prstGeom prst="rect">
            <a:avLst/>
          </a:prstGeom>
        </p:spPr>
        <p:txBody>
          <a:bodyPr vert="horz" lIns="0" tIns="0" rIns="0" bIns="0" rtlCol="0" anchor="ctr"/>
          <a:lstStyle>
            <a:lvl1pPr algn="r">
              <a:defRPr sz="1100">
                <a:solidFill>
                  <a:schemeClr val="tx1"/>
                </a:solidFill>
              </a:defRPr>
            </a:lvl1pPr>
          </a:lstStyle>
          <a:p>
            <a:fld id="{2CC19541-5F6E-2C4C-BF21-196C1C8E2E31}" type="slidenum">
              <a:rPr lang="en-GB" smtClean="0"/>
              <a:pPr/>
              <a:t>‹#›</a:t>
            </a:fld>
            <a:r>
              <a:rPr lang="en-GB" dirty="0"/>
              <a:t> </a:t>
            </a:r>
          </a:p>
        </p:txBody>
      </p:sp>
      <p:sp>
        <p:nvSpPr>
          <p:cNvPr id="6" name="Vertical Text Placeholder 10">
            <a:extLst>
              <a:ext uri="{FF2B5EF4-FFF2-40B4-BE49-F238E27FC236}">
                <a16:creationId xmlns:a16="http://schemas.microsoft.com/office/drawing/2014/main" id="{835E6CCC-A947-BC4B-B340-7BC11E23BB3A}"/>
              </a:ext>
            </a:extLst>
          </p:cNvPr>
          <p:cNvSpPr>
            <a:spLocks noGrp="1"/>
          </p:cNvSpPr>
          <p:nvPr>
            <p:ph type="body" orient="vert" sz="quarter" idx="17" hasCustomPrompt="1"/>
          </p:nvPr>
        </p:nvSpPr>
        <p:spPr>
          <a:xfrm>
            <a:off x="11830570" y="384604"/>
            <a:ext cx="286363" cy="5528834"/>
          </a:xfrm>
        </p:spPr>
        <p:txBody>
          <a:bodyPr vert="eaVert" anchor="ctr"/>
          <a:lstStyle>
            <a:lvl1pPr marL="0" indent="0">
              <a:lnSpc>
                <a:spcPct val="100000"/>
              </a:lnSpc>
              <a:spcAft>
                <a:spcPts val="900"/>
              </a:spcAft>
              <a:buNone/>
              <a:defRPr sz="900"/>
            </a:lvl1pPr>
            <a:lvl2pPr marL="432000" indent="0">
              <a:buNone/>
              <a:defRPr/>
            </a:lvl2pPr>
            <a:lvl3pPr marL="432000" indent="0">
              <a:buNone/>
              <a:defRPr/>
            </a:lvl3pPr>
            <a:lvl4pPr marL="0" indent="0">
              <a:buNone/>
              <a:defRPr/>
            </a:lvl4pPr>
            <a:lvl5pPr marL="432000" indent="0">
              <a:buNone/>
              <a:defRPr/>
            </a:lvl5pPr>
          </a:lstStyle>
          <a:p>
            <a:pPr marL="0" marR="0" lvl="0" indent="0" algn="l" defTabSz="126000" rtl="0" eaLnBrk="1" fontAlgn="auto" latinLnBrk="0" hangingPunct="1">
              <a:lnSpc>
                <a:spcPct val="110000"/>
              </a:lnSpc>
              <a:spcBef>
                <a:spcPts val="0"/>
              </a:spcBef>
              <a:spcAft>
                <a:spcPts val="1200"/>
              </a:spcAft>
              <a:buClr>
                <a:schemeClr val="tx1"/>
              </a:buClr>
              <a:buSzPct val="80000"/>
              <a:buFont typeface="Wingdings 2" panose="05020102010507070707" pitchFamily="18" charset="2"/>
              <a:buNone/>
              <a:tabLst/>
              <a:defRPr/>
            </a:pPr>
            <a:r>
              <a:rPr lang="en-US" dirty="0"/>
              <a:t>[Image credit goes here]</a:t>
            </a:r>
          </a:p>
        </p:txBody>
      </p:sp>
      <p:pic>
        <p:nvPicPr>
          <p:cNvPr id="8" name="Picture 7" descr="A picture containing font, screenshot, black, text&#10;&#10;Description automatically generated">
            <a:extLst>
              <a:ext uri="{FF2B5EF4-FFF2-40B4-BE49-F238E27FC236}">
                <a16:creationId xmlns:a16="http://schemas.microsoft.com/office/drawing/2014/main" id="{10995482-A74F-01E8-404A-7B09D0D34B6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4190" y="6168156"/>
            <a:ext cx="1650390" cy="508870"/>
          </a:xfrm>
          <a:prstGeom prst="rect">
            <a:avLst/>
          </a:prstGeom>
        </p:spPr>
      </p:pic>
    </p:spTree>
    <p:extLst>
      <p:ext uri="{BB962C8B-B14F-4D97-AF65-F5344CB8AC3E}">
        <p14:creationId xmlns:p14="http://schemas.microsoft.com/office/powerpoint/2010/main" val="3211164340"/>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and image (3x4) - a">
    <p:spTree>
      <p:nvGrpSpPr>
        <p:cNvPr id="1" name=""/>
        <p:cNvGrpSpPr/>
        <p:nvPr/>
      </p:nvGrpSpPr>
      <p:grpSpPr>
        <a:xfrm>
          <a:off x="0" y="0"/>
          <a:ext cx="0" cy="0"/>
          <a:chOff x="0" y="0"/>
          <a:chExt cx="0" cy="0"/>
        </a:xfrm>
      </p:grpSpPr>
      <p:sp>
        <p:nvSpPr>
          <p:cNvPr id="14" name="Chapter heading">
            <a:extLst>
              <a:ext uri="{FF2B5EF4-FFF2-40B4-BE49-F238E27FC236}">
                <a16:creationId xmlns:a16="http://schemas.microsoft.com/office/drawing/2014/main" id="{C6F3B803-D8D9-EEF0-2A3B-FCE75DC03A25}"/>
              </a:ext>
            </a:extLst>
          </p:cNvPr>
          <p:cNvSpPr>
            <a:spLocks noGrp="1"/>
          </p:cNvSpPr>
          <p:nvPr>
            <p:ph type="body" sz="quarter" idx="13" hasCustomPrompt="1"/>
          </p:nvPr>
        </p:nvSpPr>
        <p:spPr>
          <a:xfrm>
            <a:off x="379567" y="193197"/>
            <a:ext cx="6616546" cy="329395"/>
          </a:xfrm>
        </p:spPr>
        <p:txBody>
          <a:bodyPr/>
          <a:lstStyle>
            <a:lvl1pPr marL="0" indent="0">
              <a:buNone/>
              <a:defRPr sz="1400" b="1"/>
            </a:lvl1pPr>
            <a:lvl2pPr marL="432000" indent="0">
              <a:buNone/>
              <a:defRPr sz="1600"/>
            </a:lvl2pPr>
            <a:lvl3pPr marL="432000" indent="0">
              <a:buNone/>
              <a:defRPr sz="1600"/>
            </a:lvl3pPr>
            <a:lvl4pPr marL="0" indent="0">
              <a:buNone/>
              <a:defRPr sz="1600"/>
            </a:lvl4pPr>
            <a:lvl5pPr marL="432000" indent="0">
              <a:buNone/>
              <a:defRPr sz="1600"/>
            </a:lvl5pPr>
          </a:lstStyle>
          <a:p>
            <a:pPr lvl="0"/>
            <a:r>
              <a:rPr lang="en-US" dirty="0"/>
              <a:t>Optional chapter heading </a:t>
            </a:r>
          </a:p>
        </p:txBody>
      </p:sp>
      <p:sp>
        <p:nvSpPr>
          <p:cNvPr id="13" name="Title">
            <a:extLst>
              <a:ext uri="{FF2B5EF4-FFF2-40B4-BE49-F238E27FC236}">
                <a16:creationId xmlns:a16="http://schemas.microsoft.com/office/drawing/2014/main" id="{8CB315D8-F69D-A5B9-B28E-76D55AABD987}"/>
              </a:ext>
            </a:extLst>
          </p:cNvPr>
          <p:cNvSpPr>
            <a:spLocks noGrp="1"/>
          </p:cNvSpPr>
          <p:nvPr>
            <p:ph type="ctrTitle" hasCustomPrompt="1"/>
          </p:nvPr>
        </p:nvSpPr>
        <p:spPr>
          <a:xfrm>
            <a:off x="379567" y="530407"/>
            <a:ext cx="6616546" cy="677763"/>
          </a:xfrm>
        </p:spPr>
        <p:txBody>
          <a:bodyPr anchor="t" anchorCtr="0"/>
          <a:lstStyle>
            <a:lvl1pPr algn="l">
              <a:defRPr sz="3800">
                <a:solidFill>
                  <a:schemeClr val="tx1"/>
                </a:solidFill>
              </a:defRPr>
            </a:lvl1pPr>
          </a:lstStyle>
          <a:p>
            <a:r>
              <a:rPr lang="en-GB" noProof="0" dirty="0"/>
              <a:t>Add title</a:t>
            </a:r>
          </a:p>
        </p:txBody>
      </p:sp>
      <p:sp>
        <p:nvSpPr>
          <p:cNvPr id="5" name="Paragraph">
            <a:extLst>
              <a:ext uri="{FF2B5EF4-FFF2-40B4-BE49-F238E27FC236}">
                <a16:creationId xmlns:a16="http://schemas.microsoft.com/office/drawing/2014/main" id="{1AA3A0A6-2360-E749-813F-4C2BB76956BA}"/>
              </a:ext>
            </a:extLst>
          </p:cNvPr>
          <p:cNvSpPr>
            <a:spLocks noGrp="1"/>
          </p:cNvSpPr>
          <p:nvPr>
            <p:ph type="body" sz="quarter" idx="15"/>
          </p:nvPr>
        </p:nvSpPr>
        <p:spPr>
          <a:xfrm>
            <a:off x="387349" y="1520825"/>
            <a:ext cx="6616546" cy="4392613"/>
          </a:xfrm>
        </p:spPr>
        <p:txBody>
          <a:bodyPr/>
          <a:lstStyle>
            <a:lvl1pPr marL="0" indent="0">
              <a:buSzPct val="150000"/>
              <a:buFont typeface="Wingdings" pitchFamily="2" charset="2"/>
              <a:buNone/>
              <a:defRPr/>
            </a:lvl1pPr>
            <a:lvl2pPr marL="432000" indent="0">
              <a:buNone/>
              <a:defRPr/>
            </a:lvl2pPr>
            <a:lvl3pPr marL="432000" indent="0">
              <a:buNone/>
              <a:defRPr/>
            </a:lvl3pPr>
            <a:lvl4pPr marL="0" indent="0">
              <a:buNone/>
              <a:defRPr/>
            </a:lvl4pPr>
            <a:lvl5pPr marL="432000" indent="0">
              <a:buNone/>
              <a:defRPr/>
            </a:lvl5pPr>
          </a:lstStyle>
          <a:p>
            <a:pPr lvl="0"/>
            <a:r>
              <a:rPr lang="en-GB"/>
              <a:t>Click to edit Master text styles</a:t>
            </a:r>
          </a:p>
        </p:txBody>
      </p:sp>
      <p:sp>
        <p:nvSpPr>
          <p:cNvPr id="8" name="Picture Placeholder 7">
            <a:extLst>
              <a:ext uri="{FF2B5EF4-FFF2-40B4-BE49-F238E27FC236}">
                <a16:creationId xmlns:a16="http://schemas.microsoft.com/office/drawing/2014/main" id="{B4C44ACF-4A51-1D96-B150-C9BC8625DBD7}"/>
              </a:ext>
            </a:extLst>
          </p:cNvPr>
          <p:cNvSpPr>
            <a:spLocks noGrp="1"/>
          </p:cNvSpPr>
          <p:nvPr>
            <p:ph type="pic" sz="quarter" idx="22" hasCustomPrompt="1"/>
          </p:nvPr>
        </p:nvSpPr>
        <p:spPr>
          <a:xfrm>
            <a:off x="7639018" y="368299"/>
            <a:ext cx="4181475" cy="5545139"/>
          </a:xfrm>
        </p:spPr>
        <p:txBody>
          <a:bodyPr/>
          <a:lstStyle>
            <a:lvl1pPr marL="0" indent="0">
              <a:buNone/>
              <a:defRPr/>
            </a:lvl1pPr>
          </a:lstStyle>
          <a:p>
            <a:pPr marL="0" marR="0" lvl="0" indent="0" algn="l" defTabSz="126000" rtl="0" eaLnBrk="1" fontAlgn="auto" latinLnBrk="0" hangingPunct="1">
              <a:lnSpc>
                <a:spcPct val="110000"/>
              </a:lnSpc>
              <a:spcBef>
                <a:spcPts val="0"/>
              </a:spcBef>
              <a:spcAft>
                <a:spcPts val="1200"/>
              </a:spcAft>
              <a:buClr>
                <a:schemeClr val="tx1"/>
              </a:buClr>
              <a:buSzPct val="80000"/>
              <a:buFont typeface="Wingdings 2" panose="05020102010507070707" pitchFamily="18" charset="2"/>
              <a:buNone/>
              <a:tabLst/>
              <a:defRPr/>
            </a:pPr>
            <a:r>
              <a:rPr lang="en-US" dirty="0"/>
              <a:t>Add photo (3x4)</a:t>
            </a:r>
          </a:p>
        </p:txBody>
      </p:sp>
      <p:sp>
        <p:nvSpPr>
          <p:cNvPr id="4" name="Footer">
            <a:extLst>
              <a:ext uri="{FF2B5EF4-FFF2-40B4-BE49-F238E27FC236}">
                <a16:creationId xmlns:a16="http://schemas.microsoft.com/office/drawing/2014/main" id="{C4E2FFEA-9B57-68E5-07F8-CFF8350860C1}"/>
              </a:ext>
            </a:extLst>
          </p:cNvPr>
          <p:cNvSpPr>
            <a:spLocks noGrp="1"/>
          </p:cNvSpPr>
          <p:nvPr>
            <p:ph type="ftr" sz="quarter" idx="3"/>
          </p:nvPr>
        </p:nvSpPr>
        <p:spPr>
          <a:xfrm>
            <a:off x="2316163" y="6240290"/>
            <a:ext cx="9013253" cy="365125"/>
          </a:xfrm>
          <a:prstGeom prst="rect">
            <a:avLst/>
          </a:prstGeom>
        </p:spPr>
        <p:txBody>
          <a:bodyPr vert="horz" lIns="0" tIns="0" rIns="0" bIns="0" rtlCol="0" anchor="ctr"/>
          <a:lstStyle>
            <a:lvl1pPr algn="l">
              <a:defRPr sz="1100">
                <a:solidFill>
                  <a:schemeClr val="tx1"/>
                </a:solidFill>
              </a:defRPr>
            </a:lvl1pPr>
          </a:lstStyle>
          <a:p>
            <a:pPr algn="r"/>
            <a:r>
              <a:rPr lang="en-GB"/>
              <a:t>Slough and Langley | CCI | UAL | BSc Data Science and AI | 29th January 2025</a:t>
            </a:r>
            <a:endParaRPr lang="en-GB" dirty="0"/>
          </a:p>
        </p:txBody>
      </p:sp>
      <p:sp>
        <p:nvSpPr>
          <p:cNvPr id="3" name="Slide number">
            <a:extLst>
              <a:ext uri="{FF2B5EF4-FFF2-40B4-BE49-F238E27FC236}">
                <a16:creationId xmlns:a16="http://schemas.microsoft.com/office/drawing/2014/main" id="{1E25A152-0AF0-B0F8-A637-039282AEE01F}"/>
              </a:ext>
            </a:extLst>
          </p:cNvPr>
          <p:cNvSpPr>
            <a:spLocks noGrp="1"/>
          </p:cNvSpPr>
          <p:nvPr>
            <p:ph type="sldNum" sz="quarter" idx="4"/>
          </p:nvPr>
        </p:nvSpPr>
        <p:spPr>
          <a:xfrm>
            <a:off x="11329416" y="6240290"/>
            <a:ext cx="491109" cy="365125"/>
          </a:xfrm>
          <a:prstGeom prst="rect">
            <a:avLst/>
          </a:prstGeom>
        </p:spPr>
        <p:txBody>
          <a:bodyPr vert="horz" lIns="0" tIns="0" rIns="0" bIns="0" rtlCol="0" anchor="ctr"/>
          <a:lstStyle>
            <a:lvl1pPr algn="r">
              <a:defRPr sz="1100">
                <a:solidFill>
                  <a:schemeClr val="tx1"/>
                </a:solidFill>
              </a:defRPr>
            </a:lvl1pPr>
          </a:lstStyle>
          <a:p>
            <a:fld id="{2CC19541-5F6E-2C4C-BF21-196C1C8E2E31}" type="slidenum">
              <a:rPr lang="en-GB" smtClean="0"/>
              <a:pPr/>
              <a:t>‹#›</a:t>
            </a:fld>
            <a:r>
              <a:rPr lang="en-GB" dirty="0"/>
              <a:t> </a:t>
            </a:r>
          </a:p>
        </p:txBody>
      </p:sp>
      <p:sp>
        <p:nvSpPr>
          <p:cNvPr id="6" name="Vertical Text Placeholder 10">
            <a:extLst>
              <a:ext uri="{FF2B5EF4-FFF2-40B4-BE49-F238E27FC236}">
                <a16:creationId xmlns:a16="http://schemas.microsoft.com/office/drawing/2014/main" id="{0C9B0641-D9D2-3B09-9B15-4E4EC81FCC8A}"/>
              </a:ext>
            </a:extLst>
          </p:cNvPr>
          <p:cNvSpPr>
            <a:spLocks noGrp="1"/>
          </p:cNvSpPr>
          <p:nvPr>
            <p:ph type="body" orient="vert" sz="quarter" idx="17" hasCustomPrompt="1"/>
          </p:nvPr>
        </p:nvSpPr>
        <p:spPr>
          <a:xfrm>
            <a:off x="11830570" y="384604"/>
            <a:ext cx="286363" cy="5528834"/>
          </a:xfrm>
        </p:spPr>
        <p:txBody>
          <a:bodyPr vert="eaVert" anchor="ctr"/>
          <a:lstStyle>
            <a:lvl1pPr marL="0" indent="0">
              <a:lnSpc>
                <a:spcPct val="100000"/>
              </a:lnSpc>
              <a:spcAft>
                <a:spcPts val="900"/>
              </a:spcAft>
              <a:buNone/>
              <a:defRPr sz="900"/>
            </a:lvl1pPr>
            <a:lvl2pPr marL="432000" indent="0">
              <a:buNone/>
              <a:defRPr/>
            </a:lvl2pPr>
            <a:lvl3pPr marL="432000" indent="0">
              <a:buNone/>
              <a:defRPr/>
            </a:lvl3pPr>
            <a:lvl4pPr marL="0" indent="0">
              <a:buNone/>
              <a:defRPr/>
            </a:lvl4pPr>
            <a:lvl5pPr marL="432000" indent="0">
              <a:buNone/>
              <a:defRPr/>
            </a:lvl5pPr>
          </a:lstStyle>
          <a:p>
            <a:pPr marL="0" marR="0" lvl="0" indent="0" algn="l" defTabSz="126000" rtl="0" eaLnBrk="1" fontAlgn="auto" latinLnBrk="0" hangingPunct="1">
              <a:lnSpc>
                <a:spcPct val="110000"/>
              </a:lnSpc>
              <a:spcBef>
                <a:spcPts val="0"/>
              </a:spcBef>
              <a:spcAft>
                <a:spcPts val="1200"/>
              </a:spcAft>
              <a:buClr>
                <a:schemeClr val="tx1"/>
              </a:buClr>
              <a:buSzPct val="80000"/>
              <a:buFont typeface="Wingdings 2" panose="05020102010507070707" pitchFamily="18" charset="2"/>
              <a:buNone/>
              <a:tabLst/>
              <a:defRPr/>
            </a:pPr>
            <a:r>
              <a:rPr lang="en-US" dirty="0"/>
              <a:t>[Image credit goes here]</a:t>
            </a:r>
          </a:p>
        </p:txBody>
      </p:sp>
      <p:pic>
        <p:nvPicPr>
          <p:cNvPr id="7" name="Picture 6" descr="A picture containing font, screenshot, black, text&#10;&#10;Description automatically generated">
            <a:extLst>
              <a:ext uri="{FF2B5EF4-FFF2-40B4-BE49-F238E27FC236}">
                <a16:creationId xmlns:a16="http://schemas.microsoft.com/office/drawing/2014/main" id="{9845EC3B-B051-103B-DFED-CE8D33F021C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4190" y="6168156"/>
            <a:ext cx="1650390" cy="508870"/>
          </a:xfrm>
          <a:prstGeom prst="rect">
            <a:avLst/>
          </a:prstGeom>
        </p:spPr>
      </p:pic>
    </p:spTree>
    <p:extLst>
      <p:ext uri="{BB962C8B-B14F-4D97-AF65-F5344CB8AC3E}">
        <p14:creationId xmlns:p14="http://schemas.microsoft.com/office/powerpoint/2010/main" val="4181296230"/>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and image (16x9) - a">
    <p:spTree>
      <p:nvGrpSpPr>
        <p:cNvPr id="1" name=""/>
        <p:cNvGrpSpPr/>
        <p:nvPr/>
      </p:nvGrpSpPr>
      <p:grpSpPr>
        <a:xfrm>
          <a:off x="0" y="0"/>
          <a:ext cx="0" cy="0"/>
          <a:chOff x="0" y="0"/>
          <a:chExt cx="0" cy="0"/>
        </a:xfrm>
      </p:grpSpPr>
      <p:sp>
        <p:nvSpPr>
          <p:cNvPr id="14" name="Chapter heading">
            <a:extLst>
              <a:ext uri="{FF2B5EF4-FFF2-40B4-BE49-F238E27FC236}">
                <a16:creationId xmlns:a16="http://schemas.microsoft.com/office/drawing/2014/main" id="{C6F3B803-D8D9-EEF0-2A3B-FCE75DC03A25}"/>
              </a:ext>
            </a:extLst>
          </p:cNvPr>
          <p:cNvSpPr>
            <a:spLocks noGrp="1"/>
          </p:cNvSpPr>
          <p:nvPr>
            <p:ph type="body" sz="quarter" idx="13" hasCustomPrompt="1"/>
          </p:nvPr>
        </p:nvSpPr>
        <p:spPr>
          <a:xfrm>
            <a:off x="379567" y="193198"/>
            <a:ext cx="8524721" cy="280988"/>
          </a:xfrm>
        </p:spPr>
        <p:txBody>
          <a:bodyPr/>
          <a:lstStyle>
            <a:lvl1pPr marL="0" indent="0">
              <a:buNone/>
              <a:defRPr sz="1400" b="1"/>
            </a:lvl1pPr>
            <a:lvl2pPr marL="432000" indent="0">
              <a:buNone/>
              <a:defRPr sz="1600"/>
            </a:lvl2pPr>
            <a:lvl3pPr marL="432000" indent="0">
              <a:buNone/>
              <a:defRPr sz="1600"/>
            </a:lvl3pPr>
            <a:lvl4pPr marL="0" indent="0">
              <a:buNone/>
              <a:defRPr sz="1600"/>
            </a:lvl4pPr>
            <a:lvl5pPr marL="432000" indent="0">
              <a:buNone/>
              <a:defRPr sz="1600"/>
            </a:lvl5pPr>
          </a:lstStyle>
          <a:p>
            <a:pPr lvl="0"/>
            <a:r>
              <a:rPr lang="en-US" dirty="0"/>
              <a:t>Optional chapter heading </a:t>
            </a:r>
          </a:p>
        </p:txBody>
      </p:sp>
      <p:sp>
        <p:nvSpPr>
          <p:cNvPr id="13" name="Title">
            <a:extLst>
              <a:ext uri="{FF2B5EF4-FFF2-40B4-BE49-F238E27FC236}">
                <a16:creationId xmlns:a16="http://schemas.microsoft.com/office/drawing/2014/main" id="{8CB315D8-F69D-A5B9-B28E-76D55AABD987}"/>
              </a:ext>
            </a:extLst>
          </p:cNvPr>
          <p:cNvSpPr>
            <a:spLocks noGrp="1"/>
          </p:cNvSpPr>
          <p:nvPr>
            <p:ph type="ctrTitle" hasCustomPrompt="1"/>
          </p:nvPr>
        </p:nvSpPr>
        <p:spPr>
          <a:xfrm>
            <a:off x="379567" y="530407"/>
            <a:ext cx="8524721" cy="677763"/>
          </a:xfrm>
        </p:spPr>
        <p:txBody>
          <a:bodyPr anchor="t" anchorCtr="0"/>
          <a:lstStyle>
            <a:lvl1pPr algn="l">
              <a:defRPr sz="3800">
                <a:solidFill>
                  <a:schemeClr val="tx1"/>
                </a:solidFill>
              </a:defRPr>
            </a:lvl1pPr>
          </a:lstStyle>
          <a:p>
            <a:r>
              <a:rPr lang="en-GB" noProof="0" dirty="0"/>
              <a:t>Add title</a:t>
            </a:r>
          </a:p>
        </p:txBody>
      </p:sp>
      <p:sp>
        <p:nvSpPr>
          <p:cNvPr id="5" name="Paragraph">
            <a:extLst>
              <a:ext uri="{FF2B5EF4-FFF2-40B4-BE49-F238E27FC236}">
                <a16:creationId xmlns:a16="http://schemas.microsoft.com/office/drawing/2014/main" id="{1AA3A0A6-2360-E749-813F-4C2BB76956BA}"/>
              </a:ext>
            </a:extLst>
          </p:cNvPr>
          <p:cNvSpPr>
            <a:spLocks noGrp="1"/>
          </p:cNvSpPr>
          <p:nvPr>
            <p:ph type="body" sz="quarter" idx="15"/>
          </p:nvPr>
        </p:nvSpPr>
        <p:spPr>
          <a:xfrm>
            <a:off x="387349" y="1534513"/>
            <a:ext cx="2755901" cy="4378925"/>
          </a:xfrm>
        </p:spPr>
        <p:txBody>
          <a:bodyPr/>
          <a:lstStyle>
            <a:lvl1pPr marL="0" indent="0">
              <a:buSzPct val="150000"/>
              <a:buFont typeface="Wingdings" pitchFamily="2" charset="2"/>
              <a:buNone/>
              <a:defRPr/>
            </a:lvl1pPr>
            <a:lvl2pPr marL="432000" indent="0">
              <a:buNone/>
              <a:defRPr/>
            </a:lvl2pPr>
            <a:lvl3pPr marL="432000" indent="0">
              <a:buNone/>
              <a:defRPr/>
            </a:lvl3pPr>
            <a:lvl4pPr marL="0" indent="0">
              <a:buNone/>
              <a:defRPr/>
            </a:lvl4pPr>
            <a:lvl5pPr marL="432000" indent="0">
              <a:buNone/>
              <a:defRPr/>
            </a:lvl5pPr>
          </a:lstStyle>
          <a:p>
            <a:pPr lvl="0"/>
            <a:r>
              <a:rPr lang="en-GB"/>
              <a:t>Click to edit Master text styles</a:t>
            </a:r>
          </a:p>
        </p:txBody>
      </p:sp>
      <p:sp>
        <p:nvSpPr>
          <p:cNvPr id="15" name="Picture Placeholder 14">
            <a:extLst>
              <a:ext uri="{FF2B5EF4-FFF2-40B4-BE49-F238E27FC236}">
                <a16:creationId xmlns:a16="http://schemas.microsoft.com/office/drawing/2014/main" id="{1F1EDA8D-4974-1296-A2FF-695000009D22}"/>
              </a:ext>
            </a:extLst>
          </p:cNvPr>
          <p:cNvSpPr>
            <a:spLocks noGrp="1"/>
          </p:cNvSpPr>
          <p:nvPr>
            <p:ph type="pic" sz="quarter" idx="23" hasCustomPrompt="1"/>
          </p:nvPr>
        </p:nvSpPr>
        <p:spPr>
          <a:xfrm>
            <a:off x="3992419" y="1528715"/>
            <a:ext cx="7828106" cy="4389940"/>
          </a:xfrm>
        </p:spPr>
        <p:txBody>
          <a:bodyPr/>
          <a:lstStyle>
            <a:lvl1pPr marL="0" indent="0">
              <a:buNone/>
              <a:defRPr/>
            </a:lvl1pPr>
          </a:lstStyle>
          <a:p>
            <a:pPr marL="0" marR="0" lvl="0" indent="0" algn="l" defTabSz="126000" rtl="0" eaLnBrk="1" fontAlgn="auto" latinLnBrk="0" hangingPunct="1">
              <a:lnSpc>
                <a:spcPct val="110000"/>
              </a:lnSpc>
              <a:spcBef>
                <a:spcPts val="0"/>
              </a:spcBef>
              <a:spcAft>
                <a:spcPts val="1200"/>
              </a:spcAft>
              <a:buClr>
                <a:schemeClr val="tx1"/>
              </a:buClr>
              <a:buSzPct val="80000"/>
              <a:buFont typeface="Wingdings 2" panose="05020102010507070707" pitchFamily="18" charset="2"/>
              <a:buNone/>
              <a:tabLst/>
              <a:defRPr/>
            </a:pPr>
            <a:r>
              <a:rPr lang="en-US" dirty="0"/>
              <a:t>Add photo (16x9)</a:t>
            </a:r>
          </a:p>
        </p:txBody>
      </p:sp>
      <p:sp>
        <p:nvSpPr>
          <p:cNvPr id="4" name="Footer">
            <a:extLst>
              <a:ext uri="{FF2B5EF4-FFF2-40B4-BE49-F238E27FC236}">
                <a16:creationId xmlns:a16="http://schemas.microsoft.com/office/drawing/2014/main" id="{C4E2FFEA-9B57-68E5-07F8-CFF8350860C1}"/>
              </a:ext>
            </a:extLst>
          </p:cNvPr>
          <p:cNvSpPr>
            <a:spLocks noGrp="1"/>
          </p:cNvSpPr>
          <p:nvPr>
            <p:ph type="ftr" sz="quarter" idx="3"/>
          </p:nvPr>
        </p:nvSpPr>
        <p:spPr>
          <a:xfrm>
            <a:off x="2316163" y="6240290"/>
            <a:ext cx="9013253" cy="365125"/>
          </a:xfrm>
          <a:prstGeom prst="rect">
            <a:avLst/>
          </a:prstGeom>
        </p:spPr>
        <p:txBody>
          <a:bodyPr vert="horz" lIns="0" tIns="0" rIns="0" bIns="0" rtlCol="0" anchor="ctr"/>
          <a:lstStyle>
            <a:lvl1pPr algn="l">
              <a:defRPr sz="1100">
                <a:solidFill>
                  <a:schemeClr val="tx1"/>
                </a:solidFill>
              </a:defRPr>
            </a:lvl1pPr>
          </a:lstStyle>
          <a:p>
            <a:pPr algn="r"/>
            <a:r>
              <a:rPr lang="en-GB"/>
              <a:t>Slough and Langley | CCI | UAL | BSc Data Science and AI | 29th January 2025</a:t>
            </a:r>
            <a:endParaRPr lang="en-GB" dirty="0"/>
          </a:p>
        </p:txBody>
      </p:sp>
      <p:sp>
        <p:nvSpPr>
          <p:cNvPr id="3" name="Slide number">
            <a:extLst>
              <a:ext uri="{FF2B5EF4-FFF2-40B4-BE49-F238E27FC236}">
                <a16:creationId xmlns:a16="http://schemas.microsoft.com/office/drawing/2014/main" id="{1E25A152-0AF0-B0F8-A637-039282AEE01F}"/>
              </a:ext>
            </a:extLst>
          </p:cNvPr>
          <p:cNvSpPr>
            <a:spLocks noGrp="1"/>
          </p:cNvSpPr>
          <p:nvPr>
            <p:ph type="sldNum" sz="quarter" idx="4"/>
          </p:nvPr>
        </p:nvSpPr>
        <p:spPr>
          <a:xfrm>
            <a:off x="11329416" y="6240290"/>
            <a:ext cx="491109" cy="365125"/>
          </a:xfrm>
          <a:prstGeom prst="rect">
            <a:avLst/>
          </a:prstGeom>
        </p:spPr>
        <p:txBody>
          <a:bodyPr vert="horz" lIns="0" tIns="0" rIns="0" bIns="0" rtlCol="0" anchor="ctr"/>
          <a:lstStyle>
            <a:lvl1pPr algn="r">
              <a:defRPr sz="1100">
                <a:solidFill>
                  <a:schemeClr val="tx1"/>
                </a:solidFill>
              </a:defRPr>
            </a:lvl1pPr>
          </a:lstStyle>
          <a:p>
            <a:fld id="{2CC19541-5F6E-2C4C-BF21-196C1C8E2E31}" type="slidenum">
              <a:rPr lang="en-GB" smtClean="0"/>
              <a:pPr/>
              <a:t>‹#›</a:t>
            </a:fld>
            <a:r>
              <a:rPr lang="en-GB" dirty="0"/>
              <a:t> </a:t>
            </a:r>
          </a:p>
        </p:txBody>
      </p:sp>
      <p:sp>
        <p:nvSpPr>
          <p:cNvPr id="6" name="Vertical Text Placeholder 10">
            <a:extLst>
              <a:ext uri="{FF2B5EF4-FFF2-40B4-BE49-F238E27FC236}">
                <a16:creationId xmlns:a16="http://schemas.microsoft.com/office/drawing/2014/main" id="{6CAEE065-EF75-E56C-C620-834DD3574809}"/>
              </a:ext>
            </a:extLst>
          </p:cNvPr>
          <p:cNvSpPr>
            <a:spLocks noGrp="1"/>
          </p:cNvSpPr>
          <p:nvPr>
            <p:ph type="body" orient="vert" sz="quarter" idx="17" hasCustomPrompt="1"/>
          </p:nvPr>
        </p:nvSpPr>
        <p:spPr>
          <a:xfrm>
            <a:off x="11830570" y="384604"/>
            <a:ext cx="286363" cy="5528834"/>
          </a:xfrm>
        </p:spPr>
        <p:txBody>
          <a:bodyPr vert="eaVert" anchor="ctr"/>
          <a:lstStyle>
            <a:lvl1pPr marL="0" indent="0">
              <a:lnSpc>
                <a:spcPct val="100000"/>
              </a:lnSpc>
              <a:spcAft>
                <a:spcPts val="900"/>
              </a:spcAft>
              <a:buNone/>
              <a:defRPr sz="900"/>
            </a:lvl1pPr>
            <a:lvl2pPr marL="432000" indent="0">
              <a:buNone/>
              <a:defRPr/>
            </a:lvl2pPr>
            <a:lvl3pPr marL="432000" indent="0">
              <a:buNone/>
              <a:defRPr/>
            </a:lvl3pPr>
            <a:lvl4pPr marL="0" indent="0">
              <a:buNone/>
              <a:defRPr/>
            </a:lvl4pPr>
            <a:lvl5pPr marL="432000" indent="0">
              <a:buNone/>
              <a:defRPr/>
            </a:lvl5pPr>
          </a:lstStyle>
          <a:p>
            <a:pPr marL="0" marR="0" lvl="0" indent="0" algn="l" defTabSz="126000" rtl="0" eaLnBrk="1" fontAlgn="auto" latinLnBrk="0" hangingPunct="1">
              <a:lnSpc>
                <a:spcPct val="110000"/>
              </a:lnSpc>
              <a:spcBef>
                <a:spcPts val="0"/>
              </a:spcBef>
              <a:spcAft>
                <a:spcPts val="1200"/>
              </a:spcAft>
              <a:buClr>
                <a:schemeClr val="tx1"/>
              </a:buClr>
              <a:buSzPct val="80000"/>
              <a:buFont typeface="Wingdings 2" panose="05020102010507070707" pitchFamily="18" charset="2"/>
              <a:buNone/>
              <a:tabLst/>
              <a:defRPr/>
            </a:pPr>
            <a:r>
              <a:rPr lang="en-US" dirty="0"/>
              <a:t>[Image credit goes here]</a:t>
            </a:r>
          </a:p>
        </p:txBody>
      </p:sp>
      <p:pic>
        <p:nvPicPr>
          <p:cNvPr id="7" name="Picture 6" descr="A picture containing font, screenshot, black, text&#10;&#10;Description automatically generated">
            <a:extLst>
              <a:ext uri="{FF2B5EF4-FFF2-40B4-BE49-F238E27FC236}">
                <a16:creationId xmlns:a16="http://schemas.microsoft.com/office/drawing/2014/main" id="{7C058D16-F471-5077-6FC4-7308DE56668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4190" y="6168156"/>
            <a:ext cx="1650390" cy="508870"/>
          </a:xfrm>
          <a:prstGeom prst="rect">
            <a:avLst/>
          </a:prstGeom>
        </p:spPr>
      </p:pic>
    </p:spTree>
    <p:extLst>
      <p:ext uri="{BB962C8B-B14F-4D97-AF65-F5344CB8AC3E}">
        <p14:creationId xmlns:p14="http://schemas.microsoft.com/office/powerpoint/2010/main" val="1703434977"/>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and image (9x16) - a">
    <p:spTree>
      <p:nvGrpSpPr>
        <p:cNvPr id="1" name=""/>
        <p:cNvGrpSpPr/>
        <p:nvPr/>
      </p:nvGrpSpPr>
      <p:grpSpPr>
        <a:xfrm>
          <a:off x="0" y="0"/>
          <a:ext cx="0" cy="0"/>
          <a:chOff x="0" y="0"/>
          <a:chExt cx="0" cy="0"/>
        </a:xfrm>
      </p:grpSpPr>
      <p:sp>
        <p:nvSpPr>
          <p:cNvPr id="14" name="Chapter heading">
            <a:extLst>
              <a:ext uri="{FF2B5EF4-FFF2-40B4-BE49-F238E27FC236}">
                <a16:creationId xmlns:a16="http://schemas.microsoft.com/office/drawing/2014/main" id="{C6F3B803-D8D9-EEF0-2A3B-FCE75DC03A25}"/>
              </a:ext>
            </a:extLst>
          </p:cNvPr>
          <p:cNvSpPr>
            <a:spLocks noGrp="1"/>
          </p:cNvSpPr>
          <p:nvPr>
            <p:ph type="body" sz="quarter" idx="13" hasCustomPrompt="1"/>
          </p:nvPr>
        </p:nvSpPr>
        <p:spPr>
          <a:xfrm>
            <a:off x="379567" y="193197"/>
            <a:ext cx="7553171" cy="337209"/>
          </a:xfrm>
        </p:spPr>
        <p:txBody>
          <a:bodyPr/>
          <a:lstStyle>
            <a:lvl1pPr marL="0" indent="0">
              <a:buNone/>
              <a:defRPr sz="1400" b="1"/>
            </a:lvl1pPr>
            <a:lvl2pPr marL="432000" indent="0">
              <a:buNone/>
              <a:defRPr sz="1600"/>
            </a:lvl2pPr>
            <a:lvl3pPr marL="432000" indent="0">
              <a:buNone/>
              <a:defRPr sz="1600"/>
            </a:lvl3pPr>
            <a:lvl4pPr marL="0" indent="0">
              <a:buNone/>
              <a:defRPr sz="1600"/>
            </a:lvl4pPr>
            <a:lvl5pPr marL="432000" indent="0">
              <a:buNone/>
              <a:defRPr sz="1600"/>
            </a:lvl5pPr>
          </a:lstStyle>
          <a:p>
            <a:pPr lvl="0"/>
            <a:r>
              <a:rPr lang="en-US" dirty="0"/>
              <a:t>Optional chapter heading </a:t>
            </a:r>
          </a:p>
        </p:txBody>
      </p:sp>
      <p:sp>
        <p:nvSpPr>
          <p:cNvPr id="13" name="Title">
            <a:extLst>
              <a:ext uri="{FF2B5EF4-FFF2-40B4-BE49-F238E27FC236}">
                <a16:creationId xmlns:a16="http://schemas.microsoft.com/office/drawing/2014/main" id="{8CB315D8-F69D-A5B9-B28E-76D55AABD987}"/>
              </a:ext>
            </a:extLst>
          </p:cNvPr>
          <p:cNvSpPr>
            <a:spLocks noGrp="1"/>
          </p:cNvSpPr>
          <p:nvPr>
            <p:ph type="ctrTitle" hasCustomPrompt="1"/>
          </p:nvPr>
        </p:nvSpPr>
        <p:spPr>
          <a:xfrm>
            <a:off x="379567" y="530407"/>
            <a:ext cx="7553171" cy="677763"/>
          </a:xfrm>
        </p:spPr>
        <p:txBody>
          <a:bodyPr anchor="t" anchorCtr="0"/>
          <a:lstStyle>
            <a:lvl1pPr algn="l">
              <a:defRPr sz="3800">
                <a:solidFill>
                  <a:schemeClr val="tx1"/>
                </a:solidFill>
              </a:defRPr>
            </a:lvl1pPr>
          </a:lstStyle>
          <a:p>
            <a:r>
              <a:rPr lang="en-GB" noProof="0" dirty="0"/>
              <a:t>Add title</a:t>
            </a:r>
          </a:p>
        </p:txBody>
      </p:sp>
      <p:sp>
        <p:nvSpPr>
          <p:cNvPr id="5" name="Paragraph">
            <a:extLst>
              <a:ext uri="{FF2B5EF4-FFF2-40B4-BE49-F238E27FC236}">
                <a16:creationId xmlns:a16="http://schemas.microsoft.com/office/drawing/2014/main" id="{1AA3A0A6-2360-E749-813F-4C2BB76956BA}"/>
              </a:ext>
            </a:extLst>
          </p:cNvPr>
          <p:cNvSpPr>
            <a:spLocks noGrp="1"/>
          </p:cNvSpPr>
          <p:nvPr>
            <p:ph type="body" sz="quarter" idx="15"/>
          </p:nvPr>
        </p:nvSpPr>
        <p:spPr>
          <a:xfrm>
            <a:off x="371476" y="1535021"/>
            <a:ext cx="7553171" cy="4378417"/>
          </a:xfrm>
        </p:spPr>
        <p:txBody>
          <a:bodyPr/>
          <a:lstStyle>
            <a:lvl1pPr marL="0" indent="0">
              <a:buSzPct val="150000"/>
              <a:buFont typeface="Wingdings" pitchFamily="2" charset="2"/>
              <a:buNone/>
              <a:defRPr/>
            </a:lvl1pPr>
            <a:lvl2pPr marL="432000" indent="0">
              <a:buNone/>
              <a:defRPr/>
            </a:lvl2pPr>
            <a:lvl3pPr marL="432000" indent="0">
              <a:buNone/>
              <a:defRPr/>
            </a:lvl3pPr>
            <a:lvl4pPr marL="0" indent="0">
              <a:buNone/>
              <a:defRPr/>
            </a:lvl4pPr>
            <a:lvl5pPr marL="432000" indent="0">
              <a:buNone/>
              <a:defRPr/>
            </a:lvl5pPr>
          </a:lstStyle>
          <a:p>
            <a:pPr lvl="0"/>
            <a:r>
              <a:rPr lang="en-GB"/>
              <a:t>Click to edit Master text styles</a:t>
            </a:r>
          </a:p>
        </p:txBody>
      </p:sp>
      <p:sp>
        <p:nvSpPr>
          <p:cNvPr id="6" name="Picture Placeholder 5">
            <a:extLst>
              <a:ext uri="{FF2B5EF4-FFF2-40B4-BE49-F238E27FC236}">
                <a16:creationId xmlns:a16="http://schemas.microsoft.com/office/drawing/2014/main" id="{3D5A7332-1777-9DBB-4326-AB2C2BAB42BB}"/>
              </a:ext>
            </a:extLst>
          </p:cNvPr>
          <p:cNvSpPr>
            <a:spLocks noGrp="1"/>
          </p:cNvSpPr>
          <p:nvPr>
            <p:ph type="pic" sz="quarter" idx="20" hasCustomPrompt="1"/>
          </p:nvPr>
        </p:nvSpPr>
        <p:spPr>
          <a:xfrm>
            <a:off x="8700821" y="368299"/>
            <a:ext cx="3119703" cy="5545139"/>
          </a:xfrm>
        </p:spPr>
        <p:txBody>
          <a:bodyPr/>
          <a:lstStyle>
            <a:lvl1pPr marL="0" indent="0">
              <a:buNone/>
              <a:defRPr sz="1600"/>
            </a:lvl1pPr>
          </a:lstStyle>
          <a:p>
            <a:pPr marL="0" marR="0" lvl="0" indent="0" algn="l" defTabSz="126000" rtl="0" eaLnBrk="1" fontAlgn="auto" latinLnBrk="0" hangingPunct="1">
              <a:lnSpc>
                <a:spcPct val="110000"/>
              </a:lnSpc>
              <a:spcBef>
                <a:spcPts val="0"/>
              </a:spcBef>
              <a:spcAft>
                <a:spcPts val="1200"/>
              </a:spcAft>
              <a:buClr>
                <a:schemeClr val="tx1"/>
              </a:buClr>
              <a:buSzPct val="80000"/>
              <a:buFont typeface="Wingdings 2" panose="05020102010507070707" pitchFamily="18" charset="2"/>
              <a:buNone/>
              <a:tabLst/>
              <a:defRPr/>
            </a:pPr>
            <a:r>
              <a:rPr lang="en-US" dirty="0"/>
              <a:t>Add photo (9x16)</a:t>
            </a:r>
          </a:p>
        </p:txBody>
      </p:sp>
      <p:sp>
        <p:nvSpPr>
          <p:cNvPr id="4" name="Footer">
            <a:extLst>
              <a:ext uri="{FF2B5EF4-FFF2-40B4-BE49-F238E27FC236}">
                <a16:creationId xmlns:a16="http://schemas.microsoft.com/office/drawing/2014/main" id="{C4E2FFEA-9B57-68E5-07F8-CFF8350860C1}"/>
              </a:ext>
            </a:extLst>
          </p:cNvPr>
          <p:cNvSpPr>
            <a:spLocks noGrp="1"/>
          </p:cNvSpPr>
          <p:nvPr>
            <p:ph type="ftr" sz="quarter" idx="3"/>
          </p:nvPr>
        </p:nvSpPr>
        <p:spPr>
          <a:xfrm>
            <a:off x="2316163" y="6240290"/>
            <a:ext cx="9013253" cy="365125"/>
          </a:xfrm>
          <a:prstGeom prst="rect">
            <a:avLst/>
          </a:prstGeom>
        </p:spPr>
        <p:txBody>
          <a:bodyPr vert="horz" lIns="0" tIns="0" rIns="0" bIns="0" rtlCol="0" anchor="ctr"/>
          <a:lstStyle>
            <a:lvl1pPr algn="l">
              <a:defRPr sz="1100">
                <a:solidFill>
                  <a:schemeClr val="tx1"/>
                </a:solidFill>
              </a:defRPr>
            </a:lvl1pPr>
          </a:lstStyle>
          <a:p>
            <a:pPr algn="r"/>
            <a:r>
              <a:rPr lang="en-GB"/>
              <a:t>Slough and Langley | CCI | UAL | BSc Data Science and AI | 29th January 2025</a:t>
            </a:r>
            <a:endParaRPr lang="en-GB" dirty="0"/>
          </a:p>
        </p:txBody>
      </p:sp>
      <p:sp>
        <p:nvSpPr>
          <p:cNvPr id="3" name="Slide number">
            <a:extLst>
              <a:ext uri="{FF2B5EF4-FFF2-40B4-BE49-F238E27FC236}">
                <a16:creationId xmlns:a16="http://schemas.microsoft.com/office/drawing/2014/main" id="{1E25A152-0AF0-B0F8-A637-039282AEE01F}"/>
              </a:ext>
            </a:extLst>
          </p:cNvPr>
          <p:cNvSpPr>
            <a:spLocks noGrp="1"/>
          </p:cNvSpPr>
          <p:nvPr>
            <p:ph type="sldNum" sz="quarter" idx="4"/>
          </p:nvPr>
        </p:nvSpPr>
        <p:spPr>
          <a:xfrm>
            <a:off x="11329416" y="6240290"/>
            <a:ext cx="491109" cy="365125"/>
          </a:xfrm>
          <a:prstGeom prst="rect">
            <a:avLst/>
          </a:prstGeom>
        </p:spPr>
        <p:txBody>
          <a:bodyPr vert="horz" lIns="0" tIns="0" rIns="0" bIns="0" rtlCol="0" anchor="ctr"/>
          <a:lstStyle>
            <a:lvl1pPr algn="r">
              <a:defRPr sz="1100">
                <a:solidFill>
                  <a:schemeClr val="tx1"/>
                </a:solidFill>
              </a:defRPr>
            </a:lvl1pPr>
          </a:lstStyle>
          <a:p>
            <a:fld id="{2CC19541-5F6E-2C4C-BF21-196C1C8E2E31}" type="slidenum">
              <a:rPr lang="en-GB" smtClean="0"/>
              <a:pPr/>
              <a:t>‹#›</a:t>
            </a:fld>
            <a:r>
              <a:rPr lang="en-GB" dirty="0"/>
              <a:t> </a:t>
            </a:r>
          </a:p>
        </p:txBody>
      </p:sp>
      <p:sp>
        <p:nvSpPr>
          <p:cNvPr id="7" name="Vertical Text Placeholder 10">
            <a:extLst>
              <a:ext uri="{FF2B5EF4-FFF2-40B4-BE49-F238E27FC236}">
                <a16:creationId xmlns:a16="http://schemas.microsoft.com/office/drawing/2014/main" id="{2CB47B49-EE47-4423-9DAE-4B59E43D02BA}"/>
              </a:ext>
            </a:extLst>
          </p:cNvPr>
          <p:cNvSpPr>
            <a:spLocks noGrp="1"/>
          </p:cNvSpPr>
          <p:nvPr>
            <p:ph type="body" orient="vert" sz="quarter" idx="17" hasCustomPrompt="1"/>
          </p:nvPr>
        </p:nvSpPr>
        <p:spPr>
          <a:xfrm>
            <a:off x="11830570" y="384604"/>
            <a:ext cx="286363" cy="5528834"/>
          </a:xfrm>
        </p:spPr>
        <p:txBody>
          <a:bodyPr vert="eaVert" anchor="ctr"/>
          <a:lstStyle>
            <a:lvl1pPr marL="0" indent="0">
              <a:lnSpc>
                <a:spcPct val="100000"/>
              </a:lnSpc>
              <a:spcAft>
                <a:spcPts val="900"/>
              </a:spcAft>
              <a:buNone/>
              <a:defRPr sz="900"/>
            </a:lvl1pPr>
            <a:lvl2pPr marL="432000" indent="0">
              <a:buNone/>
              <a:defRPr/>
            </a:lvl2pPr>
            <a:lvl3pPr marL="432000" indent="0">
              <a:buNone/>
              <a:defRPr/>
            </a:lvl3pPr>
            <a:lvl4pPr marL="0" indent="0">
              <a:buNone/>
              <a:defRPr/>
            </a:lvl4pPr>
            <a:lvl5pPr marL="432000" indent="0">
              <a:buNone/>
              <a:defRPr/>
            </a:lvl5pPr>
          </a:lstStyle>
          <a:p>
            <a:pPr marL="0" marR="0" lvl="0" indent="0" algn="l" defTabSz="126000" rtl="0" eaLnBrk="1" fontAlgn="auto" latinLnBrk="0" hangingPunct="1">
              <a:lnSpc>
                <a:spcPct val="110000"/>
              </a:lnSpc>
              <a:spcBef>
                <a:spcPts val="0"/>
              </a:spcBef>
              <a:spcAft>
                <a:spcPts val="1200"/>
              </a:spcAft>
              <a:buClr>
                <a:schemeClr val="tx1"/>
              </a:buClr>
              <a:buSzPct val="80000"/>
              <a:buFont typeface="Wingdings 2" panose="05020102010507070707" pitchFamily="18" charset="2"/>
              <a:buNone/>
              <a:tabLst/>
              <a:defRPr/>
            </a:pPr>
            <a:r>
              <a:rPr lang="en-US" dirty="0"/>
              <a:t>[Image credit goes here]</a:t>
            </a:r>
          </a:p>
        </p:txBody>
      </p:sp>
      <p:pic>
        <p:nvPicPr>
          <p:cNvPr id="8" name="Picture 7" descr="A picture containing font, screenshot, black, text&#10;&#10;Description automatically generated">
            <a:extLst>
              <a:ext uri="{FF2B5EF4-FFF2-40B4-BE49-F238E27FC236}">
                <a16:creationId xmlns:a16="http://schemas.microsoft.com/office/drawing/2014/main" id="{0835774D-6CDD-6FFB-31FF-E8C3B9416B4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4190" y="6168156"/>
            <a:ext cx="1650390" cy="508870"/>
          </a:xfrm>
          <a:prstGeom prst="rect">
            <a:avLst/>
          </a:prstGeom>
        </p:spPr>
      </p:pic>
    </p:spTree>
    <p:extLst>
      <p:ext uri="{BB962C8B-B14F-4D97-AF65-F5344CB8AC3E}">
        <p14:creationId xmlns:p14="http://schemas.microsoft.com/office/powerpoint/2010/main" val="2465442632"/>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only(16x9)">
    <p:spTree>
      <p:nvGrpSpPr>
        <p:cNvPr id="1" name=""/>
        <p:cNvGrpSpPr/>
        <p:nvPr/>
      </p:nvGrpSpPr>
      <p:grpSpPr>
        <a:xfrm>
          <a:off x="0" y="0"/>
          <a:ext cx="0" cy="0"/>
          <a:chOff x="0" y="0"/>
          <a:chExt cx="0" cy="0"/>
        </a:xfrm>
      </p:grpSpPr>
      <p:sp>
        <p:nvSpPr>
          <p:cNvPr id="14" name="Chapter heading">
            <a:extLst>
              <a:ext uri="{FF2B5EF4-FFF2-40B4-BE49-F238E27FC236}">
                <a16:creationId xmlns:a16="http://schemas.microsoft.com/office/drawing/2014/main" id="{C6F3B803-D8D9-EEF0-2A3B-FCE75DC03A25}"/>
              </a:ext>
            </a:extLst>
          </p:cNvPr>
          <p:cNvSpPr>
            <a:spLocks noGrp="1"/>
          </p:cNvSpPr>
          <p:nvPr>
            <p:ph type="body" sz="quarter" idx="13" hasCustomPrompt="1"/>
          </p:nvPr>
        </p:nvSpPr>
        <p:spPr>
          <a:xfrm>
            <a:off x="379567" y="193198"/>
            <a:ext cx="8524721" cy="280988"/>
          </a:xfrm>
        </p:spPr>
        <p:txBody>
          <a:bodyPr/>
          <a:lstStyle>
            <a:lvl1pPr marL="0" indent="0">
              <a:buNone/>
              <a:defRPr sz="1400" b="1"/>
            </a:lvl1pPr>
            <a:lvl2pPr marL="432000" indent="0">
              <a:buNone/>
              <a:defRPr sz="1600"/>
            </a:lvl2pPr>
            <a:lvl3pPr marL="432000" indent="0">
              <a:buNone/>
              <a:defRPr sz="1600"/>
            </a:lvl3pPr>
            <a:lvl4pPr marL="0" indent="0">
              <a:buNone/>
              <a:defRPr sz="1600"/>
            </a:lvl4pPr>
            <a:lvl5pPr marL="432000" indent="0">
              <a:buNone/>
              <a:defRPr sz="1600"/>
            </a:lvl5pPr>
          </a:lstStyle>
          <a:p>
            <a:pPr lvl="0"/>
            <a:r>
              <a:rPr lang="en-US" dirty="0"/>
              <a:t>Optional chapter heading </a:t>
            </a:r>
          </a:p>
        </p:txBody>
      </p:sp>
      <p:sp>
        <p:nvSpPr>
          <p:cNvPr id="13" name="Title">
            <a:extLst>
              <a:ext uri="{FF2B5EF4-FFF2-40B4-BE49-F238E27FC236}">
                <a16:creationId xmlns:a16="http://schemas.microsoft.com/office/drawing/2014/main" id="{8CB315D8-F69D-A5B9-B28E-76D55AABD987}"/>
              </a:ext>
            </a:extLst>
          </p:cNvPr>
          <p:cNvSpPr>
            <a:spLocks noGrp="1"/>
          </p:cNvSpPr>
          <p:nvPr>
            <p:ph type="ctrTitle" hasCustomPrompt="1"/>
          </p:nvPr>
        </p:nvSpPr>
        <p:spPr>
          <a:xfrm>
            <a:off x="379567" y="530407"/>
            <a:ext cx="8524721" cy="677763"/>
          </a:xfrm>
        </p:spPr>
        <p:txBody>
          <a:bodyPr anchor="t" anchorCtr="0"/>
          <a:lstStyle>
            <a:lvl1pPr algn="l">
              <a:defRPr sz="3800">
                <a:solidFill>
                  <a:schemeClr val="tx1"/>
                </a:solidFill>
              </a:defRPr>
            </a:lvl1pPr>
          </a:lstStyle>
          <a:p>
            <a:r>
              <a:rPr lang="en-GB" noProof="0" dirty="0"/>
              <a:t>Add title</a:t>
            </a:r>
          </a:p>
        </p:txBody>
      </p:sp>
      <p:sp>
        <p:nvSpPr>
          <p:cNvPr id="8" name="Picture Placeholder 7">
            <a:extLst>
              <a:ext uri="{FF2B5EF4-FFF2-40B4-BE49-F238E27FC236}">
                <a16:creationId xmlns:a16="http://schemas.microsoft.com/office/drawing/2014/main" id="{FA4498BB-EC0E-97F3-6DCC-8EC09C01B9EB}"/>
              </a:ext>
            </a:extLst>
          </p:cNvPr>
          <p:cNvSpPr>
            <a:spLocks noGrp="1"/>
          </p:cNvSpPr>
          <p:nvPr>
            <p:ph type="pic" sz="quarter" idx="21" hasCustomPrompt="1"/>
          </p:nvPr>
        </p:nvSpPr>
        <p:spPr>
          <a:xfrm>
            <a:off x="4013726" y="1520824"/>
            <a:ext cx="7806799" cy="4392613"/>
          </a:xfrm>
        </p:spPr>
        <p:txBody>
          <a:bodyPr/>
          <a:lstStyle>
            <a:lvl1pPr marL="0" indent="0">
              <a:buNone/>
              <a:defRPr/>
            </a:lvl1pPr>
          </a:lstStyle>
          <a:p>
            <a:pPr marL="0" marR="0" lvl="0" indent="0" algn="l" defTabSz="126000" rtl="0" eaLnBrk="1" fontAlgn="auto" latinLnBrk="0" hangingPunct="1">
              <a:lnSpc>
                <a:spcPct val="110000"/>
              </a:lnSpc>
              <a:spcBef>
                <a:spcPts val="0"/>
              </a:spcBef>
              <a:spcAft>
                <a:spcPts val="1200"/>
              </a:spcAft>
              <a:buClr>
                <a:schemeClr val="tx1"/>
              </a:buClr>
              <a:buSzPct val="80000"/>
              <a:buFont typeface="Wingdings 2" panose="05020102010507070707" pitchFamily="18" charset="2"/>
              <a:buNone/>
              <a:tabLst/>
              <a:defRPr/>
            </a:pPr>
            <a:r>
              <a:rPr lang="en-US" dirty="0"/>
              <a:t>Add photo (16x9)</a:t>
            </a:r>
          </a:p>
        </p:txBody>
      </p:sp>
      <p:sp>
        <p:nvSpPr>
          <p:cNvPr id="4" name="Footer">
            <a:extLst>
              <a:ext uri="{FF2B5EF4-FFF2-40B4-BE49-F238E27FC236}">
                <a16:creationId xmlns:a16="http://schemas.microsoft.com/office/drawing/2014/main" id="{C4E2FFEA-9B57-68E5-07F8-CFF8350860C1}"/>
              </a:ext>
            </a:extLst>
          </p:cNvPr>
          <p:cNvSpPr>
            <a:spLocks noGrp="1"/>
          </p:cNvSpPr>
          <p:nvPr>
            <p:ph type="ftr" sz="quarter" idx="3"/>
          </p:nvPr>
        </p:nvSpPr>
        <p:spPr>
          <a:xfrm>
            <a:off x="2316163" y="6240290"/>
            <a:ext cx="9013253" cy="365125"/>
          </a:xfrm>
          <a:prstGeom prst="rect">
            <a:avLst/>
          </a:prstGeom>
        </p:spPr>
        <p:txBody>
          <a:bodyPr vert="horz" lIns="0" tIns="0" rIns="0" bIns="0" rtlCol="0" anchor="ctr"/>
          <a:lstStyle>
            <a:lvl1pPr algn="l">
              <a:defRPr sz="1100">
                <a:solidFill>
                  <a:schemeClr val="tx1"/>
                </a:solidFill>
              </a:defRPr>
            </a:lvl1pPr>
          </a:lstStyle>
          <a:p>
            <a:pPr algn="r"/>
            <a:r>
              <a:rPr lang="en-GB"/>
              <a:t>Slough and Langley | CCI | UAL | BSc Data Science and AI | 29th January 2025</a:t>
            </a:r>
            <a:endParaRPr lang="en-GB" dirty="0"/>
          </a:p>
        </p:txBody>
      </p:sp>
      <p:sp>
        <p:nvSpPr>
          <p:cNvPr id="3" name="Slide number">
            <a:extLst>
              <a:ext uri="{FF2B5EF4-FFF2-40B4-BE49-F238E27FC236}">
                <a16:creationId xmlns:a16="http://schemas.microsoft.com/office/drawing/2014/main" id="{1E25A152-0AF0-B0F8-A637-039282AEE01F}"/>
              </a:ext>
            </a:extLst>
          </p:cNvPr>
          <p:cNvSpPr>
            <a:spLocks noGrp="1"/>
          </p:cNvSpPr>
          <p:nvPr>
            <p:ph type="sldNum" sz="quarter" idx="4"/>
          </p:nvPr>
        </p:nvSpPr>
        <p:spPr>
          <a:xfrm>
            <a:off x="11329416" y="6240290"/>
            <a:ext cx="491109" cy="365125"/>
          </a:xfrm>
          <a:prstGeom prst="rect">
            <a:avLst/>
          </a:prstGeom>
        </p:spPr>
        <p:txBody>
          <a:bodyPr vert="horz" lIns="0" tIns="0" rIns="0" bIns="0" rtlCol="0" anchor="ctr"/>
          <a:lstStyle>
            <a:lvl1pPr algn="r">
              <a:defRPr sz="1100">
                <a:solidFill>
                  <a:schemeClr val="tx1"/>
                </a:solidFill>
              </a:defRPr>
            </a:lvl1pPr>
          </a:lstStyle>
          <a:p>
            <a:fld id="{2CC19541-5F6E-2C4C-BF21-196C1C8E2E31}" type="slidenum">
              <a:rPr lang="en-GB" smtClean="0"/>
              <a:pPr/>
              <a:t>‹#›</a:t>
            </a:fld>
            <a:r>
              <a:rPr lang="en-GB" dirty="0"/>
              <a:t> </a:t>
            </a:r>
          </a:p>
        </p:txBody>
      </p:sp>
      <p:sp>
        <p:nvSpPr>
          <p:cNvPr id="2" name="Vertical Text Placeholder 10">
            <a:extLst>
              <a:ext uri="{FF2B5EF4-FFF2-40B4-BE49-F238E27FC236}">
                <a16:creationId xmlns:a16="http://schemas.microsoft.com/office/drawing/2014/main" id="{82345B58-EA51-3C56-A6A1-E3F5E1F044EC}"/>
              </a:ext>
            </a:extLst>
          </p:cNvPr>
          <p:cNvSpPr>
            <a:spLocks noGrp="1"/>
          </p:cNvSpPr>
          <p:nvPr>
            <p:ph type="body" orient="vert" sz="quarter" idx="17" hasCustomPrompt="1"/>
          </p:nvPr>
        </p:nvSpPr>
        <p:spPr>
          <a:xfrm>
            <a:off x="11830570" y="384604"/>
            <a:ext cx="286363" cy="5528834"/>
          </a:xfrm>
        </p:spPr>
        <p:txBody>
          <a:bodyPr vert="eaVert" anchor="ctr"/>
          <a:lstStyle>
            <a:lvl1pPr marL="0" indent="0">
              <a:lnSpc>
                <a:spcPct val="100000"/>
              </a:lnSpc>
              <a:spcAft>
                <a:spcPts val="900"/>
              </a:spcAft>
              <a:buNone/>
              <a:defRPr sz="900"/>
            </a:lvl1pPr>
            <a:lvl2pPr marL="432000" indent="0">
              <a:buNone/>
              <a:defRPr/>
            </a:lvl2pPr>
            <a:lvl3pPr marL="432000" indent="0">
              <a:buNone/>
              <a:defRPr/>
            </a:lvl3pPr>
            <a:lvl4pPr marL="0" indent="0">
              <a:buNone/>
              <a:defRPr/>
            </a:lvl4pPr>
            <a:lvl5pPr marL="432000" indent="0">
              <a:buNone/>
              <a:defRPr/>
            </a:lvl5pPr>
          </a:lstStyle>
          <a:p>
            <a:pPr marL="0" marR="0" lvl="0" indent="0" algn="l" defTabSz="126000" rtl="0" eaLnBrk="1" fontAlgn="auto" latinLnBrk="0" hangingPunct="1">
              <a:lnSpc>
                <a:spcPct val="110000"/>
              </a:lnSpc>
              <a:spcBef>
                <a:spcPts val="0"/>
              </a:spcBef>
              <a:spcAft>
                <a:spcPts val="1200"/>
              </a:spcAft>
              <a:buClr>
                <a:schemeClr val="tx1"/>
              </a:buClr>
              <a:buSzPct val="80000"/>
              <a:buFont typeface="Wingdings 2" panose="05020102010507070707" pitchFamily="18" charset="2"/>
              <a:buNone/>
              <a:tabLst/>
              <a:defRPr/>
            </a:pPr>
            <a:r>
              <a:rPr lang="en-US" dirty="0"/>
              <a:t>[Image credit goes here]</a:t>
            </a:r>
          </a:p>
        </p:txBody>
      </p:sp>
      <p:pic>
        <p:nvPicPr>
          <p:cNvPr id="6" name="Picture 5" descr="A picture containing font, screenshot, black, text&#10;&#10;Description automatically generated">
            <a:extLst>
              <a:ext uri="{FF2B5EF4-FFF2-40B4-BE49-F238E27FC236}">
                <a16:creationId xmlns:a16="http://schemas.microsoft.com/office/drawing/2014/main" id="{18C6C1E3-BF4D-9743-BA98-89E2EB7C435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4190" y="6168156"/>
            <a:ext cx="1650390" cy="508870"/>
          </a:xfrm>
          <a:prstGeom prst="rect">
            <a:avLst/>
          </a:prstGeom>
        </p:spPr>
      </p:pic>
    </p:spTree>
    <p:extLst>
      <p:ext uri="{BB962C8B-B14F-4D97-AF65-F5344CB8AC3E}">
        <p14:creationId xmlns:p14="http://schemas.microsoft.com/office/powerpoint/2010/main" val="2446237942"/>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and image (1x1) - b">
    <p:spTree>
      <p:nvGrpSpPr>
        <p:cNvPr id="1" name=""/>
        <p:cNvGrpSpPr/>
        <p:nvPr/>
      </p:nvGrpSpPr>
      <p:grpSpPr>
        <a:xfrm>
          <a:off x="0" y="0"/>
          <a:ext cx="0" cy="0"/>
          <a:chOff x="0" y="0"/>
          <a:chExt cx="0" cy="0"/>
        </a:xfrm>
      </p:grpSpPr>
      <p:sp>
        <p:nvSpPr>
          <p:cNvPr id="14" name="Chapter heading">
            <a:extLst>
              <a:ext uri="{FF2B5EF4-FFF2-40B4-BE49-F238E27FC236}">
                <a16:creationId xmlns:a16="http://schemas.microsoft.com/office/drawing/2014/main" id="{C6F3B803-D8D9-EEF0-2A3B-FCE75DC03A25}"/>
              </a:ext>
            </a:extLst>
          </p:cNvPr>
          <p:cNvSpPr>
            <a:spLocks noGrp="1"/>
          </p:cNvSpPr>
          <p:nvPr>
            <p:ph type="body" sz="quarter" idx="13" hasCustomPrompt="1"/>
          </p:nvPr>
        </p:nvSpPr>
        <p:spPr>
          <a:xfrm>
            <a:off x="379567" y="193197"/>
            <a:ext cx="4664076" cy="337209"/>
          </a:xfrm>
        </p:spPr>
        <p:txBody>
          <a:bodyPr/>
          <a:lstStyle>
            <a:lvl1pPr marL="0" indent="0">
              <a:buNone/>
              <a:defRPr sz="1400" b="1"/>
            </a:lvl1pPr>
            <a:lvl2pPr marL="432000" indent="0">
              <a:buNone/>
              <a:defRPr sz="1600"/>
            </a:lvl2pPr>
            <a:lvl3pPr marL="432000" indent="0">
              <a:buNone/>
              <a:defRPr sz="1600"/>
            </a:lvl3pPr>
            <a:lvl4pPr marL="0" indent="0">
              <a:buNone/>
              <a:defRPr sz="1600"/>
            </a:lvl4pPr>
            <a:lvl5pPr marL="432000" indent="0">
              <a:buNone/>
              <a:defRPr sz="1600"/>
            </a:lvl5pPr>
          </a:lstStyle>
          <a:p>
            <a:pPr lvl="0"/>
            <a:r>
              <a:rPr lang="en-US" dirty="0"/>
              <a:t>Optional chapter heading </a:t>
            </a:r>
          </a:p>
        </p:txBody>
      </p:sp>
      <p:sp>
        <p:nvSpPr>
          <p:cNvPr id="13" name="Title">
            <a:extLst>
              <a:ext uri="{FF2B5EF4-FFF2-40B4-BE49-F238E27FC236}">
                <a16:creationId xmlns:a16="http://schemas.microsoft.com/office/drawing/2014/main" id="{8CB315D8-F69D-A5B9-B28E-76D55AABD987}"/>
              </a:ext>
            </a:extLst>
          </p:cNvPr>
          <p:cNvSpPr>
            <a:spLocks noGrp="1"/>
          </p:cNvSpPr>
          <p:nvPr>
            <p:ph type="ctrTitle" hasCustomPrompt="1"/>
          </p:nvPr>
        </p:nvSpPr>
        <p:spPr>
          <a:xfrm>
            <a:off x="379567" y="530407"/>
            <a:ext cx="4664076" cy="677763"/>
          </a:xfrm>
        </p:spPr>
        <p:txBody>
          <a:bodyPr anchor="t" anchorCtr="0"/>
          <a:lstStyle>
            <a:lvl1pPr algn="l">
              <a:defRPr sz="3800">
                <a:solidFill>
                  <a:schemeClr val="tx1"/>
                </a:solidFill>
              </a:defRPr>
            </a:lvl1pPr>
          </a:lstStyle>
          <a:p>
            <a:r>
              <a:rPr lang="en-GB" noProof="0" dirty="0"/>
              <a:t>Add title</a:t>
            </a:r>
          </a:p>
        </p:txBody>
      </p:sp>
      <p:sp>
        <p:nvSpPr>
          <p:cNvPr id="5" name="Paragraph">
            <a:extLst>
              <a:ext uri="{FF2B5EF4-FFF2-40B4-BE49-F238E27FC236}">
                <a16:creationId xmlns:a16="http://schemas.microsoft.com/office/drawing/2014/main" id="{1AA3A0A6-2360-E749-813F-4C2BB76956BA}"/>
              </a:ext>
            </a:extLst>
          </p:cNvPr>
          <p:cNvSpPr>
            <a:spLocks noGrp="1"/>
          </p:cNvSpPr>
          <p:nvPr>
            <p:ph type="body" sz="quarter" idx="15"/>
          </p:nvPr>
        </p:nvSpPr>
        <p:spPr>
          <a:xfrm>
            <a:off x="387349" y="1520825"/>
            <a:ext cx="4664076" cy="4392613"/>
          </a:xfrm>
        </p:spPr>
        <p:txBody>
          <a:bodyPr/>
          <a:lstStyle>
            <a:lvl1pPr marL="0" indent="0">
              <a:buSzPct val="150000"/>
              <a:buFont typeface="Wingdings" pitchFamily="2" charset="2"/>
              <a:buNone/>
              <a:defRPr/>
            </a:lvl1pPr>
            <a:lvl2pPr marL="432000" indent="0">
              <a:buNone/>
              <a:defRPr/>
            </a:lvl2pPr>
            <a:lvl3pPr marL="432000" indent="0">
              <a:buNone/>
              <a:defRPr/>
            </a:lvl3pPr>
            <a:lvl4pPr marL="0" indent="0">
              <a:buNone/>
              <a:defRPr/>
            </a:lvl4pPr>
            <a:lvl5pPr marL="432000" indent="0">
              <a:buNone/>
              <a:defRPr/>
            </a:lvl5pPr>
          </a:lstStyle>
          <a:p>
            <a:pPr lvl="0"/>
            <a:r>
              <a:rPr lang="en-GB"/>
              <a:t>Click to edit Master text styles</a:t>
            </a:r>
          </a:p>
        </p:txBody>
      </p:sp>
      <p:sp>
        <p:nvSpPr>
          <p:cNvPr id="9" name="Picture Placeholder 8">
            <a:extLst>
              <a:ext uri="{FF2B5EF4-FFF2-40B4-BE49-F238E27FC236}">
                <a16:creationId xmlns:a16="http://schemas.microsoft.com/office/drawing/2014/main" id="{6D2BBCD5-8B48-DE93-40F5-3D966A6BF02B}"/>
              </a:ext>
            </a:extLst>
          </p:cNvPr>
          <p:cNvSpPr>
            <a:spLocks noGrp="1"/>
          </p:cNvSpPr>
          <p:nvPr>
            <p:ph type="pic" sz="quarter" idx="19" hasCustomPrompt="1"/>
          </p:nvPr>
        </p:nvSpPr>
        <p:spPr>
          <a:xfrm>
            <a:off x="5334001" y="0"/>
            <a:ext cx="6857999" cy="6858000"/>
          </a:xfrm>
        </p:spPr>
        <p:txBody>
          <a:bodyPr/>
          <a:lstStyle>
            <a:lvl1pPr marL="0" indent="0">
              <a:buNone/>
              <a:defRPr/>
            </a:lvl1pPr>
          </a:lstStyle>
          <a:p>
            <a:pPr marL="0" marR="0" lvl="0" indent="0" algn="l" defTabSz="126000" rtl="0" eaLnBrk="1" fontAlgn="auto" latinLnBrk="0" hangingPunct="1">
              <a:lnSpc>
                <a:spcPct val="110000"/>
              </a:lnSpc>
              <a:spcBef>
                <a:spcPts val="0"/>
              </a:spcBef>
              <a:spcAft>
                <a:spcPts val="1200"/>
              </a:spcAft>
              <a:buClr>
                <a:schemeClr val="tx1"/>
              </a:buClr>
              <a:buSzPct val="80000"/>
              <a:buFont typeface="Wingdings 2" panose="05020102010507070707" pitchFamily="18" charset="2"/>
              <a:buNone/>
              <a:tabLst/>
              <a:defRPr/>
            </a:pPr>
            <a:r>
              <a:rPr lang="en-US" dirty="0"/>
              <a:t>Add photo (1x1)</a:t>
            </a:r>
          </a:p>
        </p:txBody>
      </p:sp>
      <p:sp>
        <p:nvSpPr>
          <p:cNvPr id="2" name="Vertical Text Placeholder 10">
            <a:extLst>
              <a:ext uri="{FF2B5EF4-FFF2-40B4-BE49-F238E27FC236}">
                <a16:creationId xmlns:a16="http://schemas.microsoft.com/office/drawing/2014/main" id="{FE3D4EC8-B9EF-DD05-0CDC-516398C14EAC}"/>
              </a:ext>
            </a:extLst>
          </p:cNvPr>
          <p:cNvSpPr>
            <a:spLocks noGrp="1"/>
          </p:cNvSpPr>
          <p:nvPr>
            <p:ph type="body" orient="vert" sz="quarter" idx="17" hasCustomPrompt="1"/>
          </p:nvPr>
        </p:nvSpPr>
        <p:spPr>
          <a:xfrm>
            <a:off x="11830570" y="384604"/>
            <a:ext cx="286363" cy="6105096"/>
          </a:xfrm>
        </p:spPr>
        <p:txBody>
          <a:bodyPr vert="eaVert" anchor="ctr"/>
          <a:lstStyle>
            <a:lvl1pPr marL="0" indent="0">
              <a:lnSpc>
                <a:spcPct val="100000"/>
              </a:lnSpc>
              <a:spcAft>
                <a:spcPts val="900"/>
              </a:spcAft>
              <a:buNone/>
              <a:defRPr sz="900"/>
            </a:lvl1pPr>
            <a:lvl2pPr marL="432000" indent="0">
              <a:buNone/>
              <a:defRPr/>
            </a:lvl2pPr>
            <a:lvl3pPr marL="432000" indent="0">
              <a:buNone/>
              <a:defRPr/>
            </a:lvl3pPr>
            <a:lvl4pPr marL="0" indent="0">
              <a:buNone/>
              <a:defRPr/>
            </a:lvl4pPr>
            <a:lvl5pPr marL="432000" indent="0">
              <a:buNone/>
              <a:defRPr/>
            </a:lvl5pPr>
          </a:lstStyle>
          <a:p>
            <a:pPr marL="0" marR="0" lvl="0" indent="0" algn="l" defTabSz="126000" rtl="0" eaLnBrk="1" fontAlgn="auto" latinLnBrk="0" hangingPunct="1">
              <a:lnSpc>
                <a:spcPct val="110000"/>
              </a:lnSpc>
              <a:spcBef>
                <a:spcPts val="0"/>
              </a:spcBef>
              <a:spcAft>
                <a:spcPts val="1200"/>
              </a:spcAft>
              <a:buClr>
                <a:schemeClr val="tx1"/>
              </a:buClr>
              <a:buSzPct val="80000"/>
              <a:buFont typeface="Wingdings 2" panose="05020102010507070707" pitchFamily="18" charset="2"/>
              <a:buNone/>
              <a:tabLst/>
              <a:defRPr/>
            </a:pPr>
            <a:r>
              <a:rPr lang="en-US" dirty="0"/>
              <a:t>[Image credit goes here]</a:t>
            </a:r>
          </a:p>
        </p:txBody>
      </p:sp>
      <p:pic>
        <p:nvPicPr>
          <p:cNvPr id="4" name="Picture 3" descr="A picture containing font, screenshot, black, text&#10;&#10;Description automatically generated">
            <a:extLst>
              <a:ext uri="{FF2B5EF4-FFF2-40B4-BE49-F238E27FC236}">
                <a16:creationId xmlns:a16="http://schemas.microsoft.com/office/drawing/2014/main" id="{EDDAF0F9-699D-D680-A6CB-851439C2076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4190" y="6168156"/>
            <a:ext cx="1650390" cy="508870"/>
          </a:xfrm>
          <a:prstGeom prst="rect">
            <a:avLst/>
          </a:prstGeom>
        </p:spPr>
      </p:pic>
    </p:spTree>
    <p:extLst>
      <p:ext uri="{BB962C8B-B14F-4D97-AF65-F5344CB8AC3E}">
        <p14:creationId xmlns:p14="http://schemas.microsoft.com/office/powerpoint/2010/main" val="479704614"/>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and image (4x3) - b">
    <p:spTree>
      <p:nvGrpSpPr>
        <p:cNvPr id="1" name=""/>
        <p:cNvGrpSpPr/>
        <p:nvPr/>
      </p:nvGrpSpPr>
      <p:grpSpPr>
        <a:xfrm>
          <a:off x="0" y="0"/>
          <a:ext cx="0" cy="0"/>
          <a:chOff x="0" y="0"/>
          <a:chExt cx="0" cy="0"/>
        </a:xfrm>
      </p:grpSpPr>
      <p:sp>
        <p:nvSpPr>
          <p:cNvPr id="14" name="Chapter heading">
            <a:extLst>
              <a:ext uri="{FF2B5EF4-FFF2-40B4-BE49-F238E27FC236}">
                <a16:creationId xmlns:a16="http://schemas.microsoft.com/office/drawing/2014/main" id="{C6F3B803-D8D9-EEF0-2A3B-FCE75DC03A25}"/>
              </a:ext>
            </a:extLst>
          </p:cNvPr>
          <p:cNvSpPr>
            <a:spLocks noGrp="1"/>
          </p:cNvSpPr>
          <p:nvPr>
            <p:ph type="body" sz="quarter" idx="13" hasCustomPrompt="1"/>
          </p:nvPr>
        </p:nvSpPr>
        <p:spPr>
          <a:xfrm>
            <a:off x="379566" y="193198"/>
            <a:ext cx="8524722" cy="280988"/>
          </a:xfrm>
        </p:spPr>
        <p:txBody>
          <a:bodyPr/>
          <a:lstStyle>
            <a:lvl1pPr marL="0" indent="0">
              <a:buNone/>
              <a:defRPr sz="1400" b="1"/>
            </a:lvl1pPr>
            <a:lvl2pPr marL="432000" indent="0">
              <a:buNone/>
              <a:defRPr sz="1600"/>
            </a:lvl2pPr>
            <a:lvl3pPr marL="432000" indent="0">
              <a:buNone/>
              <a:defRPr sz="1600"/>
            </a:lvl3pPr>
            <a:lvl4pPr marL="0" indent="0">
              <a:buNone/>
              <a:defRPr sz="1600"/>
            </a:lvl4pPr>
            <a:lvl5pPr marL="432000" indent="0">
              <a:buNone/>
              <a:defRPr sz="1600"/>
            </a:lvl5pPr>
          </a:lstStyle>
          <a:p>
            <a:pPr lvl="0"/>
            <a:r>
              <a:rPr lang="en-US" dirty="0"/>
              <a:t>Optional chapter heading </a:t>
            </a:r>
          </a:p>
        </p:txBody>
      </p:sp>
      <p:sp>
        <p:nvSpPr>
          <p:cNvPr id="13" name="Title">
            <a:extLst>
              <a:ext uri="{FF2B5EF4-FFF2-40B4-BE49-F238E27FC236}">
                <a16:creationId xmlns:a16="http://schemas.microsoft.com/office/drawing/2014/main" id="{8CB315D8-F69D-A5B9-B28E-76D55AABD987}"/>
              </a:ext>
            </a:extLst>
          </p:cNvPr>
          <p:cNvSpPr>
            <a:spLocks noGrp="1"/>
          </p:cNvSpPr>
          <p:nvPr>
            <p:ph type="ctrTitle" hasCustomPrompt="1"/>
          </p:nvPr>
        </p:nvSpPr>
        <p:spPr>
          <a:xfrm>
            <a:off x="379566" y="530407"/>
            <a:ext cx="8524722" cy="677763"/>
          </a:xfrm>
        </p:spPr>
        <p:txBody>
          <a:bodyPr anchor="t" anchorCtr="0"/>
          <a:lstStyle>
            <a:lvl1pPr algn="l">
              <a:defRPr sz="3800">
                <a:solidFill>
                  <a:schemeClr val="tx1"/>
                </a:solidFill>
              </a:defRPr>
            </a:lvl1pPr>
          </a:lstStyle>
          <a:p>
            <a:r>
              <a:rPr lang="en-GB" noProof="0" dirty="0"/>
              <a:t>Add title</a:t>
            </a:r>
          </a:p>
        </p:txBody>
      </p:sp>
      <p:sp>
        <p:nvSpPr>
          <p:cNvPr id="5" name="Paragraph">
            <a:extLst>
              <a:ext uri="{FF2B5EF4-FFF2-40B4-BE49-F238E27FC236}">
                <a16:creationId xmlns:a16="http://schemas.microsoft.com/office/drawing/2014/main" id="{1AA3A0A6-2360-E749-813F-4C2BB76956BA}"/>
              </a:ext>
            </a:extLst>
          </p:cNvPr>
          <p:cNvSpPr>
            <a:spLocks noGrp="1"/>
          </p:cNvSpPr>
          <p:nvPr>
            <p:ph type="body" sz="quarter" idx="15"/>
          </p:nvPr>
        </p:nvSpPr>
        <p:spPr>
          <a:xfrm>
            <a:off x="387349" y="1520825"/>
            <a:ext cx="3692526" cy="4392613"/>
          </a:xfrm>
        </p:spPr>
        <p:txBody>
          <a:bodyPr/>
          <a:lstStyle>
            <a:lvl1pPr marL="0" indent="0">
              <a:buSzPct val="150000"/>
              <a:buFont typeface="Wingdings" pitchFamily="2" charset="2"/>
              <a:buNone/>
              <a:defRPr/>
            </a:lvl1pPr>
            <a:lvl2pPr marL="432000" indent="0">
              <a:buNone/>
              <a:defRPr/>
            </a:lvl2pPr>
            <a:lvl3pPr marL="432000" indent="0">
              <a:buNone/>
              <a:defRPr/>
            </a:lvl3pPr>
            <a:lvl4pPr marL="0" indent="0">
              <a:buNone/>
              <a:defRPr/>
            </a:lvl4pPr>
            <a:lvl5pPr marL="432000" indent="0">
              <a:buNone/>
              <a:defRPr/>
            </a:lvl5pPr>
          </a:lstStyle>
          <a:p>
            <a:pPr lvl="0"/>
            <a:r>
              <a:rPr lang="en-GB"/>
              <a:t>Click to edit Master text styles</a:t>
            </a:r>
          </a:p>
        </p:txBody>
      </p:sp>
      <p:sp>
        <p:nvSpPr>
          <p:cNvPr id="15" name="Picture Placeholder 14">
            <a:extLst>
              <a:ext uri="{FF2B5EF4-FFF2-40B4-BE49-F238E27FC236}">
                <a16:creationId xmlns:a16="http://schemas.microsoft.com/office/drawing/2014/main" id="{FB3D72CF-0F3E-DBBA-F60A-E83A3385DB42}"/>
              </a:ext>
            </a:extLst>
          </p:cNvPr>
          <p:cNvSpPr>
            <a:spLocks noGrp="1"/>
          </p:cNvSpPr>
          <p:nvPr>
            <p:ph type="pic" sz="quarter" idx="21" hasCustomPrompt="1"/>
          </p:nvPr>
        </p:nvSpPr>
        <p:spPr>
          <a:xfrm>
            <a:off x="5054308" y="1520825"/>
            <a:ext cx="7137692" cy="5354236"/>
          </a:xfrm>
        </p:spPr>
        <p:txBody>
          <a:bodyPr/>
          <a:lstStyle>
            <a:lvl1pPr marL="0" indent="0">
              <a:buNone/>
              <a:defRPr/>
            </a:lvl1pPr>
          </a:lstStyle>
          <a:p>
            <a:pPr marL="0" marR="0" lvl="0" indent="0" algn="l" defTabSz="126000" rtl="0" eaLnBrk="1" fontAlgn="auto" latinLnBrk="0" hangingPunct="1">
              <a:lnSpc>
                <a:spcPct val="110000"/>
              </a:lnSpc>
              <a:spcBef>
                <a:spcPts val="0"/>
              </a:spcBef>
              <a:spcAft>
                <a:spcPts val="1200"/>
              </a:spcAft>
              <a:buClr>
                <a:schemeClr val="tx1"/>
              </a:buClr>
              <a:buSzPct val="80000"/>
              <a:buFont typeface="Wingdings 2" panose="05020102010507070707" pitchFamily="18" charset="2"/>
              <a:buNone/>
              <a:tabLst/>
              <a:defRPr/>
            </a:pPr>
            <a:r>
              <a:rPr lang="en-US" dirty="0"/>
              <a:t>Add photo (4x3)</a:t>
            </a:r>
          </a:p>
        </p:txBody>
      </p:sp>
      <p:sp>
        <p:nvSpPr>
          <p:cNvPr id="6" name="Text Placeholder 5">
            <a:extLst>
              <a:ext uri="{FF2B5EF4-FFF2-40B4-BE49-F238E27FC236}">
                <a16:creationId xmlns:a16="http://schemas.microsoft.com/office/drawing/2014/main" id="{0B6BEFBB-CA5D-CC66-89E0-CE73E42BFDAC}"/>
              </a:ext>
            </a:extLst>
          </p:cNvPr>
          <p:cNvSpPr>
            <a:spLocks noGrp="1"/>
          </p:cNvSpPr>
          <p:nvPr>
            <p:ph type="body" sz="quarter" idx="24" hasCustomPrompt="1"/>
          </p:nvPr>
        </p:nvSpPr>
        <p:spPr>
          <a:xfrm>
            <a:off x="5051425" y="1233487"/>
            <a:ext cx="6769100" cy="280988"/>
          </a:xfrm>
        </p:spPr>
        <p:txBody>
          <a:bodyPr anchor="ctr"/>
          <a:lstStyle>
            <a:lvl1pPr marL="0" indent="0">
              <a:lnSpc>
                <a:spcPct val="100000"/>
              </a:lnSpc>
              <a:spcAft>
                <a:spcPts val="900"/>
              </a:spcAft>
              <a:buNone/>
              <a:defRPr sz="900"/>
            </a:lvl1pPr>
          </a:lstStyle>
          <a:p>
            <a:pPr marL="0" marR="0" lvl="0" indent="0" algn="l" defTabSz="126000" rtl="0" eaLnBrk="1" fontAlgn="auto" latinLnBrk="0" hangingPunct="1">
              <a:lnSpc>
                <a:spcPct val="110000"/>
              </a:lnSpc>
              <a:spcBef>
                <a:spcPts val="0"/>
              </a:spcBef>
              <a:spcAft>
                <a:spcPts val="1200"/>
              </a:spcAft>
              <a:buClr>
                <a:schemeClr val="tx1"/>
              </a:buClr>
              <a:buSzPct val="80000"/>
              <a:buFont typeface="Wingdings 2" panose="05020102010507070707" pitchFamily="18" charset="2"/>
              <a:buNone/>
              <a:tabLst/>
              <a:defRPr/>
            </a:pPr>
            <a:r>
              <a:rPr lang="en-US" dirty="0"/>
              <a:t>[Image credit goes here]</a:t>
            </a:r>
          </a:p>
        </p:txBody>
      </p:sp>
      <p:pic>
        <p:nvPicPr>
          <p:cNvPr id="3" name="Picture 2" descr="A picture containing font, screenshot, black, text&#10;&#10;Description automatically generated">
            <a:extLst>
              <a:ext uri="{FF2B5EF4-FFF2-40B4-BE49-F238E27FC236}">
                <a16:creationId xmlns:a16="http://schemas.microsoft.com/office/drawing/2014/main" id="{0E26AF60-FFB9-3285-5393-2E762E11736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4190" y="6168156"/>
            <a:ext cx="1650390" cy="508870"/>
          </a:xfrm>
          <a:prstGeom prst="rect">
            <a:avLst/>
          </a:prstGeom>
        </p:spPr>
      </p:pic>
    </p:spTree>
    <p:extLst>
      <p:ext uri="{BB962C8B-B14F-4D97-AF65-F5344CB8AC3E}">
        <p14:creationId xmlns:p14="http://schemas.microsoft.com/office/powerpoint/2010/main" val="3880274734"/>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and image (3x4) - b">
    <p:spTree>
      <p:nvGrpSpPr>
        <p:cNvPr id="1" name=""/>
        <p:cNvGrpSpPr/>
        <p:nvPr/>
      </p:nvGrpSpPr>
      <p:grpSpPr>
        <a:xfrm>
          <a:off x="0" y="0"/>
          <a:ext cx="0" cy="0"/>
          <a:chOff x="0" y="0"/>
          <a:chExt cx="0" cy="0"/>
        </a:xfrm>
      </p:grpSpPr>
      <p:sp>
        <p:nvSpPr>
          <p:cNvPr id="14" name="Chapter heading">
            <a:extLst>
              <a:ext uri="{FF2B5EF4-FFF2-40B4-BE49-F238E27FC236}">
                <a16:creationId xmlns:a16="http://schemas.microsoft.com/office/drawing/2014/main" id="{C6F3B803-D8D9-EEF0-2A3B-FCE75DC03A25}"/>
              </a:ext>
            </a:extLst>
          </p:cNvPr>
          <p:cNvSpPr>
            <a:spLocks noGrp="1"/>
          </p:cNvSpPr>
          <p:nvPr>
            <p:ph type="body" sz="quarter" idx="13" hasCustomPrompt="1"/>
          </p:nvPr>
        </p:nvSpPr>
        <p:spPr>
          <a:xfrm>
            <a:off x="379567" y="193197"/>
            <a:ext cx="5644996" cy="329395"/>
          </a:xfrm>
        </p:spPr>
        <p:txBody>
          <a:bodyPr/>
          <a:lstStyle>
            <a:lvl1pPr marL="0" indent="0">
              <a:buNone/>
              <a:defRPr sz="1400" b="1"/>
            </a:lvl1pPr>
            <a:lvl2pPr marL="432000" indent="0">
              <a:buNone/>
              <a:defRPr sz="1600"/>
            </a:lvl2pPr>
            <a:lvl3pPr marL="432000" indent="0">
              <a:buNone/>
              <a:defRPr sz="1600"/>
            </a:lvl3pPr>
            <a:lvl4pPr marL="0" indent="0">
              <a:buNone/>
              <a:defRPr sz="1600"/>
            </a:lvl4pPr>
            <a:lvl5pPr marL="432000" indent="0">
              <a:buNone/>
              <a:defRPr sz="1600"/>
            </a:lvl5pPr>
          </a:lstStyle>
          <a:p>
            <a:pPr lvl="0"/>
            <a:r>
              <a:rPr lang="en-US" dirty="0"/>
              <a:t>Optional chapter heading </a:t>
            </a:r>
          </a:p>
        </p:txBody>
      </p:sp>
      <p:sp>
        <p:nvSpPr>
          <p:cNvPr id="13" name="Title">
            <a:extLst>
              <a:ext uri="{FF2B5EF4-FFF2-40B4-BE49-F238E27FC236}">
                <a16:creationId xmlns:a16="http://schemas.microsoft.com/office/drawing/2014/main" id="{8CB315D8-F69D-A5B9-B28E-76D55AABD987}"/>
              </a:ext>
            </a:extLst>
          </p:cNvPr>
          <p:cNvSpPr>
            <a:spLocks noGrp="1"/>
          </p:cNvSpPr>
          <p:nvPr>
            <p:ph type="ctrTitle" hasCustomPrompt="1"/>
          </p:nvPr>
        </p:nvSpPr>
        <p:spPr>
          <a:xfrm>
            <a:off x="379567" y="530407"/>
            <a:ext cx="5644996" cy="677763"/>
          </a:xfrm>
        </p:spPr>
        <p:txBody>
          <a:bodyPr anchor="t" anchorCtr="0"/>
          <a:lstStyle>
            <a:lvl1pPr algn="l">
              <a:defRPr sz="3800">
                <a:solidFill>
                  <a:schemeClr val="tx1"/>
                </a:solidFill>
              </a:defRPr>
            </a:lvl1pPr>
          </a:lstStyle>
          <a:p>
            <a:r>
              <a:rPr lang="en-GB" noProof="0" dirty="0"/>
              <a:t>Add title</a:t>
            </a:r>
          </a:p>
        </p:txBody>
      </p:sp>
      <p:sp>
        <p:nvSpPr>
          <p:cNvPr id="5" name="Paragraph">
            <a:extLst>
              <a:ext uri="{FF2B5EF4-FFF2-40B4-BE49-F238E27FC236}">
                <a16:creationId xmlns:a16="http://schemas.microsoft.com/office/drawing/2014/main" id="{1AA3A0A6-2360-E749-813F-4C2BB76956BA}"/>
              </a:ext>
            </a:extLst>
          </p:cNvPr>
          <p:cNvSpPr>
            <a:spLocks noGrp="1"/>
          </p:cNvSpPr>
          <p:nvPr>
            <p:ph type="body" sz="quarter" idx="15"/>
          </p:nvPr>
        </p:nvSpPr>
        <p:spPr>
          <a:xfrm>
            <a:off x="387349" y="1520825"/>
            <a:ext cx="5637214" cy="4392613"/>
          </a:xfrm>
        </p:spPr>
        <p:txBody>
          <a:bodyPr/>
          <a:lstStyle>
            <a:lvl1pPr marL="0" indent="0">
              <a:buSzPct val="150000"/>
              <a:buFont typeface="Wingdings" pitchFamily="2" charset="2"/>
              <a:buNone/>
              <a:defRPr/>
            </a:lvl1pPr>
            <a:lvl2pPr marL="432000" indent="0">
              <a:buNone/>
              <a:defRPr/>
            </a:lvl2pPr>
            <a:lvl3pPr marL="432000" indent="0">
              <a:buNone/>
              <a:defRPr/>
            </a:lvl3pPr>
            <a:lvl4pPr marL="0" indent="0">
              <a:buNone/>
              <a:defRPr/>
            </a:lvl4pPr>
            <a:lvl5pPr marL="432000" indent="0">
              <a:buNone/>
              <a:defRPr/>
            </a:lvl5pPr>
          </a:lstStyle>
          <a:p>
            <a:pPr lvl="0"/>
            <a:r>
              <a:rPr lang="en-GB"/>
              <a:t>Click to edit Master text styles</a:t>
            </a:r>
          </a:p>
        </p:txBody>
      </p:sp>
      <p:sp>
        <p:nvSpPr>
          <p:cNvPr id="8" name="Picture Placeholder 7">
            <a:extLst>
              <a:ext uri="{FF2B5EF4-FFF2-40B4-BE49-F238E27FC236}">
                <a16:creationId xmlns:a16="http://schemas.microsoft.com/office/drawing/2014/main" id="{B4C44ACF-4A51-1D96-B150-C9BC8625DBD7}"/>
              </a:ext>
            </a:extLst>
          </p:cNvPr>
          <p:cNvSpPr>
            <a:spLocks noGrp="1"/>
          </p:cNvSpPr>
          <p:nvPr>
            <p:ph type="pic" sz="quarter" idx="22" hasCustomPrompt="1"/>
          </p:nvPr>
        </p:nvSpPr>
        <p:spPr>
          <a:xfrm>
            <a:off x="7020523" y="0"/>
            <a:ext cx="5171477" cy="6858000"/>
          </a:xfrm>
        </p:spPr>
        <p:txBody>
          <a:bodyPr/>
          <a:lstStyle>
            <a:lvl1pPr marL="0" indent="0">
              <a:buNone/>
              <a:defRPr/>
            </a:lvl1pPr>
          </a:lstStyle>
          <a:p>
            <a:pPr marL="0" marR="0" lvl="0" indent="0" algn="l" defTabSz="126000" rtl="0" eaLnBrk="1" fontAlgn="auto" latinLnBrk="0" hangingPunct="1">
              <a:lnSpc>
                <a:spcPct val="110000"/>
              </a:lnSpc>
              <a:spcBef>
                <a:spcPts val="0"/>
              </a:spcBef>
              <a:spcAft>
                <a:spcPts val="1200"/>
              </a:spcAft>
              <a:buClr>
                <a:schemeClr val="tx1"/>
              </a:buClr>
              <a:buSzPct val="80000"/>
              <a:buFont typeface="Wingdings 2" panose="05020102010507070707" pitchFamily="18" charset="2"/>
              <a:buNone/>
              <a:tabLst/>
              <a:defRPr/>
            </a:pPr>
            <a:r>
              <a:rPr lang="en-US" dirty="0"/>
              <a:t>Add photo (3x4)</a:t>
            </a:r>
          </a:p>
        </p:txBody>
      </p:sp>
      <p:sp>
        <p:nvSpPr>
          <p:cNvPr id="2" name="Vertical Text Placeholder 10">
            <a:extLst>
              <a:ext uri="{FF2B5EF4-FFF2-40B4-BE49-F238E27FC236}">
                <a16:creationId xmlns:a16="http://schemas.microsoft.com/office/drawing/2014/main" id="{2F3286DD-3FD8-C786-54E4-DF251D91E1BC}"/>
              </a:ext>
            </a:extLst>
          </p:cNvPr>
          <p:cNvSpPr>
            <a:spLocks noGrp="1"/>
          </p:cNvSpPr>
          <p:nvPr>
            <p:ph type="body" orient="vert" sz="quarter" idx="17" hasCustomPrompt="1"/>
          </p:nvPr>
        </p:nvSpPr>
        <p:spPr>
          <a:xfrm>
            <a:off x="11830570" y="384604"/>
            <a:ext cx="286363" cy="6105096"/>
          </a:xfrm>
        </p:spPr>
        <p:txBody>
          <a:bodyPr vert="eaVert" anchor="ctr"/>
          <a:lstStyle>
            <a:lvl1pPr marL="0" indent="0">
              <a:lnSpc>
                <a:spcPct val="100000"/>
              </a:lnSpc>
              <a:spcAft>
                <a:spcPts val="900"/>
              </a:spcAft>
              <a:buNone/>
              <a:defRPr sz="900"/>
            </a:lvl1pPr>
            <a:lvl2pPr marL="432000" indent="0">
              <a:buNone/>
              <a:defRPr/>
            </a:lvl2pPr>
            <a:lvl3pPr marL="432000" indent="0">
              <a:buNone/>
              <a:defRPr/>
            </a:lvl3pPr>
            <a:lvl4pPr marL="0" indent="0">
              <a:buNone/>
              <a:defRPr/>
            </a:lvl4pPr>
            <a:lvl5pPr marL="432000" indent="0">
              <a:buNone/>
              <a:defRPr/>
            </a:lvl5pPr>
          </a:lstStyle>
          <a:p>
            <a:pPr marL="0" marR="0" lvl="0" indent="0" algn="l" defTabSz="126000" rtl="0" eaLnBrk="1" fontAlgn="auto" latinLnBrk="0" hangingPunct="1">
              <a:lnSpc>
                <a:spcPct val="110000"/>
              </a:lnSpc>
              <a:spcBef>
                <a:spcPts val="0"/>
              </a:spcBef>
              <a:spcAft>
                <a:spcPts val="1200"/>
              </a:spcAft>
              <a:buClr>
                <a:schemeClr val="tx1"/>
              </a:buClr>
              <a:buSzPct val="80000"/>
              <a:buFont typeface="Wingdings 2" panose="05020102010507070707" pitchFamily="18" charset="2"/>
              <a:buNone/>
              <a:tabLst/>
              <a:defRPr/>
            </a:pPr>
            <a:r>
              <a:rPr lang="en-US" dirty="0"/>
              <a:t>[Image credit goes here]</a:t>
            </a:r>
          </a:p>
        </p:txBody>
      </p:sp>
      <p:pic>
        <p:nvPicPr>
          <p:cNvPr id="4" name="Picture 3" descr="A picture containing font, screenshot, black, text&#10;&#10;Description automatically generated">
            <a:extLst>
              <a:ext uri="{FF2B5EF4-FFF2-40B4-BE49-F238E27FC236}">
                <a16:creationId xmlns:a16="http://schemas.microsoft.com/office/drawing/2014/main" id="{798E0A31-4BB7-0FA8-6336-4FB0F1F4ABF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4190" y="6168156"/>
            <a:ext cx="1650390" cy="508870"/>
          </a:xfrm>
          <a:prstGeom prst="rect">
            <a:avLst/>
          </a:prstGeom>
        </p:spPr>
      </p:pic>
    </p:spTree>
    <p:extLst>
      <p:ext uri="{BB962C8B-B14F-4D97-AF65-F5344CB8AC3E}">
        <p14:creationId xmlns:p14="http://schemas.microsoft.com/office/powerpoint/2010/main" val="783368587"/>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and image (16x9) - b">
    <p:spTree>
      <p:nvGrpSpPr>
        <p:cNvPr id="1" name=""/>
        <p:cNvGrpSpPr/>
        <p:nvPr/>
      </p:nvGrpSpPr>
      <p:grpSpPr>
        <a:xfrm>
          <a:off x="0" y="0"/>
          <a:ext cx="0" cy="0"/>
          <a:chOff x="0" y="0"/>
          <a:chExt cx="0" cy="0"/>
        </a:xfrm>
      </p:grpSpPr>
      <p:sp>
        <p:nvSpPr>
          <p:cNvPr id="14" name="Chapter heading">
            <a:extLst>
              <a:ext uri="{FF2B5EF4-FFF2-40B4-BE49-F238E27FC236}">
                <a16:creationId xmlns:a16="http://schemas.microsoft.com/office/drawing/2014/main" id="{C6F3B803-D8D9-EEF0-2A3B-FCE75DC03A25}"/>
              </a:ext>
            </a:extLst>
          </p:cNvPr>
          <p:cNvSpPr>
            <a:spLocks noGrp="1"/>
          </p:cNvSpPr>
          <p:nvPr>
            <p:ph type="body" sz="quarter" idx="13" hasCustomPrompt="1"/>
          </p:nvPr>
        </p:nvSpPr>
        <p:spPr>
          <a:xfrm>
            <a:off x="379567" y="193198"/>
            <a:ext cx="8524721" cy="280988"/>
          </a:xfrm>
        </p:spPr>
        <p:txBody>
          <a:bodyPr/>
          <a:lstStyle>
            <a:lvl1pPr marL="0" indent="0">
              <a:buNone/>
              <a:defRPr sz="1400" b="1"/>
            </a:lvl1pPr>
            <a:lvl2pPr marL="432000" indent="0">
              <a:buNone/>
              <a:defRPr sz="1600"/>
            </a:lvl2pPr>
            <a:lvl3pPr marL="432000" indent="0">
              <a:buNone/>
              <a:defRPr sz="1600"/>
            </a:lvl3pPr>
            <a:lvl4pPr marL="0" indent="0">
              <a:buNone/>
              <a:defRPr sz="1600"/>
            </a:lvl4pPr>
            <a:lvl5pPr marL="432000" indent="0">
              <a:buNone/>
              <a:defRPr sz="1600"/>
            </a:lvl5pPr>
          </a:lstStyle>
          <a:p>
            <a:pPr lvl="0"/>
            <a:r>
              <a:rPr lang="en-US" dirty="0"/>
              <a:t>Optional chapter heading </a:t>
            </a:r>
          </a:p>
        </p:txBody>
      </p:sp>
      <p:sp>
        <p:nvSpPr>
          <p:cNvPr id="13" name="Title">
            <a:extLst>
              <a:ext uri="{FF2B5EF4-FFF2-40B4-BE49-F238E27FC236}">
                <a16:creationId xmlns:a16="http://schemas.microsoft.com/office/drawing/2014/main" id="{8CB315D8-F69D-A5B9-B28E-76D55AABD987}"/>
              </a:ext>
            </a:extLst>
          </p:cNvPr>
          <p:cNvSpPr>
            <a:spLocks noGrp="1"/>
          </p:cNvSpPr>
          <p:nvPr>
            <p:ph type="ctrTitle" hasCustomPrompt="1"/>
          </p:nvPr>
        </p:nvSpPr>
        <p:spPr>
          <a:xfrm>
            <a:off x="379567" y="530407"/>
            <a:ext cx="8524721" cy="677763"/>
          </a:xfrm>
        </p:spPr>
        <p:txBody>
          <a:bodyPr anchor="t" anchorCtr="0"/>
          <a:lstStyle>
            <a:lvl1pPr algn="l">
              <a:defRPr sz="3800">
                <a:solidFill>
                  <a:schemeClr val="tx1"/>
                </a:solidFill>
              </a:defRPr>
            </a:lvl1pPr>
          </a:lstStyle>
          <a:p>
            <a:r>
              <a:rPr lang="en-GB" noProof="0" dirty="0"/>
              <a:t>Add title</a:t>
            </a:r>
          </a:p>
        </p:txBody>
      </p:sp>
      <p:sp>
        <p:nvSpPr>
          <p:cNvPr id="5" name="Paragraph">
            <a:extLst>
              <a:ext uri="{FF2B5EF4-FFF2-40B4-BE49-F238E27FC236}">
                <a16:creationId xmlns:a16="http://schemas.microsoft.com/office/drawing/2014/main" id="{1AA3A0A6-2360-E749-813F-4C2BB76956BA}"/>
              </a:ext>
            </a:extLst>
          </p:cNvPr>
          <p:cNvSpPr>
            <a:spLocks noGrp="1"/>
          </p:cNvSpPr>
          <p:nvPr>
            <p:ph type="body" sz="quarter" idx="15"/>
          </p:nvPr>
        </p:nvSpPr>
        <p:spPr>
          <a:xfrm>
            <a:off x="387349" y="1520825"/>
            <a:ext cx="3692526" cy="4392613"/>
          </a:xfrm>
        </p:spPr>
        <p:txBody>
          <a:bodyPr/>
          <a:lstStyle>
            <a:lvl1pPr marL="0" indent="0">
              <a:buSzPct val="150000"/>
              <a:buFont typeface="Wingdings" pitchFamily="2" charset="2"/>
              <a:buNone/>
              <a:defRPr/>
            </a:lvl1pPr>
            <a:lvl2pPr marL="432000" indent="0">
              <a:buNone/>
              <a:defRPr/>
            </a:lvl2pPr>
            <a:lvl3pPr marL="432000" indent="0">
              <a:buNone/>
              <a:defRPr/>
            </a:lvl3pPr>
            <a:lvl4pPr marL="0" indent="0">
              <a:buNone/>
              <a:defRPr/>
            </a:lvl4pPr>
            <a:lvl5pPr marL="432000" indent="0">
              <a:buNone/>
              <a:defRPr/>
            </a:lvl5pPr>
          </a:lstStyle>
          <a:p>
            <a:pPr lvl="0"/>
            <a:r>
              <a:rPr lang="en-GB"/>
              <a:t>Click to edit Master text styles</a:t>
            </a:r>
          </a:p>
        </p:txBody>
      </p:sp>
      <p:sp>
        <p:nvSpPr>
          <p:cNvPr id="15" name="Picture Placeholder 14">
            <a:extLst>
              <a:ext uri="{FF2B5EF4-FFF2-40B4-BE49-F238E27FC236}">
                <a16:creationId xmlns:a16="http://schemas.microsoft.com/office/drawing/2014/main" id="{1F1EDA8D-4974-1296-A2FF-695000009D22}"/>
              </a:ext>
            </a:extLst>
          </p:cNvPr>
          <p:cNvSpPr>
            <a:spLocks noGrp="1"/>
          </p:cNvSpPr>
          <p:nvPr>
            <p:ph type="pic" sz="quarter" idx="23" hasCustomPrompt="1"/>
          </p:nvPr>
        </p:nvSpPr>
        <p:spPr>
          <a:xfrm>
            <a:off x="4248089" y="2388674"/>
            <a:ext cx="7943912" cy="4469326"/>
          </a:xfrm>
        </p:spPr>
        <p:txBody>
          <a:bodyPr/>
          <a:lstStyle>
            <a:lvl1pPr marL="0" indent="0">
              <a:buNone/>
              <a:defRPr/>
            </a:lvl1pPr>
          </a:lstStyle>
          <a:p>
            <a:pPr marL="0" marR="0" lvl="0" indent="0" algn="l" defTabSz="126000" rtl="0" eaLnBrk="1" fontAlgn="auto" latinLnBrk="0" hangingPunct="1">
              <a:lnSpc>
                <a:spcPct val="110000"/>
              </a:lnSpc>
              <a:spcBef>
                <a:spcPts val="0"/>
              </a:spcBef>
              <a:spcAft>
                <a:spcPts val="1200"/>
              </a:spcAft>
              <a:buClr>
                <a:schemeClr val="tx1"/>
              </a:buClr>
              <a:buSzPct val="80000"/>
              <a:buFont typeface="Wingdings 2" panose="05020102010507070707" pitchFamily="18" charset="2"/>
              <a:buNone/>
              <a:tabLst/>
              <a:defRPr/>
            </a:pPr>
            <a:r>
              <a:rPr lang="en-US" dirty="0"/>
              <a:t>Add photo (16x9)</a:t>
            </a:r>
          </a:p>
        </p:txBody>
      </p:sp>
      <p:sp>
        <p:nvSpPr>
          <p:cNvPr id="6" name="Text Placeholder 5">
            <a:extLst>
              <a:ext uri="{FF2B5EF4-FFF2-40B4-BE49-F238E27FC236}">
                <a16:creationId xmlns:a16="http://schemas.microsoft.com/office/drawing/2014/main" id="{C6AB2D47-BF4C-367C-5B24-DE6BF752CCEF}"/>
              </a:ext>
            </a:extLst>
          </p:cNvPr>
          <p:cNvSpPr>
            <a:spLocks noGrp="1"/>
          </p:cNvSpPr>
          <p:nvPr>
            <p:ph type="body" sz="quarter" idx="24" hasCustomPrompt="1"/>
          </p:nvPr>
        </p:nvSpPr>
        <p:spPr>
          <a:xfrm>
            <a:off x="4248089" y="2092325"/>
            <a:ext cx="7572436" cy="287338"/>
          </a:xfrm>
        </p:spPr>
        <p:txBody>
          <a:bodyPr anchor="ctr"/>
          <a:lstStyle>
            <a:lvl1pPr marL="0" indent="0">
              <a:lnSpc>
                <a:spcPct val="100000"/>
              </a:lnSpc>
              <a:spcAft>
                <a:spcPts val="900"/>
              </a:spcAft>
              <a:buNone/>
              <a:defRPr sz="900"/>
            </a:lvl1pPr>
          </a:lstStyle>
          <a:p>
            <a:pPr marL="0" marR="0" lvl="0" indent="0" algn="l" defTabSz="126000" rtl="0" eaLnBrk="1" fontAlgn="auto" latinLnBrk="0" hangingPunct="1">
              <a:lnSpc>
                <a:spcPct val="110000"/>
              </a:lnSpc>
              <a:spcBef>
                <a:spcPts val="0"/>
              </a:spcBef>
              <a:spcAft>
                <a:spcPts val="1200"/>
              </a:spcAft>
              <a:buClr>
                <a:schemeClr val="tx1"/>
              </a:buClr>
              <a:buSzPct val="80000"/>
              <a:buFont typeface="Wingdings 2" panose="05020102010507070707" pitchFamily="18" charset="2"/>
              <a:buNone/>
              <a:tabLst/>
              <a:defRPr/>
            </a:pPr>
            <a:r>
              <a:rPr lang="en-US" dirty="0"/>
              <a:t>[Image credit goes here]</a:t>
            </a:r>
          </a:p>
        </p:txBody>
      </p:sp>
      <p:pic>
        <p:nvPicPr>
          <p:cNvPr id="3" name="Picture 2" descr="A picture containing font, screenshot, black, text&#10;&#10;Description automatically generated">
            <a:extLst>
              <a:ext uri="{FF2B5EF4-FFF2-40B4-BE49-F238E27FC236}">
                <a16:creationId xmlns:a16="http://schemas.microsoft.com/office/drawing/2014/main" id="{C72BDA33-3F0D-DF3D-B7F6-C570AC13A89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4190" y="6168156"/>
            <a:ext cx="1650390" cy="508870"/>
          </a:xfrm>
          <a:prstGeom prst="rect">
            <a:avLst/>
          </a:prstGeom>
        </p:spPr>
      </p:pic>
    </p:spTree>
    <p:extLst>
      <p:ext uri="{BB962C8B-B14F-4D97-AF65-F5344CB8AC3E}">
        <p14:creationId xmlns:p14="http://schemas.microsoft.com/office/powerpoint/2010/main" val="3404569920"/>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and image (9x16) - b">
    <p:spTree>
      <p:nvGrpSpPr>
        <p:cNvPr id="1" name=""/>
        <p:cNvGrpSpPr/>
        <p:nvPr/>
      </p:nvGrpSpPr>
      <p:grpSpPr>
        <a:xfrm>
          <a:off x="0" y="0"/>
          <a:ext cx="0" cy="0"/>
          <a:chOff x="0" y="0"/>
          <a:chExt cx="0" cy="0"/>
        </a:xfrm>
      </p:grpSpPr>
      <p:sp>
        <p:nvSpPr>
          <p:cNvPr id="14" name="Chapter heading">
            <a:extLst>
              <a:ext uri="{FF2B5EF4-FFF2-40B4-BE49-F238E27FC236}">
                <a16:creationId xmlns:a16="http://schemas.microsoft.com/office/drawing/2014/main" id="{C6F3B803-D8D9-EEF0-2A3B-FCE75DC03A25}"/>
              </a:ext>
            </a:extLst>
          </p:cNvPr>
          <p:cNvSpPr>
            <a:spLocks noGrp="1"/>
          </p:cNvSpPr>
          <p:nvPr>
            <p:ph type="body" sz="quarter" idx="13" hasCustomPrompt="1"/>
          </p:nvPr>
        </p:nvSpPr>
        <p:spPr>
          <a:xfrm>
            <a:off x="379567" y="193197"/>
            <a:ext cx="7553171" cy="337209"/>
          </a:xfrm>
        </p:spPr>
        <p:txBody>
          <a:bodyPr/>
          <a:lstStyle>
            <a:lvl1pPr marL="0" indent="0">
              <a:buNone/>
              <a:defRPr sz="1400" b="1"/>
            </a:lvl1pPr>
            <a:lvl2pPr marL="432000" indent="0">
              <a:buNone/>
              <a:defRPr sz="1600"/>
            </a:lvl2pPr>
            <a:lvl3pPr marL="432000" indent="0">
              <a:buNone/>
              <a:defRPr sz="1600"/>
            </a:lvl3pPr>
            <a:lvl4pPr marL="0" indent="0">
              <a:buNone/>
              <a:defRPr sz="1600"/>
            </a:lvl4pPr>
            <a:lvl5pPr marL="432000" indent="0">
              <a:buNone/>
              <a:defRPr sz="1600"/>
            </a:lvl5pPr>
          </a:lstStyle>
          <a:p>
            <a:pPr lvl="0"/>
            <a:r>
              <a:rPr lang="en-US" dirty="0"/>
              <a:t>Optional chapter heading </a:t>
            </a:r>
          </a:p>
        </p:txBody>
      </p:sp>
      <p:sp>
        <p:nvSpPr>
          <p:cNvPr id="13" name="Title">
            <a:extLst>
              <a:ext uri="{FF2B5EF4-FFF2-40B4-BE49-F238E27FC236}">
                <a16:creationId xmlns:a16="http://schemas.microsoft.com/office/drawing/2014/main" id="{8CB315D8-F69D-A5B9-B28E-76D55AABD987}"/>
              </a:ext>
            </a:extLst>
          </p:cNvPr>
          <p:cNvSpPr>
            <a:spLocks noGrp="1"/>
          </p:cNvSpPr>
          <p:nvPr>
            <p:ph type="ctrTitle" hasCustomPrompt="1"/>
          </p:nvPr>
        </p:nvSpPr>
        <p:spPr>
          <a:xfrm>
            <a:off x="379567" y="530407"/>
            <a:ext cx="7553171" cy="677763"/>
          </a:xfrm>
        </p:spPr>
        <p:txBody>
          <a:bodyPr anchor="t" anchorCtr="0"/>
          <a:lstStyle>
            <a:lvl1pPr algn="l">
              <a:defRPr sz="3800">
                <a:solidFill>
                  <a:schemeClr val="tx1"/>
                </a:solidFill>
              </a:defRPr>
            </a:lvl1pPr>
          </a:lstStyle>
          <a:p>
            <a:r>
              <a:rPr lang="en-GB" noProof="0" dirty="0"/>
              <a:t>Add title</a:t>
            </a:r>
          </a:p>
        </p:txBody>
      </p:sp>
      <p:sp>
        <p:nvSpPr>
          <p:cNvPr id="5" name="Paragraph">
            <a:extLst>
              <a:ext uri="{FF2B5EF4-FFF2-40B4-BE49-F238E27FC236}">
                <a16:creationId xmlns:a16="http://schemas.microsoft.com/office/drawing/2014/main" id="{1AA3A0A6-2360-E749-813F-4C2BB76956BA}"/>
              </a:ext>
            </a:extLst>
          </p:cNvPr>
          <p:cNvSpPr>
            <a:spLocks noGrp="1"/>
          </p:cNvSpPr>
          <p:nvPr>
            <p:ph type="body" sz="quarter" idx="15"/>
          </p:nvPr>
        </p:nvSpPr>
        <p:spPr>
          <a:xfrm>
            <a:off x="387349" y="1532701"/>
            <a:ext cx="7545390" cy="4380738"/>
          </a:xfrm>
        </p:spPr>
        <p:txBody>
          <a:bodyPr/>
          <a:lstStyle>
            <a:lvl1pPr marL="0" indent="0">
              <a:buSzPct val="150000"/>
              <a:buFont typeface="Wingdings" pitchFamily="2" charset="2"/>
              <a:buNone/>
              <a:defRPr/>
            </a:lvl1pPr>
            <a:lvl2pPr marL="432000" indent="0">
              <a:buNone/>
              <a:defRPr/>
            </a:lvl2pPr>
            <a:lvl3pPr marL="432000" indent="0">
              <a:buNone/>
              <a:defRPr/>
            </a:lvl3pPr>
            <a:lvl4pPr marL="0" indent="0">
              <a:buNone/>
              <a:defRPr/>
            </a:lvl4pPr>
            <a:lvl5pPr marL="432000" indent="0">
              <a:buNone/>
              <a:defRPr/>
            </a:lvl5pPr>
          </a:lstStyle>
          <a:p>
            <a:pPr lvl="0"/>
            <a:r>
              <a:rPr lang="en-GB"/>
              <a:t>Click to edit Master text styles</a:t>
            </a:r>
          </a:p>
        </p:txBody>
      </p:sp>
      <p:sp>
        <p:nvSpPr>
          <p:cNvPr id="6" name="Picture Placeholder 5">
            <a:extLst>
              <a:ext uri="{FF2B5EF4-FFF2-40B4-BE49-F238E27FC236}">
                <a16:creationId xmlns:a16="http://schemas.microsoft.com/office/drawing/2014/main" id="{3D5A7332-1777-9DBB-4326-AB2C2BAB42BB}"/>
              </a:ext>
            </a:extLst>
          </p:cNvPr>
          <p:cNvSpPr>
            <a:spLocks noGrp="1"/>
          </p:cNvSpPr>
          <p:nvPr>
            <p:ph type="pic" sz="quarter" idx="20" hasCustomPrompt="1"/>
          </p:nvPr>
        </p:nvSpPr>
        <p:spPr>
          <a:xfrm>
            <a:off x="8337139" y="0"/>
            <a:ext cx="3854861" cy="6851851"/>
          </a:xfrm>
        </p:spPr>
        <p:txBody>
          <a:bodyPr/>
          <a:lstStyle>
            <a:lvl1pPr marL="0" indent="0">
              <a:buNone/>
              <a:defRPr sz="1600"/>
            </a:lvl1pPr>
          </a:lstStyle>
          <a:p>
            <a:pPr marL="0" marR="0" lvl="0" indent="0" algn="l" defTabSz="126000" rtl="0" eaLnBrk="1" fontAlgn="auto" latinLnBrk="0" hangingPunct="1">
              <a:lnSpc>
                <a:spcPct val="110000"/>
              </a:lnSpc>
              <a:spcBef>
                <a:spcPts val="0"/>
              </a:spcBef>
              <a:spcAft>
                <a:spcPts val="1200"/>
              </a:spcAft>
              <a:buClr>
                <a:schemeClr val="tx1"/>
              </a:buClr>
              <a:buSzPct val="80000"/>
              <a:buFont typeface="Wingdings 2" panose="05020102010507070707" pitchFamily="18" charset="2"/>
              <a:buNone/>
              <a:tabLst/>
              <a:defRPr/>
            </a:pPr>
            <a:r>
              <a:rPr lang="en-US" dirty="0"/>
              <a:t>Add photo (9x16)</a:t>
            </a:r>
          </a:p>
        </p:txBody>
      </p:sp>
      <p:sp>
        <p:nvSpPr>
          <p:cNvPr id="2" name="Vertical Text Placeholder 10">
            <a:extLst>
              <a:ext uri="{FF2B5EF4-FFF2-40B4-BE49-F238E27FC236}">
                <a16:creationId xmlns:a16="http://schemas.microsoft.com/office/drawing/2014/main" id="{D9050E5E-C07B-B6E8-9EE8-C48CE4CD986A}"/>
              </a:ext>
            </a:extLst>
          </p:cNvPr>
          <p:cNvSpPr>
            <a:spLocks noGrp="1"/>
          </p:cNvSpPr>
          <p:nvPr>
            <p:ph type="body" orient="vert" sz="quarter" idx="17" hasCustomPrompt="1"/>
          </p:nvPr>
        </p:nvSpPr>
        <p:spPr>
          <a:xfrm>
            <a:off x="11830570" y="384604"/>
            <a:ext cx="286363" cy="6105096"/>
          </a:xfrm>
        </p:spPr>
        <p:txBody>
          <a:bodyPr vert="eaVert" anchor="ctr"/>
          <a:lstStyle>
            <a:lvl1pPr marL="0" indent="0">
              <a:lnSpc>
                <a:spcPct val="100000"/>
              </a:lnSpc>
              <a:spcAft>
                <a:spcPts val="900"/>
              </a:spcAft>
              <a:buNone/>
              <a:defRPr sz="900"/>
            </a:lvl1pPr>
            <a:lvl2pPr marL="432000" indent="0">
              <a:buNone/>
              <a:defRPr/>
            </a:lvl2pPr>
            <a:lvl3pPr marL="432000" indent="0">
              <a:buNone/>
              <a:defRPr/>
            </a:lvl3pPr>
            <a:lvl4pPr marL="0" indent="0">
              <a:buNone/>
              <a:defRPr/>
            </a:lvl4pPr>
            <a:lvl5pPr marL="432000" indent="0">
              <a:buNone/>
              <a:defRPr/>
            </a:lvl5pPr>
          </a:lstStyle>
          <a:p>
            <a:pPr marL="0" marR="0" lvl="0" indent="0" algn="l" defTabSz="126000" rtl="0" eaLnBrk="1" fontAlgn="auto" latinLnBrk="0" hangingPunct="1">
              <a:lnSpc>
                <a:spcPct val="110000"/>
              </a:lnSpc>
              <a:spcBef>
                <a:spcPts val="0"/>
              </a:spcBef>
              <a:spcAft>
                <a:spcPts val="1200"/>
              </a:spcAft>
              <a:buClr>
                <a:schemeClr val="tx1"/>
              </a:buClr>
              <a:buSzPct val="80000"/>
              <a:buFont typeface="Wingdings 2" panose="05020102010507070707" pitchFamily="18" charset="2"/>
              <a:buNone/>
              <a:tabLst/>
              <a:defRPr/>
            </a:pPr>
            <a:r>
              <a:rPr lang="en-US" dirty="0"/>
              <a:t>[Image credit goes here]</a:t>
            </a:r>
          </a:p>
        </p:txBody>
      </p:sp>
      <p:pic>
        <p:nvPicPr>
          <p:cNvPr id="4" name="Picture 3" descr="A picture containing font, screenshot, black, text&#10;&#10;Description automatically generated">
            <a:extLst>
              <a:ext uri="{FF2B5EF4-FFF2-40B4-BE49-F238E27FC236}">
                <a16:creationId xmlns:a16="http://schemas.microsoft.com/office/drawing/2014/main" id="{AA9868A0-C2E0-0163-760B-E2AF7504215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4190" y="6168156"/>
            <a:ext cx="1650390" cy="508870"/>
          </a:xfrm>
          <a:prstGeom prst="rect">
            <a:avLst/>
          </a:prstGeom>
        </p:spPr>
      </p:pic>
    </p:spTree>
    <p:extLst>
      <p:ext uri="{BB962C8B-B14F-4D97-AF65-F5344CB8AC3E}">
        <p14:creationId xmlns:p14="http://schemas.microsoft.com/office/powerpoint/2010/main" val="771654314"/>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Full page image">
    <p:bg>
      <p:bgPr>
        <a:solidFill>
          <a:schemeClr val="bg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D62EB3D5-F7A5-BE62-698F-4ED18CACE959}"/>
              </a:ext>
            </a:extLst>
          </p:cNvPr>
          <p:cNvSpPr>
            <a:spLocks noGrp="1"/>
          </p:cNvSpPr>
          <p:nvPr>
            <p:ph type="pic" sz="quarter" idx="10" hasCustomPrompt="1"/>
          </p:nvPr>
        </p:nvSpPr>
        <p:spPr>
          <a:xfrm>
            <a:off x="0" y="0"/>
            <a:ext cx="12192000" cy="6858000"/>
          </a:xfrm>
        </p:spPr>
        <p:txBody>
          <a:bodyPr/>
          <a:lstStyle>
            <a:lvl1pPr marL="0" indent="0">
              <a:buNone/>
              <a:defRPr/>
            </a:lvl1pPr>
          </a:lstStyle>
          <a:p>
            <a:pPr marL="0" marR="0" lvl="0" indent="0" algn="l" defTabSz="126000" rtl="0" eaLnBrk="1" fontAlgn="auto" latinLnBrk="0" hangingPunct="1">
              <a:lnSpc>
                <a:spcPct val="110000"/>
              </a:lnSpc>
              <a:spcBef>
                <a:spcPts val="0"/>
              </a:spcBef>
              <a:spcAft>
                <a:spcPts val="1200"/>
              </a:spcAft>
              <a:buClr>
                <a:schemeClr val="tx1"/>
              </a:buClr>
              <a:buSzPct val="80000"/>
              <a:buFont typeface="Wingdings 2" panose="05020102010507070707" pitchFamily="18" charset="2"/>
              <a:buNone/>
              <a:tabLst/>
              <a:defRPr/>
            </a:pPr>
            <a:r>
              <a:rPr lang="en-US" dirty="0"/>
              <a:t>Click icon to add photo</a:t>
            </a:r>
          </a:p>
        </p:txBody>
      </p:sp>
      <p:sp>
        <p:nvSpPr>
          <p:cNvPr id="2" name="Title">
            <a:extLst>
              <a:ext uri="{FF2B5EF4-FFF2-40B4-BE49-F238E27FC236}">
                <a16:creationId xmlns:a16="http://schemas.microsoft.com/office/drawing/2014/main" id="{40B63317-583C-1210-C216-A793603C7F9C}"/>
              </a:ext>
            </a:extLst>
          </p:cNvPr>
          <p:cNvSpPr>
            <a:spLocks noGrp="1"/>
          </p:cNvSpPr>
          <p:nvPr>
            <p:ph type="ctrTitle" hasCustomPrompt="1"/>
          </p:nvPr>
        </p:nvSpPr>
        <p:spPr>
          <a:xfrm>
            <a:off x="379567" y="542763"/>
            <a:ext cx="8524721" cy="677763"/>
          </a:xfrm>
        </p:spPr>
        <p:txBody>
          <a:bodyPr anchor="t" anchorCtr="0"/>
          <a:lstStyle>
            <a:lvl1pPr algn="l">
              <a:defRPr sz="3800">
                <a:solidFill>
                  <a:schemeClr val="tx1"/>
                </a:solidFill>
              </a:defRPr>
            </a:lvl1pPr>
          </a:lstStyle>
          <a:p>
            <a:r>
              <a:rPr lang="en-GB" dirty="0"/>
              <a:t>Add optional title</a:t>
            </a:r>
            <a:endParaRPr lang="en-GB" noProof="0" dirty="0"/>
          </a:p>
        </p:txBody>
      </p:sp>
      <p:sp>
        <p:nvSpPr>
          <p:cNvPr id="4" name="Footer">
            <a:extLst>
              <a:ext uri="{FF2B5EF4-FFF2-40B4-BE49-F238E27FC236}">
                <a16:creationId xmlns:a16="http://schemas.microsoft.com/office/drawing/2014/main" id="{EEC3E8FC-AD4B-4DD8-18AC-694B8EEC42F0}"/>
              </a:ext>
            </a:extLst>
          </p:cNvPr>
          <p:cNvSpPr>
            <a:spLocks noGrp="1"/>
          </p:cNvSpPr>
          <p:nvPr>
            <p:ph type="ftr" sz="quarter" idx="3"/>
          </p:nvPr>
        </p:nvSpPr>
        <p:spPr>
          <a:xfrm>
            <a:off x="2316163" y="6240290"/>
            <a:ext cx="9013253" cy="365125"/>
          </a:xfrm>
          <a:prstGeom prst="rect">
            <a:avLst/>
          </a:prstGeom>
        </p:spPr>
        <p:txBody>
          <a:bodyPr vert="horz" lIns="0" tIns="0" rIns="0" bIns="0" rtlCol="0" anchor="ctr"/>
          <a:lstStyle>
            <a:lvl1pPr algn="l">
              <a:defRPr sz="1100">
                <a:solidFill>
                  <a:schemeClr val="tx1"/>
                </a:solidFill>
              </a:defRPr>
            </a:lvl1pPr>
          </a:lstStyle>
          <a:p>
            <a:pPr algn="r"/>
            <a:r>
              <a:rPr lang="en-GB"/>
              <a:t>Slough and Langley | CCI | UAL | BSc Data Science and AI | 29th January 2025</a:t>
            </a:r>
            <a:endParaRPr lang="en-GB" dirty="0"/>
          </a:p>
        </p:txBody>
      </p:sp>
      <p:sp>
        <p:nvSpPr>
          <p:cNvPr id="5" name="Slide number">
            <a:extLst>
              <a:ext uri="{FF2B5EF4-FFF2-40B4-BE49-F238E27FC236}">
                <a16:creationId xmlns:a16="http://schemas.microsoft.com/office/drawing/2014/main" id="{BDCC9575-B260-F887-83CE-019A99A4907E}"/>
              </a:ext>
            </a:extLst>
          </p:cNvPr>
          <p:cNvSpPr>
            <a:spLocks noGrp="1"/>
          </p:cNvSpPr>
          <p:nvPr>
            <p:ph type="sldNum" sz="quarter" idx="4"/>
          </p:nvPr>
        </p:nvSpPr>
        <p:spPr>
          <a:xfrm>
            <a:off x="11329416" y="6240290"/>
            <a:ext cx="491109" cy="365125"/>
          </a:xfrm>
          <a:prstGeom prst="rect">
            <a:avLst/>
          </a:prstGeom>
        </p:spPr>
        <p:txBody>
          <a:bodyPr vert="horz" lIns="0" tIns="0" rIns="0" bIns="0" rtlCol="0" anchor="ctr"/>
          <a:lstStyle>
            <a:lvl1pPr algn="r">
              <a:defRPr sz="1100">
                <a:solidFill>
                  <a:schemeClr val="tx1"/>
                </a:solidFill>
              </a:defRPr>
            </a:lvl1pPr>
          </a:lstStyle>
          <a:p>
            <a:fld id="{2CC19541-5F6E-2C4C-BF21-196C1C8E2E31}" type="slidenum">
              <a:rPr lang="en-GB" smtClean="0"/>
              <a:pPr/>
              <a:t>‹#›</a:t>
            </a:fld>
            <a:r>
              <a:rPr lang="en-GB" dirty="0"/>
              <a:t> </a:t>
            </a:r>
          </a:p>
        </p:txBody>
      </p:sp>
      <p:sp>
        <p:nvSpPr>
          <p:cNvPr id="6" name="Chapter heading">
            <a:extLst>
              <a:ext uri="{FF2B5EF4-FFF2-40B4-BE49-F238E27FC236}">
                <a16:creationId xmlns:a16="http://schemas.microsoft.com/office/drawing/2014/main" id="{826F23BE-46A4-B532-D020-5F4F9B799884}"/>
              </a:ext>
            </a:extLst>
          </p:cNvPr>
          <p:cNvSpPr>
            <a:spLocks noGrp="1"/>
          </p:cNvSpPr>
          <p:nvPr>
            <p:ph type="body" sz="quarter" idx="13" hasCustomPrompt="1"/>
          </p:nvPr>
        </p:nvSpPr>
        <p:spPr>
          <a:xfrm>
            <a:off x="379567" y="193198"/>
            <a:ext cx="8524721" cy="280988"/>
          </a:xfrm>
        </p:spPr>
        <p:txBody>
          <a:bodyPr/>
          <a:lstStyle>
            <a:lvl1pPr marL="0" indent="0">
              <a:buNone/>
              <a:defRPr sz="1400" b="1"/>
            </a:lvl1pPr>
            <a:lvl2pPr marL="432000" indent="0">
              <a:buNone/>
              <a:defRPr sz="1600"/>
            </a:lvl2pPr>
            <a:lvl3pPr marL="432000" indent="0">
              <a:buNone/>
              <a:defRPr sz="1600"/>
            </a:lvl3pPr>
            <a:lvl4pPr marL="0" indent="0">
              <a:buNone/>
              <a:defRPr sz="1600"/>
            </a:lvl4pPr>
            <a:lvl5pPr marL="432000" indent="0">
              <a:buNone/>
              <a:defRPr sz="1600"/>
            </a:lvl5pPr>
          </a:lstStyle>
          <a:p>
            <a:pPr lvl="0"/>
            <a:r>
              <a:rPr lang="en-US" dirty="0"/>
              <a:t>Optional chapter heading </a:t>
            </a:r>
          </a:p>
        </p:txBody>
      </p:sp>
      <p:sp>
        <p:nvSpPr>
          <p:cNvPr id="8" name="Vertical Text Placeholder 10">
            <a:extLst>
              <a:ext uri="{FF2B5EF4-FFF2-40B4-BE49-F238E27FC236}">
                <a16:creationId xmlns:a16="http://schemas.microsoft.com/office/drawing/2014/main" id="{0B16BFFD-646B-D021-221F-792D4D0A419E}"/>
              </a:ext>
            </a:extLst>
          </p:cNvPr>
          <p:cNvSpPr>
            <a:spLocks noGrp="1"/>
          </p:cNvSpPr>
          <p:nvPr>
            <p:ph type="body" orient="vert" sz="quarter" idx="17" hasCustomPrompt="1"/>
          </p:nvPr>
        </p:nvSpPr>
        <p:spPr>
          <a:xfrm>
            <a:off x="11830570" y="384604"/>
            <a:ext cx="286363" cy="6105096"/>
          </a:xfrm>
        </p:spPr>
        <p:txBody>
          <a:bodyPr vert="eaVert" anchor="ctr"/>
          <a:lstStyle>
            <a:lvl1pPr marL="0" indent="0">
              <a:lnSpc>
                <a:spcPct val="100000"/>
              </a:lnSpc>
              <a:spcAft>
                <a:spcPts val="900"/>
              </a:spcAft>
              <a:buNone/>
              <a:defRPr sz="900"/>
            </a:lvl1pPr>
            <a:lvl2pPr marL="432000" indent="0">
              <a:buNone/>
              <a:defRPr/>
            </a:lvl2pPr>
            <a:lvl3pPr marL="432000" indent="0">
              <a:buNone/>
              <a:defRPr/>
            </a:lvl3pPr>
            <a:lvl4pPr marL="0" indent="0">
              <a:buNone/>
              <a:defRPr/>
            </a:lvl4pPr>
            <a:lvl5pPr marL="432000" indent="0">
              <a:buNone/>
              <a:defRPr/>
            </a:lvl5pPr>
          </a:lstStyle>
          <a:p>
            <a:pPr marL="0" marR="0" lvl="0" indent="0" algn="l" defTabSz="126000" rtl="0" eaLnBrk="1" fontAlgn="auto" latinLnBrk="0" hangingPunct="1">
              <a:lnSpc>
                <a:spcPct val="110000"/>
              </a:lnSpc>
              <a:spcBef>
                <a:spcPts val="0"/>
              </a:spcBef>
              <a:spcAft>
                <a:spcPts val="1200"/>
              </a:spcAft>
              <a:buClr>
                <a:schemeClr val="tx1"/>
              </a:buClr>
              <a:buSzPct val="80000"/>
              <a:buFont typeface="Wingdings 2" panose="05020102010507070707" pitchFamily="18" charset="2"/>
              <a:buNone/>
              <a:tabLst/>
              <a:defRPr/>
            </a:pPr>
            <a:r>
              <a:rPr lang="en-US" dirty="0"/>
              <a:t>[Image credit goes here]</a:t>
            </a:r>
          </a:p>
        </p:txBody>
      </p:sp>
      <p:pic>
        <p:nvPicPr>
          <p:cNvPr id="3" name="Picture 2" descr="A picture containing font, screenshot, black, text&#10;&#10;Description automatically generated">
            <a:extLst>
              <a:ext uri="{FF2B5EF4-FFF2-40B4-BE49-F238E27FC236}">
                <a16:creationId xmlns:a16="http://schemas.microsoft.com/office/drawing/2014/main" id="{73A8478C-38B0-F39A-9A85-12A6D0444C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4190" y="6168156"/>
            <a:ext cx="1650390" cy="508870"/>
          </a:xfrm>
          <a:prstGeom prst="rect">
            <a:avLst/>
          </a:prstGeom>
        </p:spPr>
      </p:pic>
    </p:spTree>
    <p:extLst>
      <p:ext uri="{BB962C8B-B14F-4D97-AF65-F5344CB8AC3E}">
        <p14:creationId xmlns:p14="http://schemas.microsoft.com/office/powerpoint/2010/main" val="10349140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ext and content - a">
    <p:spTree>
      <p:nvGrpSpPr>
        <p:cNvPr id="1" name=""/>
        <p:cNvGrpSpPr/>
        <p:nvPr/>
      </p:nvGrpSpPr>
      <p:grpSpPr>
        <a:xfrm>
          <a:off x="0" y="0"/>
          <a:ext cx="0" cy="0"/>
          <a:chOff x="0" y="0"/>
          <a:chExt cx="0" cy="0"/>
        </a:xfrm>
      </p:grpSpPr>
      <p:sp>
        <p:nvSpPr>
          <p:cNvPr id="14" name="Chapter heading">
            <a:extLst>
              <a:ext uri="{FF2B5EF4-FFF2-40B4-BE49-F238E27FC236}">
                <a16:creationId xmlns:a16="http://schemas.microsoft.com/office/drawing/2014/main" id="{C6F3B803-D8D9-EEF0-2A3B-FCE75DC03A25}"/>
              </a:ext>
            </a:extLst>
          </p:cNvPr>
          <p:cNvSpPr>
            <a:spLocks noGrp="1"/>
          </p:cNvSpPr>
          <p:nvPr>
            <p:ph type="body" sz="quarter" idx="13" hasCustomPrompt="1"/>
          </p:nvPr>
        </p:nvSpPr>
        <p:spPr>
          <a:xfrm>
            <a:off x="379567" y="193198"/>
            <a:ext cx="8524721" cy="280988"/>
          </a:xfrm>
        </p:spPr>
        <p:txBody>
          <a:bodyPr/>
          <a:lstStyle>
            <a:lvl1pPr marL="0" indent="0">
              <a:buNone/>
              <a:defRPr sz="1400" b="1"/>
            </a:lvl1pPr>
            <a:lvl2pPr marL="432000" indent="0">
              <a:buNone/>
              <a:defRPr sz="1600"/>
            </a:lvl2pPr>
            <a:lvl3pPr marL="432000" indent="0">
              <a:buNone/>
              <a:defRPr sz="1600"/>
            </a:lvl3pPr>
            <a:lvl4pPr marL="0" indent="0">
              <a:buNone/>
              <a:defRPr sz="1600"/>
            </a:lvl4pPr>
            <a:lvl5pPr marL="432000" indent="0">
              <a:buNone/>
              <a:defRPr sz="1600"/>
            </a:lvl5pPr>
          </a:lstStyle>
          <a:p>
            <a:pPr lvl="0"/>
            <a:r>
              <a:rPr lang="en-US" dirty="0"/>
              <a:t>Optional chapter heading </a:t>
            </a:r>
          </a:p>
        </p:txBody>
      </p:sp>
      <p:sp>
        <p:nvSpPr>
          <p:cNvPr id="13" name="Title">
            <a:extLst>
              <a:ext uri="{FF2B5EF4-FFF2-40B4-BE49-F238E27FC236}">
                <a16:creationId xmlns:a16="http://schemas.microsoft.com/office/drawing/2014/main" id="{8CB315D8-F69D-A5B9-B28E-76D55AABD987}"/>
              </a:ext>
            </a:extLst>
          </p:cNvPr>
          <p:cNvSpPr>
            <a:spLocks noGrp="1"/>
          </p:cNvSpPr>
          <p:nvPr>
            <p:ph type="ctrTitle" hasCustomPrompt="1"/>
          </p:nvPr>
        </p:nvSpPr>
        <p:spPr>
          <a:xfrm>
            <a:off x="379567" y="530407"/>
            <a:ext cx="8524721" cy="677763"/>
          </a:xfrm>
        </p:spPr>
        <p:txBody>
          <a:bodyPr anchor="t" anchorCtr="0"/>
          <a:lstStyle>
            <a:lvl1pPr algn="l">
              <a:defRPr sz="3800">
                <a:solidFill>
                  <a:schemeClr val="tx1"/>
                </a:solidFill>
              </a:defRPr>
            </a:lvl1pPr>
          </a:lstStyle>
          <a:p>
            <a:r>
              <a:rPr lang="en-GB" noProof="0" dirty="0"/>
              <a:t>Add title</a:t>
            </a:r>
          </a:p>
        </p:txBody>
      </p:sp>
      <p:sp>
        <p:nvSpPr>
          <p:cNvPr id="5" name="Paragraph">
            <a:extLst>
              <a:ext uri="{FF2B5EF4-FFF2-40B4-BE49-F238E27FC236}">
                <a16:creationId xmlns:a16="http://schemas.microsoft.com/office/drawing/2014/main" id="{1AA3A0A6-2360-E749-813F-4C2BB76956BA}"/>
              </a:ext>
            </a:extLst>
          </p:cNvPr>
          <p:cNvSpPr>
            <a:spLocks noGrp="1"/>
          </p:cNvSpPr>
          <p:nvPr>
            <p:ph type="body" sz="quarter" idx="15"/>
          </p:nvPr>
        </p:nvSpPr>
        <p:spPr>
          <a:xfrm>
            <a:off x="387348" y="1535022"/>
            <a:ext cx="5637215" cy="4378416"/>
          </a:xfrm>
        </p:spPr>
        <p:txBody>
          <a:bodyPr/>
          <a:lstStyle>
            <a:lvl1pPr marL="0" indent="0">
              <a:buSzPct val="150000"/>
              <a:buFont typeface="Wingdings" pitchFamily="2" charset="2"/>
              <a:buNone/>
              <a:defRPr/>
            </a:lvl1pPr>
            <a:lvl2pPr marL="432000" indent="0">
              <a:buNone/>
              <a:defRPr/>
            </a:lvl2pPr>
            <a:lvl3pPr marL="432000" indent="0">
              <a:buNone/>
              <a:defRPr/>
            </a:lvl3pPr>
            <a:lvl4pPr marL="0" indent="0">
              <a:buNone/>
              <a:defRPr/>
            </a:lvl4pPr>
            <a:lvl5pPr marL="432000" indent="0">
              <a:buNone/>
              <a:defRPr/>
            </a:lvl5pPr>
          </a:lstStyle>
          <a:p>
            <a:pPr lvl="0"/>
            <a:r>
              <a:rPr lang="en-GB"/>
              <a:t>Click to edit Master text styles</a:t>
            </a:r>
          </a:p>
        </p:txBody>
      </p:sp>
      <p:sp>
        <p:nvSpPr>
          <p:cNvPr id="4" name="Footer">
            <a:extLst>
              <a:ext uri="{FF2B5EF4-FFF2-40B4-BE49-F238E27FC236}">
                <a16:creationId xmlns:a16="http://schemas.microsoft.com/office/drawing/2014/main" id="{C4E2FFEA-9B57-68E5-07F8-CFF8350860C1}"/>
              </a:ext>
            </a:extLst>
          </p:cNvPr>
          <p:cNvSpPr>
            <a:spLocks noGrp="1"/>
          </p:cNvSpPr>
          <p:nvPr>
            <p:ph type="ftr" sz="quarter" idx="3"/>
          </p:nvPr>
        </p:nvSpPr>
        <p:spPr>
          <a:xfrm>
            <a:off x="2316163" y="6240290"/>
            <a:ext cx="9013253" cy="365125"/>
          </a:xfrm>
          <a:prstGeom prst="rect">
            <a:avLst/>
          </a:prstGeom>
        </p:spPr>
        <p:txBody>
          <a:bodyPr vert="horz" lIns="0" tIns="0" rIns="0" bIns="0" rtlCol="0" anchor="ctr"/>
          <a:lstStyle>
            <a:lvl1pPr algn="l">
              <a:defRPr sz="1100">
                <a:solidFill>
                  <a:schemeClr val="tx1"/>
                </a:solidFill>
              </a:defRPr>
            </a:lvl1pPr>
          </a:lstStyle>
          <a:p>
            <a:pPr algn="r"/>
            <a:r>
              <a:rPr lang="en-GB"/>
              <a:t>Slough and Langley | CCI | UAL | BSc Data Science and AI | 29th January 2025</a:t>
            </a:r>
            <a:endParaRPr lang="en-GB" dirty="0"/>
          </a:p>
        </p:txBody>
      </p:sp>
      <p:sp>
        <p:nvSpPr>
          <p:cNvPr id="3" name="Slide number">
            <a:extLst>
              <a:ext uri="{FF2B5EF4-FFF2-40B4-BE49-F238E27FC236}">
                <a16:creationId xmlns:a16="http://schemas.microsoft.com/office/drawing/2014/main" id="{1E25A152-0AF0-B0F8-A637-039282AEE01F}"/>
              </a:ext>
            </a:extLst>
          </p:cNvPr>
          <p:cNvSpPr>
            <a:spLocks noGrp="1"/>
          </p:cNvSpPr>
          <p:nvPr>
            <p:ph type="sldNum" sz="quarter" idx="4"/>
          </p:nvPr>
        </p:nvSpPr>
        <p:spPr>
          <a:xfrm>
            <a:off x="11329416" y="6240290"/>
            <a:ext cx="491109" cy="365125"/>
          </a:xfrm>
          <a:prstGeom prst="rect">
            <a:avLst/>
          </a:prstGeom>
        </p:spPr>
        <p:txBody>
          <a:bodyPr vert="horz" lIns="0" tIns="0" rIns="0" bIns="0" rtlCol="0" anchor="ctr"/>
          <a:lstStyle>
            <a:lvl1pPr algn="r">
              <a:defRPr sz="1100">
                <a:solidFill>
                  <a:schemeClr val="tx1"/>
                </a:solidFill>
              </a:defRPr>
            </a:lvl1pPr>
          </a:lstStyle>
          <a:p>
            <a:fld id="{2CC19541-5F6E-2C4C-BF21-196C1C8E2E31}" type="slidenum">
              <a:rPr lang="en-GB" smtClean="0"/>
              <a:pPr/>
              <a:t>‹#›</a:t>
            </a:fld>
            <a:r>
              <a:rPr lang="en-GB" dirty="0"/>
              <a:t> </a:t>
            </a:r>
          </a:p>
        </p:txBody>
      </p:sp>
      <p:sp>
        <p:nvSpPr>
          <p:cNvPr id="7" name="Content Placeholder 6">
            <a:extLst>
              <a:ext uri="{FF2B5EF4-FFF2-40B4-BE49-F238E27FC236}">
                <a16:creationId xmlns:a16="http://schemas.microsoft.com/office/drawing/2014/main" id="{76C07CE1-ECE3-8850-C71D-709CFED0EB2F}"/>
              </a:ext>
            </a:extLst>
          </p:cNvPr>
          <p:cNvSpPr>
            <a:spLocks noGrp="1"/>
          </p:cNvSpPr>
          <p:nvPr>
            <p:ph sz="quarter" idx="16" hasCustomPrompt="1"/>
          </p:nvPr>
        </p:nvSpPr>
        <p:spPr>
          <a:xfrm>
            <a:off x="6167438" y="1535022"/>
            <a:ext cx="5637213" cy="4378416"/>
          </a:xfrm>
        </p:spPr>
        <p:txBody>
          <a:bodyPr/>
          <a:lstStyle>
            <a:lvl1pPr marL="0" indent="0">
              <a:buNone/>
              <a:defRPr/>
            </a:lvl1pPr>
          </a:lstStyle>
          <a:p>
            <a:pPr marL="0" marR="0" lvl="0" indent="0" algn="l" defTabSz="126000" rtl="0" eaLnBrk="1" fontAlgn="auto" latinLnBrk="0" hangingPunct="1">
              <a:lnSpc>
                <a:spcPct val="110000"/>
              </a:lnSpc>
              <a:spcBef>
                <a:spcPts val="0"/>
              </a:spcBef>
              <a:spcAft>
                <a:spcPts val="1200"/>
              </a:spcAft>
              <a:buClr>
                <a:schemeClr val="tx1"/>
              </a:buClr>
              <a:buSzPct val="80000"/>
              <a:buFont typeface="Wingdings 2" panose="05020102010507070707" pitchFamily="18" charset="2"/>
              <a:buNone/>
              <a:tabLst/>
              <a:defRPr/>
            </a:pPr>
            <a:r>
              <a:rPr lang="en-US" dirty="0"/>
              <a:t>Add chart/table</a:t>
            </a:r>
          </a:p>
        </p:txBody>
      </p:sp>
      <p:pic>
        <p:nvPicPr>
          <p:cNvPr id="6" name="Picture 5" descr="A picture containing font, screenshot, black, text&#10;&#10;Description automatically generated">
            <a:extLst>
              <a:ext uri="{FF2B5EF4-FFF2-40B4-BE49-F238E27FC236}">
                <a16:creationId xmlns:a16="http://schemas.microsoft.com/office/drawing/2014/main" id="{397885A9-E683-3C6B-EA15-D02BFFE6E4F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4190" y="6168156"/>
            <a:ext cx="1650390" cy="508870"/>
          </a:xfrm>
          <a:prstGeom prst="rect">
            <a:avLst/>
          </a:prstGeom>
        </p:spPr>
      </p:pic>
    </p:spTree>
    <p:extLst>
      <p:ext uri="{BB962C8B-B14F-4D97-AF65-F5344CB8AC3E}">
        <p14:creationId xmlns:p14="http://schemas.microsoft.com/office/powerpoint/2010/main" val="782359088"/>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xt and content - b">
    <p:spTree>
      <p:nvGrpSpPr>
        <p:cNvPr id="1" name=""/>
        <p:cNvGrpSpPr/>
        <p:nvPr/>
      </p:nvGrpSpPr>
      <p:grpSpPr>
        <a:xfrm>
          <a:off x="0" y="0"/>
          <a:ext cx="0" cy="0"/>
          <a:chOff x="0" y="0"/>
          <a:chExt cx="0" cy="0"/>
        </a:xfrm>
      </p:grpSpPr>
      <p:sp>
        <p:nvSpPr>
          <p:cNvPr id="14" name="Chapter heading">
            <a:extLst>
              <a:ext uri="{FF2B5EF4-FFF2-40B4-BE49-F238E27FC236}">
                <a16:creationId xmlns:a16="http://schemas.microsoft.com/office/drawing/2014/main" id="{C6F3B803-D8D9-EEF0-2A3B-FCE75DC03A25}"/>
              </a:ext>
            </a:extLst>
          </p:cNvPr>
          <p:cNvSpPr>
            <a:spLocks noGrp="1"/>
          </p:cNvSpPr>
          <p:nvPr>
            <p:ph type="body" sz="quarter" idx="13" hasCustomPrompt="1"/>
          </p:nvPr>
        </p:nvSpPr>
        <p:spPr>
          <a:xfrm>
            <a:off x="379567" y="193198"/>
            <a:ext cx="8524721" cy="280988"/>
          </a:xfrm>
        </p:spPr>
        <p:txBody>
          <a:bodyPr/>
          <a:lstStyle>
            <a:lvl1pPr marL="0" indent="0">
              <a:buNone/>
              <a:defRPr sz="1400" b="1"/>
            </a:lvl1pPr>
            <a:lvl2pPr marL="432000" indent="0">
              <a:buNone/>
              <a:defRPr sz="1600"/>
            </a:lvl2pPr>
            <a:lvl3pPr marL="432000" indent="0">
              <a:buNone/>
              <a:defRPr sz="1600"/>
            </a:lvl3pPr>
            <a:lvl4pPr marL="0" indent="0">
              <a:buNone/>
              <a:defRPr sz="1600"/>
            </a:lvl4pPr>
            <a:lvl5pPr marL="432000" indent="0">
              <a:buNone/>
              <a:defRPr sz="1600"/>
            </a:lvl5pPr>
          </a:lstStyle>
          <a:p>
            <a:pPr lvl="0"/>
            <a:r>
              <a:rPr lang="en-US" dirty="0"/>
              <a:t>Optional chapter heading </a:t>
            </a:r>
          </a:p>
        </p:txBody>
      </p:sp>
      <p:sp>
        <p:nvSpPr>
          <p:cNvPr id="13" name="Title">
            <a:extLst>
              <a:ext uri="{FF2B5EF4-FFF2-40B4-BE49-F238E27FC236}">
                <a16:creationId xmlns:a16="http://schemas.microsoft.com/office/drawing/2014/main" id="{8CB315D8-F69D-A5B9-B28E-76D55AABD987}"/>
              </a:ext>
            </a:extLst>
          </p:cNvPr>
          <p:cNvSpPr>
            <a:spLocks noGrp="1"/>
          </p:cNvSpPr>
          <p:nvPr>
            <p:ph type="ctrTitle" hasCustomPrompt="1"/>
          </p:nvPr>
        </p:nvSpPr>
        <p:spPr>
          <a:xfrm>
            <a:off x="379567" y="530407"/>
            <a:ext cx="8524721" cy="677763"/>
          </a:xfrm>
        </p:spPr>
        <p:txBody>
          <a:bodyPr anchor="t" anchorCtr="0"/>
          <a:lstStyle>
            <a:lvl1pPr algn="l">
              <a:defRPr sz="3800">
                <a:solidFill>
                  <a:schemeClr val="tx1"/>
                </a:solidFill>
              </a:defRPr>
            </a:lvl1pPr>
          </a:lstStyle>
          <a:p>
            <a:r>
              <a:rPr lang="en-GB" noProof="0" dirty="0"/>
              <a:t>Add title</a:t>
            </a:r>
          </a:p>
        </p:txBody>
      </p:sp>
      <p:sp>
        <p:nvSpPr>
          <p:cNvPr id="5" name="Paragraph">
            <a:extLst>
              <a:ext uri="{FF2B5EF4-FFF2-40B4-BE49-F238E27FC236}">
                <a16:creationId xmlns:a16="http://schemas.microsoft.com/office/drawing/2014/main" id="{1AA3A0A6-2360-E749-813F-4C2BB76956BA}"/>
              </a:ext>
            </a:extLst>
          </p:cNvPr>
          <p:cNvSpPr>
            <a:spLocks noGrp="1"/>
          </p:cNvSpPr>
          <p:nvPr>
            <p:ph type="body" sz="quarter" idx="15"/>
          </p:nvPr>
        </p:nvSpPr>
        <p:spPr>
          <a:xfrm>
            <a:off x="387349" y="1535022"/>
            <a:ext cx="3692526" cy="4378416"/>
          </a:xfrm>
        </p:spPr>
        <p:txBody>
          <a:bodyPr/>
          <a:lstStyle>
            <a:lvl1pPr marL="0" indent="0">
              <a:buSzPct val="150000"/>
              <a:buFont typeface="Wingdings" pitchFamily="2" charset="2"/>
              <a:buNone/>
              <a:defRPr/>
            </a:lvl1pPr>
            <a:lvl2pPr marL="432000" indent="0">
              <a:buNone/>
              <a:defRPr/>
            </a:lvl2pPr>
            <a:lvl3pPr marL="432000" indent="0">
              <a:buNone/>
              <a:defRPr/>
            </a:lvl3pPr>
            <a:lvl4pPr marL="0" indent="0">
              <a:buNone/>
              <a:defRPr/>
            </a:lvl4pPr>
            <a:lvl5pPr marL="432000" indent="0">
              <a:buNone/>
              <a:defRPr/>
            </a:lvl5pPr>
          </a:lstStyle>
          <a:p>
            <a:pPr lvl="0"/>
            <a:r>
              <a:rPr lang="en-GB"/>
              <a:t>Click to edit Master text styles</a:t>
            </a:r>
          </a:p>
        </p:txBody>
      </p:sp>
      <p:sp>
        <p:nvSpPr>
          <p:cNvPr id="4" name="Footer">
            <a:extLst>
              <a:ext uri="{FF2B5EF4-FFF2-40B4-BE49-F238E27FC236}">
                <a16:creationId xmlns:a16="http://schemas.microsoft.com/office/drawing/2014/main" id="{C4E2FFEA-9B57-68E5-07F8-CFF8350860C1}"/>
              </a:ext>
            </a:extLst>
          </p:cNvPr>
          <p:cNvSpPr>
            <a:spLocks noGrp="1"/>
          </p:cNvSpPr>
          <p:nvPr>
            <p:ph type="ftr" sz="quarter" idx="3"/>
          </p:nvPr>
        </p:nvSpPr>
        <p:spPr>
          <a:xfrm>
            <a:off x="2316163" y="6240290"/>
            <a:ext cx="9013253" cy="365125"/>
          </a:xfrm>
          <a:prstGeom prst="rect">
            <a:avLst/>
          </a:prstGeom>
        </p:spPr>
        <p:txBody>
          <a:bodyPr vert="horz" lIns="0" tIns="0" rIns="0" bIns="0" rtlCol="0" anchor="ctr"/>
          <a:lstStyle>
            <a:lvl1pPr algn="l">
              <a:defRPr sz="1100">
                <a:solidFill>
                  <a:schemeClr val="tx1"/>
                </a:solidFill>
              </a:defRPr>
            </a:lvl1pPr>
          </a:lstStyle>
          <a:p>
            <a:pPr algn="r"/>
            <a:r>
              <a:rPr lang="en-GB"/>
              <a:t>Slough and Langley | CCI | UAL | BSc Data Science and AI | 29th January 2025</a:t>
            </a:r>
            <a:endParaRPr lang="en-GB" dirty="0"/>
          </a:p>
        </p:txBody>
      </p:sp>
      <p:sp>
        <p:nvSpPr>
          <p:cNvPr id="3" name="Slide number">
            <a:extLst>
              <a:ext uri="{FF2B5EF4-FFF2-40B4-BE49-F238E27FC236}">
                <a16:creationId xmlns:a16="http://schemas.microsoft.com/office/drawing/2014/main" id="{1E25A152-0AF0-B0F8-A637-039282AEE01F}"/>
              </a:ext>
            </a:extLst>
          </p:cNvPr>
          <p:cNvSpPr>
            <a:spLocks noGrp="1"/>
          </p:cNvSpPr>
          <p:nvPr>
            <p:ph type="sldNum" sz="quarter" idx="4"/>
          </p:nvPr>
        </p:nvSpPr>
        <p:spPr>
          <a:xfrm>
            <a:off x="11329416" y="6240290"/>
            <a:ext cx="491109" cy="365125"/>
          </a:xfrm>
          <a:prstGeom prst="rect">
            <a:avLst/>
          </a:prstGeom>
        </p:spPr>
        <p:txBody>
          <a:bodyPr vert="horz" lIns="0" tIns="0" rIns="0" bIns="0" rtlCol="0" anchor="ctr"/>
          <a:lstStyle>
            <a:lvl1pPr algn="r">
              <a:defRPr sz="1100">
                <a:solidFill>
                  <a:schemeClr val="tx1"/>
                </a:solidFill>
              </a:defRPr>
            </a:lvl1pPr>
          </a:lstStyle>
          <a:p>
            <a:fld id="{2CC19541-5F6E-2C4C-BF21-196C1C8E2E31}" type="slidenum">
              <a:rPr lang="en-GB" smtClean="0"/>
              <a:pPr/>
              <a:t>‹#›</a:t>
            </a:fld>
            <a:r>
              <a:rPr lang="en-GB" dirty="0"/>
              <a:t> </a:t>
            </a:r>
          </a:p>
        </p:txBody>
      </p:sp>
      <p:sp>
        <p:nvSpPr>
          <p:cNvPr id="7" name="Content Placeholder 6">
            <a:extLst>
              <a:ext uri="{FF2B5EF4-FFF2-40B4-BE49-F238E27FC236}">
                <a16:creationId xmlns:a16="http://schemas.microsoft.com/office/drawing/2014/main" id="{76C07CE1-ECE3-8850-C71D-709CFED0EB2F}"/>
              </a:ext>
            </a:extLst>
          </p:cNvPr>
          <p:cNvSpPr>
            <a:spLocks noGrp="1"/>
          </p:cNvSpPr>
          <p:nvPr>
            <p:ph sz="quarter" idx="16" hasCustomPrompt="1"/>
          </p:nvPr>
        </p:nvSpPr>
        <p:spPr>
          <a:xfrm>
            <a:off x="4248088" y="1535022"/>
            <a:ext cx="7556563" cy="4378416"/>
          </a:xfrm>
        </p:spPr>
        <p:txBody>
          <a:bodyPr/>
          <a:lstStyle>
            <a:lvl1pPr marL="0" indent="0">
              <a:buNone/>
              <a:defRPr/>
            </a:lvl1pPr>
          </a:lstStyle>
          <a:p>
            <a:pPr marL="0" marR="0" lvl="0" indent="0" algn="l" defTabSz="126000" rtl="0" eaLnBrk="1" fontAlgn="auto" latinLnBrk="0" hangingPunct="1">
              <a:lnSpc>
                <a:spcPct val="110000"/>
              </a:lnSpc>
              <a:spcBef>
                <a:spcPts val="0"/>
              </a:spcBef>
              <a:spcAft>
                <a:spcPts val="1200"/>
              </a:spcAft>
              <a:buClr>
                <a:schemeClr val="tx1"/>
              </a:buClr>
              <a:buSzPct val="80000"/>
              <a:buFont typeface="Wingdings 2" panose="05020102010507070707" pitchFamily="18" charset="2"/>
              <a:buNone/>
              <a:tabLst/>
              <a:defRPr/>
            </a:pPr>
            <a:r>
              <a:rPr lang="en-US" dirty="0"/>
              <a:t>Add chart/table</a:t>
            </a:r>
          </a:p>
        </p:txBody>
      </p:sp>
      <p:pic>
        <p:nvPicPr>
          <p:cNvPr id="8" name="Picture 7" descr="A picture containing font, screenshot, black, text&#10;&#10;Description automatically generated">
            <a:extLst>
              <a:ext uri="{FF2B5EF4-FFF2-40B4-BE49-F238E27FC236}">
                <a16:creationId xmlns:a16="http://schemas.microsoft.com/office/drawing/2014/main" id="{102CCA2C-01AE-7585-9C48-45AF298BFC1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4190" y="6168156"/>
            <a:ext cx="1650390" cy="508870"/>
          </a:xfrm>
          <a:prstGeom prst="rect">
            <a:avLst/>
          </a:prstGeom>
        </p:spPr>
      </p:pic>
    </p:spTree>
    <p:extLst>
      <p:ext uri="{BB962C8B-B14F-4D97-AF65-F5344CB8AC3E}">
        <p14:creationId xmlns:p14="http://schemas.microsoft.com/office/powerpoint/2010/main" val="3643253310"/>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only">
    <p:spTree>
      <p:nvGrpSpPr>
        <p:cNvPr id="1" name=""/>
        <p:cNvGrpSpPr/>
        <p:nvPr/>
      </p:nvGrpSpPr>
      <p:grpSpPr>
        <a:xfrm>
          <a:off x="0" y="0"/>
          <a:ext cx="0" cy="0"/>
          <a:chOff x="0" y="0"/>
          <a:chExt cx="0" cy="0"/>
        </a:xfrm>
      </p:grpSpPr>
      <p:sp>
        <p:nvSpPr>
          <p:cNvPr id="14" name="Chapter heading">
            <a:extLst>
              <a:ext uri="{FF2B5EF4-FFF2-40B4-BE49-F238E27FC236}">
                <a16:creationId xmlns:a16="http://schemas.microsoft.com/office/drawing/2014/main" id="{C6F3B803-D8D9-EEF0-2A3B-FCE75DC03A25}"/>
              </a:ext>
            </a:extLst>
          </p:cNvPr>
          <p:cNvSpPr>
            <a:spLocks noGrp="1"/>
          </p:cNvSpPr>
          <p:nvPr>
            <p:ph type="body" sz="quarter" idx="13" hasCustomPrompt="1"/>
          </p:nvPr>
        </p:nvSpPr>
        <p:spPr>
          <a:xfrm>
            <a:off x="379567" y="193198"/>
            <a:ext cx="11404446" cy="280988"/>
          </a:xfrm>
        </p:spPr>
        <p:txBody>
          <a:bodyPr/>
          <a:lstStyle>
            <a:lvl1pPr marL="0" indent="0">
              <a:buNone/>
              <a:defRPr sz="1400" b="1"/>
            </a:lvl1pPr>
            <a:lvl2pPr marL="432000" indent="0">
              <a:buNone/>
              <a:defRPr sz="1600"/>
            </a:lvl2pPr>
            <a:lvl3pPr marL="432000" indent="0">
              <a:buNone/>
              <a:defRPr sz="1600"/>
            </a:lvl3pPr>
            <a:lvl4pPr marL="0" indent="0">
              <a:buNone/>
              <a:defRPr sz="1600"/>
            </a:lvl4pPr>
            <a:lvl5pPr marL="432000" indent="0">
              <a:buNone/>
              <a:defRPr sz="1600"/>
            </a:lvl5pPr>
          </a:lstStyle>
          <a:p>
            <a:pPr lvl="0"/>
            <a:r>
              <a:rPr lang="en-US" dirty="0"/>
              <a:t>Optional chapter heading </a:t>
            </a:r>
          </a:p>
        </p:txBody>
      </p:sp>
      <p:sp>
        <p:nvSpPr>
          <p:cNvPr id="13" name="Title">
            <a:extLst>
              <a:ext uri="{FF2B5EF4-FFF2-40B4-BE49-F238E27FC236}">
                <a16:creationId xmlns:a16="http://schemas.microsoft.com/office/drawing/2014/main" id="{8CB315D8-F69D-A5B9-B28E-76D55AABD987}"/>
              </a:ext>
            </a:extLst>
          </p:cNvPr>
          <p:cNvSpPr>
            <a:spLocks noGrp="1"/>
          </p:cNvSpPr>
          <p:nvPr>
            <p:ph type="ctrTitle" hasCustomPrompt="1"/>
          </p:nvPr>
        </p:nvSpPr>
        <p:spPr>
          <a:xfrm>
            <a:off x="379567" y="530407"/>
            <a:ext cx="11404446" cy="677763"/>
          </a:xfrm>
        </p:spPr>
        <p:txBody>
          <a:bodyPr anchor="t" anchorCtr="0"/>
          <a:lstStyle>
            <a:lvl1pPr algn="l">
              <a:defRPr sz="3800">
                <a:solidFill>
                  <a:schemeClr val="tx1"/>
                </a:solidFill>
              </a:defRPr>
            </a:lvl1pPr>
          </a:lstStyle>
          <a:p>
            <a:r>
              <a:rPr lang="en-GB" noProof="0" dirty="0"/>
              <a:t>Add title</a:t>
            </a:r>
          </a:p>
        </p:txBody>
      </p:sp>
      <p:sp>
        <p:nvSpPr>
          <p:cNvPr id="4" name="Footer">
            <a:extLst>
              <a:ext uri="{FF2B5EF4-FFF2-40B4-BE49-F238E27FC236}">
                <a16:creationId xmlns:a16="http://schemas.microsoft.com/office/drawing/2014/main" id="{C4E2FFEA-9B57-68E5-07F8-CFF8350860C1}"/>
              </a:ext>
            </a:extLst>
          </p:cNvPr>
          <p:cNvSpPr>
            <a:spLocks noGrp="1"/>
          </p:cNvSpPr>
          <p:nvPr>
            <p:ph type="ftr" sz="quarter" idx="3"/>
          </p:nvPr>
        </p:nvSpPr>
        <p:spPr>
          <a:xfrm>
            <a:off x="2316163" y="6240290"/>
            <a:ext cx="9013253" cy="365125"/>
          </a:xfrm>
          <a:prstGeom prst="rect">
            <a:avLst/>
          </a:prstGeom>
        </p:spPr>
        <p:txBody>
          <a:bodyPr vert="horz" lIns="0" tIns="0" rIns="0" bIns="0" rtlCol="0" anchor="ctr"/>
          <a:lstStyle>
            <a:lvl1pPr algn="l">
              <a:defRPr sz="1100">
                <a:solidFill>
                  <a:schemeClr val="tx1"/>
                </a:solidFill>
              </a:defRPr>
            </a:lvl1pPr>
          </a:lstStyle>
          <a:p>
            <a:pPr algn="r"/>
            <a:r>
              <a:rPr lang="en-GB"/>
              <a:t>Slough and Langley | CCI | UAL | BSc Data Science and AI | 29th January 2025</a:t>
            </a:r>
            <a:endParaRPr lang="en-GB" dirty="0"/>
          </a:p>
        </p:txBody>
      </p:sp>
      <p:sp>
        <p:nvSpPr>
          <p:cNvPr id="3" name="Slide number">
            <a:extLst>
              <a:ext uri="{FF2B5EF4-FFF2-40B4-BE49-F238E27FC236}">
                <a16:creationId xmlns:a16="http://schemas.microsoft.com/office/drawing/2014/main" id="{1E25A152-0AF0-B0F8-A637-039282AEE01F}"/>
              </a:ext>
            </a:extLst>
          </p:cNvPr>
          <p:cNvSpPr>
            <a:spLocks noGrp="1"/>
          </p:cNvSpPr>
          <p:nvPr>
            <p:ph type="sldNum" sz="quarter" idx="4"/>
          </p:nvPr>
        </p:nvSpPr>
        <p:spPr>
          <a:xfrm>
            <a:off x="11329416" y="6240290"/>
            <a:ext cx="491109" cy="365125"/>
          </a:xfrm>
          <a:prstGeom prst="rect">
            <a:avLst/>
          </a:prstGeom>
        </p:spPr>
        <p:txBody>
          <a:bodyPr vert="horz" lIns="0" tIns="0" rIns="0" bIns="0" rtlCol="0" anchor="ctr"/>
          <a:lstStyle>
            <a:lvl1pPr algn="r">
              <a:defRPr sz="1100">
                <a:solidFill>
                  <a:schemeClr val="tx1"/>
                </a:solidFill>
              </a:defRPr>
            </a:lvl1pPr>
          </a:lstStyle>
          <a:p>
            <a:fld id="{2CC19541-5F6E-2C4C-BF21-196C1C8E2E31}" type="slidenum">
              <a:rPr lang="en-GB" smtClean="0"/>
              <a:pPr/>
              <a:t>‹#›</a:t>
            </a:fld>
            <a:r>
              <a:rPr lang="en-GB" dirty="0"/>
              <a:t> </a:t>
            </a:r>
          </a:p>
        </p:txBody>
      </p:sp>
      <p:sp>
        <p:nvSpPr>
          <p:cNvPr id="6" name="Content Placeholder 5">
            <a:extLst>
              <a:ext uri="{FF2B5EF4-FFF2-40B4-BE49-F238E27FC236}">
                <a16:creationId xmlns:a16="http://schemas.microsoft.com/office/drawing/2014/main" id="{4BDF0886-33EC-2AE3-9237-176971E8CE62}"/>
              </a:ext>
            </a:extLst>
          </p:cNvPr>
          <p:cNvSpPr>
            <a:spLocks noGrp="1"/>
          </p:cNvSpPr>
          <p:nvPr>
            <p:ph sz="quarter" idx="22" hasCustomPrompt="1"/>
          </p:nvPr>
        </p:nvSpPr>
        <p:spPr>
          <a:xfrm>
            <a:off x="371475" y="1520825"/>
            <a:ext cx="11449049" cy="4397246"/>
          </a:xfrm>
        </p:spPr>
        <p:txBody>
          <a:bodyPr/>
          <a:lstStyle>
            <a:lvl1pPr marL="0" indent="0">
              <a:buNone/>
              <a:defRPr/>
            </a:lvl1pPr>
          </a:lstStyle>
          <a:p>
            <a:pPr marL="0" marR="0" lvl="0" indent="0" algn="l" defTabSz="126000" rtl="0" eaLnBrk="1" fontAlgn="auto" latinLnBrk="0" hangingPunct="1">
              <a:lnSpc>
                <a:spcPct val="110000"/>
              </a:lnSpc>
              <a:spcBef>
                <a:spcPts val="0"/>
              </a:spcBef>
              <a:spcAft>
                <a:spcPts val="1200"/>
              </a:spcAft>
              <a:buClr>
                <a:schemeClr val="tx1"/>
              </a:buClr>
              <a:buSzPct val="80000"/>
              <a:buFont typeface="Wingdings 2" panose="05020102010507070707" pitchFamily="18" charset="2"/>
              <a:buNone/>
              <a:tabLst/>
              <a:defRPr/>
            </a:pPr>
            <a:r>
              <a:rPr lang="en-US" dirty="0"/>
              <a:t>Add chart/table</a:t>
            </a:r>
          </a:p>
        </p:txBody>
      </p:sp>
      <p:pic>
        <p:nvPicPr>
          <p:cNvPr id="5" name="Picture 4" descr="A picture containing font, screenshot, black, text&#10;&#10;Description automatically generated">
            <a:extLst>
              <a:ext uri="{FF2B5EF4-FFF2-40B4-BE49-F238E27FC236}">
                <a16:creationId xmlns:a16="http://schemas.microsoft.com/office/drawing/2014/main" id="{2FC02F3C-E711-E55F-B725-BF46595B6B1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4190" y="6168156"/>
            <a:ext cx="1650390" cy="508870"/>
          </a:xfrm>
          <a:prstGeom prst="rect">
            <a:avLst/>
          </a:prstGeom>
        </p:spPr>
      </p:pic>
    </p:spTree>
    <p:extLst>
      <p:ext uri="{BB962C8B-B14F-4D97-AF65-F5344CB8AC3E}">
        <p14:creationId xmlns:p14="http://schemas.microsoft.com/office/powerpoint/2010/main" val="2649400501"/>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and title">
    <p:spTree>
      <p:nvGrpSpPr>
        <p:cNvPr id="1" name=""/>
        <p:cNvGrpSpPr/>
        <p:nvPr/>
      </p:nvGrpSpPr>
      <p:grpSpPr>
        <a:xfrm>
          <a:off x="0" y="0"/>
          <a:ext cx="0" cy="0"/>
          <a:chOff x="0" y="0"/>
          <a:chExt cx="0" cy="0"/>
        </a:xfrm>
      </p:grpSpPr>
      <p:sp>
        <p:nvSpPr>
          <p:cNvPr id="14" name="Chapter heading">
            <a:extLst>
              <a:ext uri="{FF2B5EF4-FFF2-40B4-BE49-F238E27FC236}">
                <a16:creationId xmlns:a16="http://schemas.microsoft.com/office/drawing/2014/main" id="{B879116A-5450-AFB1-B997-7A7CC01E4366}"/>
              </a:ext>
            </a:extLst>
          </p:cNvPr>
          <p:cNvSpPr>
            <a:spLocks noGrp="1"/>
          </p:cNvSpPr>
          <p:nvPr>
            <p:ph type="body" sz="quarter" idx="13" hasCustomPrompt="1"/>
          </p:nvPr>
        </p:nvSpPr>
        <p:spPr>
          <a:xfrm>
            <a:off x="379566" y="193198"/>
            <a:ext cx="11447575" cy="280988"/>
          </a:xfrm>
        </p:spPr>
        <p:txBody>
          <a:bodyPr/>
          <a:lstStyle>
            <a:lvl1pPr marL="0" indent="0">
              <a:buNone/>
              <a:defRPr sz="1400" b="1"/>
            </a:lvl1pPr>
            <a:lvl2pPr marL="432000" indent="0">
              <a:buNone/>
              <a:defRPr sz="1600"/>
            </a:lvl2pPr>
            <a:lvl3pPr marL="432000" indent="0">
              <a:buNone/>
              <a:defRPr sz="1600"/>
            </a:lvl3pPr>
            <a:lvl4pPr marL="0" indent="0">
              <a:buNone/>
              <a:defRPr sz="1600"/>
            </a:lvl4pPr>
            <a:lvl5pPr marL="432000" indent="0">
              <a:buNone/>
              <a:defRPr sz="1600"/>
            </a:lvl5pPr>
          </a:lstStyle>
          <a:p>
            <a:pPr lvl="0"/>
            <a:r>
              <a:rPr lang="en-US" dirty="0"/>
              <a:t>Optional chapter heading </a:t>
            </a:r>
          </a:p>
        </p:txBody>
      </p:sp>
      <p:sp>
        <p:nvSpPr>
          <p:cNvPr id="13" name="Title">
            <a:extLst>
              <a:ext uri="{FF2B5EF4-FFF2-40B4-BE49-F238E27FC236}">
                <a16:creationId xmlns:a16="http://schemas.microsoft.com/office/drawing/2014/main" id="{32BCA4BD-D773-E3BD-010A-4C3084B8298D}"/>
              </a:ext>
            </a:extLst>
          </p:cNvPr>
          <p:cNvSpPr>
            <a:spLocks noGrp="1"/>
          </p:cNvSpPr>
          <p:nvPr>
            <p:ph type="ctrTitle" hasCustomPrompt="1"/>
          </p:nvPr>
        </p:nvSpPr>
        <p:spPr>
          <a:xfrm>
            <a:off x="379566" y="530407"/>
            <a:ext cx="11447575" cy="677763"/>
          </a:xfrm>
        </p:spPr>
        <p:txBody>
          <a:bodyPr anchor="t" anchorCtr="0"/>
          <a:lstStyle>
            <a:lvl1pPr algn="l">
              <a:defRPr sz="3800">
                <a:solidFill>
                  <a:schemeClr val="tx1"/>
                </a:solidFill>
              </a:defRPr>
            </a:lvl1pPr>
          </a:lstStyle>
          <a:p>
            <a:r>
              <a:rPr lang="en-GB" noProof="0" dirty="0"/>
              <a:t>Add title</a:t>
            </a:r>
          </a:p>
        </p:txBody>
      </p:sp>
      <p:cxnSp>
        <p:nvCxnSpPr>
          <p:cNvPr id="9" name="Timeline arrow" descr="Arrow representing a timeline through a project">
            <a:extLst>
              <a:ext uri="{FF2B5EF4-FFF2-40B4-BE49-F238E27FC236}">
                <a16:creationId xmlns:a16="http://schemas.microsoft.com/office/drawing/2014/main" id="{E2A73C77-45B4-6F40-9DFA-2549E2C443B6}"/>
              </a:ext>
            </a:extLst>
          </p:cNvPr>
          <p:cNvCxnSpPr>
            <a:cxnSpLocks/>
          </p:cNvCxnSpPr>
          <p:nvPr userDrawn="1"/>
        </p:nvCxnSpPr>
        <p:spPr>
          <a:xfrm>
            <a:off x="0" y="3716338"/>
            <a:ext cx="11827141" cy="0"/>
          </a:xfrm>
          <a:prstGeom prst="straightConnector1">
            <a:avLst/>
          </a:prstGeom>
          <a:ln w="635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Date marker 1">
            <a:extLst>
              <a:ext uri="{FF2B5EF4-FFF2-40B4-BE49-F238E27FC236}">
                <a16:creationId xmlns:a16="http://schemas.microsoft.com/office/drawing/2014/main" id="{0DB80CA9-D612-334D-B547-0EA0546D567D}"/>
              </a:ext>
            </a:extLst>
          </p:cNvPr>
          <p:cNvCxnSpPr>
            <a:cxnSpLocks/>
          </p:cNvCxnSpPr>
          <p:nvPr userDrawn="1"/>
        </p:nvCxnSpPr>
        <p:spPr>
          <a:xfrm flipH="1" flipV="1">
            <a:off x="479425" y="2355717"/>
            <a:ext cx="2078" cy="1360623"/>
          </a:xfrm>
          <a:prstGeom prst="line">
            <a:avLst/>
          </a:prstGeom>
          <a:ln w="63500">
            <a:solidFill>
              <a:schemeClr val="tx1"/>
            </a:solidFill>
            <a:headEnd type="none"/>
          </a:ln>
        </p:spPr>
        <p:style>
          <a:lnRef idx="1">
            <a:schemeClr val="accent1"/>
          </a:lnRef>
          <a:fillRef idx="0">
            <a:schemeClr val="accent1"/>
          </a:fillRef>
          <a:effectRef idx="0">
            <a:schemeClr val="accent1"/>
          </a:effectRef>
          <a:fontRef idx="minor">
            <a:schemeClr val="tx1"/>
          </a:fontRef>
        </p:style>
      </p:cxnSp>
      <p:sp>
        <p:nvSpPr>
          <p:cNvPr id="17" name="Text 1">
            <a:extLst>
              <a:ext uri="{FF2B5EF4-FFF2-40B4-BE49-F238E27FC236}">
                <a16:creationId xmlns:a16="http://schemas.microsoft.com/office/drawing/2014/main" id="{D633DDAB-073B-FE41-A6AF-4E5A138C354A}"/>
              </a:ext>
            </a:extLst>
          </p:cNvPr>
          <p:cNvSpPr txBox="1"/>
          <p:nvPr userDrawn="1"/>
        </p:nvSpPr>
        <p:spPr>
          <a:xfrm>
            <a:off x="479426" y="1888467"/>
            <a:ext cx="971549" cy="459435"/>
          </a:xfrm>
          <a:prstGeom prst="rect">
            <a:avLst/>
          </a:prstGeom>
          <a:noFill/>
        </p:spPr>
        <p:txBody>
          <a:bodyPr wrap="square" lIns="0" tIns="0" rIns="0" bIns="0" rtlCol="0" anchor="t" anchorCtr="0">
            <a:noAutofit/>
          </a:bodyPr>
          <a:lstStyle/>
          <a:p>
            <a:pPr algn="l"/>
            <a:r>
              <a:rPr lang="en-US" sz="2400" b="1" dirty="0"/>
              <a:t>Today</a:t>
            </a:r>
          </a:p>
        </p:txBody>
      </p:sp>
      <p:cxnSp>
        <p:nvCxnSpPr>
          <p:cNvPr id="19" name="Date marker 2">
            <a:extLst>
              <a:ext uri="{FF2B5EF4-FFF2-40B4-BE49-F238E27FC236}">
                <a16:creationId xmlns:a16="http://schemas.microsoft.com/office/drawing/2014/main" id="{5FBA5457-1215-D54E-B9A3-E70A18F8A7E1}"/>
              </a:ext>
            </a:extLst>
          </p:cNvPr>
          <p:cNvCxnSpPr>
            <a:cxnSpLocks/>
          </p:cNvCxnSpPr>
          <p:nvPr userDrawn="1"/>
        </p:nvCxnSpPr>
        <p:spPr>
          <a:xfrm flipV="1">
            <a:off x="1450975" y="3554778"/>
            <a:ext cx="0" cy="185601"/>
          </a:xfrm>
          <a:prstGeom prst="line">
            <a:avLst/>
          </a:prstGeom>
          <a:ln w="63500">
            <a:solidFill>
              <a:schemeClr val="tx1"/>
            </a:solidFill>
            <a:headEnd type="none"/>
          </a:ln>
        </p:spPr>
        <p:style>
          <a:lnRef idx="1">
            <a:schemeClr val="accent1"/>
          </a:lnRef>
          <a:fillRef idx="0">
            <a:schemeClr val="accent1"/>
          </a:fillRef>
          <a:effectRef idx="0">
            <a:schemeClr val="accent1"/>
          </a:effectRef>
          <a:fontRef idx="minor">
            <a:schemeClr val="tx1"/>
          </a:fontRef>
        </p:style>
      </p:cxnSp>
      <p:sp>
        <p:nvSpPr>
          <p:cNvPr id="20" name="Text 2">
            <a:extLst>
              <a:ext uri="{FF2B5EF4-FFF2-40B4-BE49-F238E27FC236}">
                <a16:creationId xmlns:a16="http://schemas.microsoft.com/office/drawing/2014/main" id="{2002942C-93EA-4F4E-9FE7-97ED1598FA64}"/>
              </a:ext>
            </a:extLst>
          </p:cNvPr>
          <p:cNvSpPr txBox="1"/>
          <p:nvPr userDrawn="1"/>
        </p:nvSpPr>
        <p:spPr>
          <a:xfrm>
            <a:off x="1442733" y="2408973"/>
            <a:ext cx="3120806" cy="1128002"/>
          </a:xfrm>
          <a:prstGeom prst="rect">
            <a:avLst/>
          </a:prstGeom>
          <a:noFill/>
        </p:spPr>
        <p:txBody>
          <a:bodyPr wrap="square" lIns="0" tIns="0" rIns="0" bIns="0" rtlCol="0" anchor="t" anchorCtr="0">
            <a:noAutofit/>
          </a:bodyPr>
          <a:lstStyle/>
          <a:p>
            <a:pPr algn="l"/>
            <a:r>
              <a:rPr lang="en-US" sz="2400" b="1" dirty="0"/>
              <a:t>00 January 2020</a:t>
            </a:r>
          </a:p>
          <a:p>
            <a:pPr algn="l"/>
            <a:r>
              <a:rPr lang="en-US" sz="2400" dirty="0"/>
              <a:t>Key milestone 01 and brief explanation</a:t>
            </a:r>
          </a:p>
        </p:txBody>
      </p:sp>
      <p:cxnSp>
        <p:nvCxnSpPr>
          <p:cNvPr id="22" name="Date marker 3">
            <a:extLst>
              <a:ext uri="{FF2B5EF4-FFF2-40B4-BE49-F238E27FC236}">
                <a16:creationId xmlns:a16="http://schemas.microsoft.com/office/drawing/2014/main" id="{B531D2A4-0774-3544-AEBF-B11C2AAA4E0C}"/>
              </a:ext>
            </a:extLst>
          </p:cNvPr>
          <p:cNvCxnSpPr>
            <a:cxnSpLocks/>
          </p:cNvCxnSpPr>
          <p:nvPr userDrawn="1"/>
        </p:nvCxnSpPr>
        <p:spPr>
          <a:xfrm flipV="1">
            <a:off x="2236102" y="3744473"/>
            <a:ext cx="0" cy="671734"/>
          </a:xfrm>
          <a:prstGeom prst="line">
            <a:avLst/>
          </a:prstGeom>
          <a:ln w="63500">
            <a:solidFill>
              <a:schemeClr val="tx1"/>
            </a:solidFill>
            <a:headEnd type="none"/>
          </a:ln>
        </p:spPr>
        <p:style>
          <a:lnRef idx="1">
            <a:schemeClr val="accent1"/>
          </a:lnRef>
          <a:fillRef idx="0">
            <a:schemeClr val="accent1"/>
          </a:fillRef>
          <a:effectRef idx="0">
            <a:schemeClr val="accent1"/>
          </a:effectRef>
          <a:fontRef idx="minor">
            <a:schemeClr val="tx1"/>
          </a:fontRef>
        </p:style>
      </p:cxnSp>
      <p:sp>
        <p:nvSpPr>
          <p:cNvPr id="21" name="Text 3">
            <a:extLst>
              <a:ext uri="{FF2B5EF4-FFF2-40B4-BE49-F238E27FC236}">
                <a16:creationId xmlns:a16="http://schemas.microsoft.com/office/drawing/2014/main" id="{9C29B702-B3DE-0E4B-A032-9DF36505806E}"/>
              </a:ext>
            </a:extLst>
          </p:cNvPr>
          <p:cNvSpPr txBox="1"/>
          <p:nvPr userDrawn="1"/>
        </p:nvSpPr>
        <p:spPr>
          <a:xfrm>
            <a:off x="2236102" y="4446526"/>
            <a:ext cx="3178958" cy="1260864"/>
          </a:xfrm>
          <a:prstGeom prst="rect">
            <a:avLst/>
          </a:prstGeom>
          <a:noFill/>
        </p:spPr>
        <p:txBody>
          <a:bodyPr wrap="square" lIns="0" tIns="0" rIns="0" bIns="0" rtlCol="0" anchor="t" anchorCtr="0">
            <a:noAutofit/>
          </a:bodyPr>
          <a:lstStyle/>
          <a:p>
            <a:pPr algn="l"/>
            <a:r>
              <a:rPr lang="en-US" sz="2400" b="1" dirty="0"/>
              <a:t>00 February 2020</a:t>
            </a:r>
          </a:p>
          <a:p>
            <a:pPr algn="l"/>
            <a:r>
              <a:rPr lang="en-US" sz="2400" dirty="0"/>
              <a:t>Key milestone or goals</a:t>
            </a:r>
          </a:p>
        </p:txBody>
      </p:sp>
      <p:cxnSp>
        <p:nvCxnSpPr>
          <p:cNvPr id="24" name="Date marker 4">
            <a:extLst>
              <a:ext uri="{FF2B5EF4-FFF2-40B4-BE49-F238E27FC236}">
                <a16:creationId xmlns:a16="http://schemas.microsoft.com/office/drawing/2014/main" id="{404AD4E3-1DB3-0745-8BA0-36872B5EBA56}"/>
              </a:ext>
            </a:extLst>
          </p:cNvPr>
          <p:cNvCxnSpPr>
            <a:cxnSpLocks/>
          </p:cNvCxnSpPr>
          <p:nvPr userDrawn="1"/>
        </p:nvCxnSpPr>
        <p:spPr>
          <a:xfrm flipV="1">
            <a:off x="5248470" y="2355717"/>
            <a:ext cx="0" cy="1352047"/>
          </a:xfrm>
          <a:prstGeom prst="line">
            <a:avLst/>
          </a:prstGeom>
          <a:ln w="63500">
            <a:solidFill>
              <a:schemeClr val="tx1"/>
            </a:solidFill>
            <a:headEnd type="none"/>
          </a:ln>
        </p:spPr>
        <p:style>
          <a:lnRef idx="1">
            <a:schemeClr val="accent1"/>
          </a:lnRef>
          <a:fillRef idx="0">
            <a:schemeClr val="accent1"/>
          </a:fillRef>
          <a:effectRef idx="0">
            <a:schemeClr val="accent1"/>
          </a:effectRef>
          <a:fontRef idx="minor">
            <a:schemeClr val="tx1"/>
          </a:fontRef>
        </p:style>
      </p:cxnSp>
      <p:sp>
        <p:nvSpPr>
          <p:cNvPr id="23" name="Text 4">
            <a:extLst>
              <a:ext uri="{FF2B5EF4-FFF2-40B4-BE49-F238E27FC236}">
                <a16:creationId xmlns:a16="http://schemas.microsoft.com/office/drawing/2014/main" id="{4B9AB991-EC53-7549-843F-B3CDF98CBD5F}"/>
              </a:ext>
            </a:extLst>
          </p:cNvPr>
          <p:cNvSpPr txBox="1"/>
          <p:nvPr userDrawn="1"/>
        </p:nvSpPr>
        <p:spPr>
          <a:xfrm>
            <a:off x="5232400" y="1903867"/>
            <a:ext cx="2700338" cy="419287"/>
          </a:xfrm>
          <a:prstGeom prst="rect">
            <a:avLst/>
          </a:prstGeom>
          <a:noFill/>
        </p:spPr>
        <p:txBody>
          <a:bodyPr wrap="square" lIns="0" tIns="0" rIns="0" bIns="0" rtlCol="0" anchor="t" anchorCtr="0">
            <a:noAutofit/>
          </a:bodyPr>
          <a:lstStyle/>
          <a:p>
            <a:pPr algn="l"/>
            <a:r>
              <a:rPr lang="en-US" sz="2400" b="1" dirty="0"/>
              <a:t>00 March 2020</a:t>
            </a:r>
          </a:p>
        </p:txBody>
      </p:sp>
      <p:cxnSp>
        <p:nvCxnSpPr>
          <p:cNvPr id="26" name="Date marker 5">
            <a:extLst>
              <a:ext uri="{FF2B5EF4-FFF2-40B4-BE49-F238E27FC236}">
                <a16:creationId xmlns:a16="http://schemas.microsoft.com/office/drawing/2014/main" id="{9C7F8EBD-245C-374E-B6EF-34F631DFF0FB}"/>
              </a:ext>
            </a:extLst>
          </p:cNvPr>
          <p:cNvCxnSpPr>
            <a:cxnSpLocks/>
          </p:cNvCxnSpPr>
          <p:nvPr userDrawn="1"/>
        </p:nvCxnSpPr>
        <p:spPr>
          <a:xfrm flipV="1">
            <a:off x="5668960" y="3716337"/>
            <a:ext cx="0" cy="671734"/>
          </a:xfrm>
          <a:prstGeom prst="line">
            <a:avLst/>
          </a:prstGeom>
          <a:ln w="63500">
            <a:solidFill>
              <a:schemeClr val="tx1"/>
            </a:solidFill>
            <a:headEnd type="none"/>
          </a:ln>
        </p:spPr>
        <p:style>
          <a:lnRef idx="1">
            <a:schemeClr val="accent1"/>
          </a:lnRef>
          <a:fillRef idx="0">
            <a:schemeClr val="accent1"/>
          </a:fillRef>
          <a:effectRef idx="0">
            <a:schemeClr val="accent1"/>
          </a:effectRef>
          <a:fontRef idx="minor">
            <a:schemeClr val="tx1"/>
          </a:fontRef>
        </p:style>
      </p:cxnSp>
      <p:sp>
        <p:nvSpPr>
          <p:cNvPr id="25" name="Text 5">
            <a:extLst>
              <a:ext uri="{FF2B5EF4-FFF2-40B4-BE49-F238E27FC236}">
                <a16:creationId xmlns:a16="http://schemas.microsoft.com/office/drawing/2014/main" id="{DBED1ECC-0BD9-3743-8D2D-E05823441A35}"/>
              </a:ext>
            </a:extLst>
          </p:cNvPr>
          <p:cNvSpPr txBox="1"/>
          <p:nvPr userDrawn="1"/>
        </p:nvSpPr>
        <p:spPr>
          <a:xfrm>
            <a:off x="5668960" y="4446526"/>
            <a:ext cx="3198816" cy="1260865"/>
          </a:xfrm>
          <a:prstGeom prst="rect">
            <a:avLst/>
          </a:prstGeom>
          <a:noFill/>
        </p:spPr>
        <p:txBody>
          <a:bodyPr wrap="square" lIns="0" tIns="0" rIns="0" bIns="0" rtlCol="0" anchor="t" anchorCtr="0">
            <a:noAutofit/>
          </a:bodyPr>
          <a:lstStyle/>
          <a:p>
            <a:pPr algn="l"/>
            <a:r>
              <a:rPr lang="en-US" sz="2400" b="1" dirty="0"/>
              <a:t>00 April 2020</a:t>
            </a:r>
          </a:p>
          <a:p>
            <a:pPr algn="l"/>
            <a:r>
              <a:rPr lang="en-US" sz="2400" dirty="0"/>
              <a:t>Key milestone or goals</a:t>
            </a:r>
          </a:p>
        </p:txBody>
      </p:sp>
      <p:cxnSp>
        <p:nvCxnSpPr>
          <p:cNvPr id="28" name="Date marker 6">
            <a:extLst>
              <a:ext uri="{FF2B5EF4-FFF2-40B4-BE49-F238E27FC236}">
                <a16:creationId xmlns:a16="http://schemas.microsoft.com/office/drawing/2014/main" id="{A521D648-1B33-B848-9E28-22C1055A060B}"/>
              </a:ext>
            </a:extLst>
          </p:cNvPr>
          <p:cNvCxnSpPr>
            <a:cxnSpLocks/>
          </p:cNvCxnSpPr>
          <p:nvPr userDrawn="1"/>
        </p:nvCxnSpPr>
        <p:spPr>
          <a:xfrm flipV="1">
            <a:off x="6959600" y="3536975"/>
            <a:ext cx="0" cy="203404"/>
          </a:xfrm>
          <a:prstGeom prst="line">
            <a:avLst/>
          </a:prstGeom>
          <a:ln w="63500">
            <a:solidFill>
              <a:schemeClr val="tx1"/>
            </a:solidFill>
            <a:headEnd type="none"/>
          </a:ln>
        </p:spPr>
        <p:style>
          <a:lnRef idx="1">
            <a:schemeClr val="accent1"/>
          </a:lnRef>
          <a:fillRef idx="0">
            <a:schemeClr val="accent1"/>
          </a:fillRef>
          <a:effectRef idx="0">
            <a:schemeClr val="accent1"/>
          </a:effectRef>
          <a:fontRef idx="minor">
            <a:schemeClr val="tx1"/>
          </a:fontRef>
        </p:style>
      </p:cxnSp>
      <p:sp>
        <p:nvSpPr>
          <p:cNvPr id="27" name="Text 6">
            <a:extLst>
              <a:ext uri="{FF2B5EF4-FFF2-40B4-BE49-F238E27FC236}">
                <a16:creationId xmlns:a16="http://schemas.microsoft.com/office/drawing/2014/main" id="{F73D4268-F8E4-6849-A550-C1431A22F0C8}"/>
              </a:ext>
            </a:extLst>
          </p:cNvPr>
          <p:cNvSpPr txBox="1"/>
          <p:nvPr userDrawn="1"/>
        </p:nvSpPr>
        <p:spPr>
          <a:xfrm>
            <a:off x="6958380" y="2408971"/>
            <a:ext cx="2312230" cy="1042187"/>
          </a:xfrm>
          <a:prstGeom prst="rect">
            <a:avLst/>
          </a:prstGeom>
          <a:noFill/>
        </p:spPr>
        <p:txBody>
          <a:bodyPr wrap="square" lIns="0" tIns="0" rIns="0" bIns="0" rtlCol="0" anchor="t" anchorCtr="0">
            <a:noAutofit/>
          </a:bodyPr>
          <a:lstStyle/>
          <a:p>
            <a:pPr algn="l"/>
            <a:r>
              <a:rPr lang="en-US" sz="2400" b="1" dirty="0"/>
              <a:t>00 May 2020</a:t>
            </a:r>
          </a:p>
          <a:p>
            <a:pPr algn="l"/>
            <a:r>
              <a:rPr lang="en-US" sz="2400" dirty="0"/>
              <a:t>Key stakeholder sign off</a:t>
            </a:r>
          </a:p>
        </p:txBody>
      </p:sp>
      <p:cxnSp>
        <p:nvCxnSpPr>
          <p:cNvPr id="30" name="Date marker 7">
            <a:extLst>
              <a:ext uri="{FF2B5EF4-FFF2-40B4-BE49-F238E27FC236}">
                <a16:creationId xmlns:a16="http://schemas.microsoft.com/office/drawing/2014/main" id="{68AD7176-913D-F745-878C-3D30A4B17642}"/>
              </a:ext>
            </a:extLst>
          </p:cNvPr>
          <p:cNvCxnSpPr>
            <a:cxnSpLocks/>
          </p:cNvCxnSpPr>
          <p:nvPr userDrawn="1"/>
        </p:nvCxnSpPr>
        <p:spPr>
          <a:xfrm flipV="1">
            <a:off x="9045208" y="3744473"/>
            <a:ext cx="0" cy="671734"/>
          </a:xfrm>
          <a:prstGeom prst="line">
            <a:avLst/>
          </a:prstGeom>
          <a:ln w="63500">
            <a:solidFill>
              <a:schemeClr val="tx1"/>
            </a:solidFill>
            <a:headEnd type="none"/>
          </a:ln>
        </p:spPr>
        <p:style>
          <a:lnRef idx="1">
            <a:schemeClr val="accent1"/>
          </a:lnRef>
          <a:fillRef idx="0">
            <a:schemeClr val="accent1"/>
          </a:fillRef>
          <a:effectRef idx="0">
            <a:schemeClr val="accent1"/>
          </a:effectRef>
          <a:fontRef idx="minor">
            <a:schemeClr val="tx1"/>
          </a:fontRef>
        </p:style>
      </p:cxnSp>
      <p:sp>
        <p:nvSpPr>
          <p:cNvPr id="29" name="Text 7">
            <a:extLst>
              <a:ext uri="{FF2B5EF4-FFF2-40B4-BE49-F238E27FC236}">
                <a16:creationId xmlns:a16="http://schemas.microsoft.com/office/drawing/2014/main" id="{745C7AD6-27F5-2C4B-908F-E5DAD2F70D7A}"/>
              </a:ext>
            </a:extLst>
          </p:cNvPr>
          <p:cNvSpPr txBox="1"/>
          <p:nvPr userDrawn="1"/>
        </p:nvSpPr>
        <p:spPr>
          <a:xfrm>
            <a:off x="9045208" y="4446526"/>
            <a:ext cx="2700338" cy="1260865"/>
          </a:xfrm>
          <a:prstGeom prst="rect">
            <a:avLst/>
          </a:prstGeom>
          <a:noFill/>
        </p:spPr>
        <p:txBody>
          <a:bodyPr wrap="square" lIns="0" tIns="0" rIns="0" bIns="0" rtlCol="0" anchor="t" anchorCtr="0">
            <a:noAutofit/>
          </a:bodyPr>
          <a:lstStyle/>
          <a:p>
            <a:pPr algn="l"/>
            <a:r>
              <a:rPr lang="en-US" sz="2400" b="1" dirty="0"/>
              <a:t>00 June 2020</a:t>
            </a:r>
          </a:p>
          <a:p>
            <a:pPr algn="l"/>
            <a:r>
              <a:rPr lang="en-US" sz="2400" dirty="0"/>
              <a:t>Project delivery</a:t>
            </a:r>
          </a:p>
        </p:txBody>
      </p:sp>
      <p:cxnSp>
        <p:nvCxnSpPr>
          <p:cNvPr id="33" name="Date marker 8">
            <a:extLst>
              <a:ext uri="{FF2B5EF4-FFF2-40B4-BE49-F238E27FC236}">
                <a16:creationId xmlns:a16="http://schemas.microsoft.com/office/drawing/2014/main" id="{722E4D0C-D51E-7E41-8739-255B8C76D39D}"/>
              </a:ext>
            </a:extLst>
          </p:cNvPr>
          <p:cNvCxnSpPr>
            <a:cxnSpLocks/>
          </p:cNvCxnSpPr>
          <p:nvPr userDrawn="1"/>
        </p:nvCxnSpPr>
        <p:spPr>
          <a:xfrm flipV="1">
            <a:off x="9804400" y="2680710"/>
            <a:ext cx="0" cy="1033332"/>
          </a:xfrm>
          <a:prstGeom prst="line">
            <a:avLst/>
          </a:prstGeom>
          <a:ln w="63500">
            <a:solidFill>
              <a:schemeClr val="tx1"/>
            </a:solidFill>
            <a:headEnd type="none"/>
          </a:ln>
        </p:spPr>
        <p:style>
          <a:lnRef idx="1">
            <a:schemeClr val="accent1"/>
          </a:lnRef>
          <a:fillRef idx="0">
            <a:schemeClr val="accent1"/>
          </a:fillRef>
          <a:effectRef idx="0">
            <a:schemeClr val="accent1"/>
          </a:effectRef>
          <a:fontRef idx="minor">
            <a:schemeClr val="tx1"/>
          </a:fontRef>
        </p:style>
      </p:cxnSp>
      <p:sp>
        <p:nvSpPr>
          <p:cNvPr id="32" name="Text 8">
            <a:extLst>
              <a:ext uri="{FF2B5EF4-FFF2-40B4-BE49-F238E27FC236}">
                <a16:creationId xmlns:a16="http://schemas.microsoft.com/office/drawing/2014/main" id="{3B68505F-017D-C448-8C2E-7EBFF3A15AB8}"/>
              </a:ext>
            </a:extLst>
          </p:cNvPr>
          <p:cNvSpPr txBox="1"/>
          <p:nvPr userDrawn="1"/>
        </p:nvSpPr>
        <p:spPr>
          <a:xfrm>
            <a:off x="9804400" y="1905742"/>
            <a:ext cx="2022743" cy="774968"/>
          </a:xfrm>
          <a:prstGeom prst="rect">
            <a:avLst/>
          </a:prstGeom>
          <a:noFill/>
        </p:spPr>
        <p:txBody>
          <a:bodyPr wrap="square" lIns="0" tIns="0" rIns="0" bIns="0" rtlCol="0" anchor="t" anchorCtr="0">
            <a:noAutofit/>
          </a:bodyPr>
          <a:lstStyle/>
          <a:p>
            <a:pPr algn="l"/>
            <a:r>
              <a:rPr lang="en-US" sz="2400" b="1" dirty="0"/>
              <a:t>00 July 2020</a:t>
            </a:r>
          </a:p>
          <a:p>
            <a:pPr algn="l"/>
            <a:r>
              <a:rPr lang="en-US" sz="2400" dirty="0"/>
              <a:t>Roll out</a:t>
            </a:r>
          </a:p>
        </p:txBody>
      </p:sp>
      <p:sp>
        <p:nvSpPr>
          <p:cNvPr id="4" name="Footer">
            <a:extLst>
              <a:ext uri="{FF2B5EF4-FFF2-40B4-BE49-F238E27FC236}">
                <a16:creationId xmlns:a16="http://schemas.microsoft.com/office/drawing/2014/main" id="{1E43347B-BDF3-8B1E-F92F-469AFD2607ED}"/>
              </a:ext>
            </a:extLst>
          </p:cNvPr>
          <p:cNvSpPr>
            <a:spLocks noGrp="1"/>
          </p:cNvSpPr>
          <p:nvPr>
            <p:ph type="ftr" sz="quarter" idx="3"/>
          </p:nvPr>
        </p:nvSpPr>
        <p:spPr>
          <a:xfrm>
            <a:off x="2316163" y="6240290"/>
            <a:ext cx="9013253" cy="365125"/>
          </a:xfrm>
          <a:prstGeom prst="rect">
            <a:avLst/>
          </a:prstGeom>
        </p:spPr>
        <p:txBody>
          <a:bodyPr vert="horz" lIns="0" tIns="0" rIns="0" bIns="0" rtlCol="0" anchor="ctr"/>
          <a:lstStyle>
            <a:lvl1pPr algn="l">
              <a:defRPr sz="1100">
                <a:solidFill>
                  <a:schemeClr val="tx1"/>
                </a:solidFill>
              </a:defRPr>
            </a:lvl1pPr>
          </a:lstStyle>
          <a:p>
            <a:pPr algn="r"/>
            <a:r>
              <a:rPr lang="en-GB"/>
              <a:t>Slough and Langley | CCI | UAL | BSc Data Science and AI | 29th January 2025</a:t>
            </a:r>
            <a:endParaRPr lang="en-GB" dirty="0"/>
          </a:p>
        </p:txBody>
      </p:sp>
      <p:sp>
        <p:nvSpPr>
          <p:cNvPr id="3" name="Slide number">
            <a:extLst>
              <a:ext uri="{FF2B5EF4-FFF2-40B4-BE49-F238E27FC236}">
                <a16:creationId xmlns:a16="http://schemas.microsoft.com/office/drawing/2014/main" id="{45C30D68-DB61-C9E9-6ACE-FABA075E6B45}"/>
              </a:ext>
            </a:extLst>
          </p:cNvPr>
          <p:cNvSpPr>
            <a:spLocks noGrp="1"/>
          </p:cNvSpPr>
          <p:nvPr>
            <p:ph type="sldNum" sz="quarter" idx="4"/>
          </p:nvPr>
        </p:nvSpPr>
        <p:spPr>
          <a:xfrm>
            <a:off x="11329416" y="6240290"/>
            <a:ext cx="491109" cy="365125"/>
          </a:xfrm>
          <a:prstGeom prst="rect">
            <a:avLst/>
          </a:prstGeom>
        </p:spPr>
        <p:txBody>
          <a:bodyPr vert="horz" lIns="0" tIns="0" rIns="0" bIns="0" rtlCol="0" anchor="ctr"/>
          <a:lstStyle>
            <a:lvl1pPr algn="r">
              <a:defRPr sz="1100">
                <a:solidFill>
                  <a:schemeClr val="tx1"/>
                </a:solidFill>
              </a:defRPr>
            </a:lvl1pPr>
          </a:lstStyle>
          <a:p>
            <a:fld id="{2CC19541-5F6E-2C4C-BF21-196C1C8E2E31}" type="slidenum">
              <a:rPr lang="en-GB" smtClean="0"/>
              <a:pPr/>
              <a:t>‹#›</a:t>
            </a:fld>
            <a:r>
              <a:rPr lang="en-GB" dirty="0"/>
              <a:t> </a:t>
            </a:r>
          </a:p>
        </p:txBody>
      </p:sp>
      <p:pic>
        <p:nvPicPr>
          <p:cNvPr id="5" name="Picture 4" descr="A picture containing font, screenshot, black, text&#10;&#10;Description automatically generated">
            <a:extLst>
              <a:ext uri="{FF2B5EF4-FFF2-40B4-BE49-F238E27FC236}">
                <a16:creationId xmlns:a16="http://schemas.microsoft.com/office/drawing/2014/main" id="{FE557827-DE0E-223E-408C-AB3CC30606D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4190" y="6168156"/>
            <a:ext cx="1650390" cy="508870"/>
          </a:xfrm>
          <a:prstGeom prst="rect">
            <a:avLst/>
          </a:prstGeom>
        </p:spPr>
      </p:pic>
    </p:spTree>
    <p:extLst>
      <p:ext uri="{BB962C8B-B14F-4D97-AF65-F5344CB8AC3E}">
        <p14:creationId xmlns:p14="http://schemas.microsoft.com/office/powerpoint/2010/main" val="137537327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End – thank you and contact details">
    <p:bg>
      <p:bgPr>
        <a:solidFill>
          <a:schemeClr val="tx1"/>
        </a:solidFill>
        <a:effectLst/>
      </p:bgPr>
    </p:bg>
    <p:spTree>
      <p:nvGrpSpPr>
        <p:cNvPr id="1" name=""/>
        <p:cNvGrpSpPr/>
        <p:nvPr/>
      </p:nvGrpSpPr>
      <p:grpSpPr>
        <a:xfrm>
          <a:off x="0" y="0"/>
          <a:ext cx="0" cy="0"/>
          <a:chOff x="0" y="0"/>
          <a:chExt cx="0" cy="0"/>
        </a:xfrm>
      </p:grpSpPr>
      <p:sp>
        <p:nvSpPr>
          <p:cNvPr id="10" name="Thank you">
            <a:extLst>
              <a:ext uri="{FF2B5EF4-FFF2-40B4-BE49-F238E27FC236}">
                <a16:creationId xmlns:a16="http://schemas.microsoft.com/office/drawing/2014/main" id="{7AA1D43C-71F1-9D4B-BD31-C7E5E8F2A5DD}"/>
              </a:ext>
            </a:extLst>
          </p:cNvPr>
          <p:cNvSpPr>
            <a:spLocks noGrp="1"/>
          </p:cNvSpPr>
          <p:nvPr>
            <p:ph type="title" hasCustomPrompt="1"/>
          </p:nvPr>
        </p:nvSpPr>
        <p:spPr>
          <a:xfrm>
            <a:off x="381635" y="3150966"/>
            <a:ext cx="2699188" cy="843197"/>
          </a:xfrm>
          <a:prstGeom prst="rect">
            <a:avLst/>
          </a:prstGeom>
        </p:spPr>
        <p:txBody>
          <a:bodyPr vert="horz" lIns="0" tIns="0" rIns="0" bIns="0" rtlCol="0" anchor="ctr" anchorCtr="0">
            <a:noAutofit/>
          </a:bodyPr>
          <a:lstStyle>
            <a:lvl1pPr>
              <a:defRPr>
                <a:solidFill>
                  <a:schemeClr val="bg1"/>
                </a:solidFill>
              </a:defRPr>
            </a:lvl1pPr>
          </a:lstStyle>
          <a:p>
            <a:r>
              <a:rPr lang="en-GB" noProof="0" dirty="0"/>
              <a:t>Thank you</a:t>
            </a:r>
            <a:endParaRPr lang="en-GB" dirty="0"/>
          </a:p>
        </p:txBody>
      </p:sp>
      <p:sp>
        <p:nvSpPr>
          <p:cNvPr id="12" name="URL">
            <a:extLst>
              <a:ext uri="{FF2B5EF4-FFF2-40B4-BE49-F238E27FC236}">
                <a16:creationId xmlns:a16="http://schemas.microsoft.com/office/drawing/2014/main" id="{CE6882B2-221E-724F-B8AA-2F0E5363E18D}"/>
              </a:ext>
            </a:extLst>
          </p:cNvPr>
          <p:cNvSpPr txBox="1"/>
          <p:nvPr userDrawn="1"/>
        </p:nvSpPr>
        <p:spPr>
          <a:xfrm>
            <a:off x="9120188" y="6145106"/>
            <a:ext cx="2700337" cy="515933"/>
          </a:xfrm>
          <a:prstGeom prst="rect">
            <a:avLst/>
          </a:prstGeom>
          <a:noFill/>
        </p:spPr>
        <p:txBody>
          <a:bodyPr wrap="square" lIns="0" tIns="0" rIns="0" bIns="0" rtlCol="0" anchor="t" anchorCtr="0">
            <a:noAutofit/>
          </a:bodyPr>
          <a:lstStyle/>
          <a:p>
            <a:pPr algn="r"/>
            <a:r>
              <a:rPr lang="en-US" sz="2400" b="1" dirty="0" err="1">
                <a:solidFill>
                  <a:schemeClr val="bg1"/>
                </a:solidFill>
              </a:rPr>
              <a:t>arts.ac.uk</a:t>
            </a:r>
            <a:endParaRPr lang="en-US" sz="2400" b="1" dirty="0">
              <a:solidFill>
                <a:schemeClr val="bg1"/>
              </a:solidFill>
            </a:endParaRPr>
          </a:p>
        </p:txBody>
      </p:sp>
      <p:pic>
        <p:nvPicPr>
          <p:cNvPr id="3" name="Picture 2" descr="A picture containing text, font, graphics, screenshot&#10;&#10;Description automatically generated">
            <a:extLst>
              <a:ext uri="{FF2B5EF4-FFF2-40B4-BE49-F238E27FC236}">
                <a16:creationId xmlns:a16="http://schemas.microsoft.com/office/drawing/2014/main" id="{112E643E-7419-DC56-B1AD-17ECDAB4FC7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4874" y="6164846"/>
            <a:ext cx="1662966" cy="512749"/>
          </a:xfrm>
          <a:prstGeom prst="rect">
            <a:avLst/>
          </a:prstGeom>
        </p:spPr>
      </p:pic>
    </p:spTree>
    <p:extLst>
      <p:ext uri="{BB962C8B-B14F-4D97-AF65-F5344CB8AC3E}">
        <p14:creationId xmlns:p14="http://schemas.microsoft.com/office/powerpoint/2010/main" val="181687902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1_Customise content montage">
    <p:spTree>
      <p:nvGrpSpPr>
        <p:cNvPr id="1" name=""/>
        <p:cNvGrpSpPr/>
        <p:nvPr/>
      </p:nvGrpSpPr>
      <p:grpSpPr>
        <a:xfrm>
          <a:off x="0" y="0"/>
          <a:ext cx="0" cy="0"/>
          <a:chOff x="0" y="0"/>
          <a:chExt cx="0" cy="0"/>
        </a:xfrm>
      </p:grpSpPr>
      <p:sp>
        <p:nvSpPr>
          <p:cNvPr id="29" name="Text Placeholder 4">
            <a:extLst>
              <a:ext uri="{FF2B5EF4-FFF2-40B4-BE49-F238E27FC236}">
                <a16:creationId xmlns:a16="http://schemas.microsoft.com/office/drawing/2014/main" id="{F162B308-0512-BD4B-A204-B0C00FA050D6}"/>
              </a:ext>
            </a:extLst>
          </p:cNvPr>
          <p:cNvSpPr>
            <a:spLocks noGrp="1"/>
          </p:cNvSpPr>
          <p:nvPr>
            <p:ph type="body" sz="quarter" idx="26" hasCustomPrompt="1"/>
          </p:nvPr>
        </p:nvSpPr>
        <p:spPr>
          <a:xfrm>
            <a:off x="480000" y="226294"/>
            <a:ext cx="11233150" cy="280988"/>
          </a:xfrm>
        </p:spPr>
        <p:txBody>
          <a:bodyPr/>
          <a:lstStyle>
            <a:lvl1pPr marL="0" indent="0">
              <a:buNone/>
              <a:defRPr sz="1400" b="1"/>
            </a:lvl1pPr>
            <a:lvl2pPr marL="432000" indent="0">
              <a:buNone/>
              <a:defRPr sz="1600"/>
            </a:lvl2pPr>
            <a:lvl3pPr marL="432000" indent="0">
              <a:buNone/>
              <a:defRPr sz="1600"/>
            </a:lvl3pPr>
            <a:lvl4pPr marL="0" indent="0">
              <a:buNone/>
              <a:defRPr sz="1600"/>
            </a:lvl4pPr>
            <a:lvl5pPr marL="432000" indent="0">
              <a:buNone/>
              <a:defRPr sz="1600"/>
            </a:lvl5pPr>
          </a:lstStyle>
          <a:p>
            <a:pPr lvl="0"/>
            <a:r>
              <a:rPr lang="en-US"/>
              <a:t>Optional chapter heading </a:t>
            </a:r>
          </a:p>
        </p:txBody>
      </p:sp>
      <p:sp>
        <p:nvSpPr>
          <p:cNvPr id="24" name="Title 1">
            <a:extLst>
              <a:ext uri="{FF2B5EF4-FFF2-40B4-BE49-F238E27FC236}">
                <a16:creationId xmlns:a16="http://schemas.microsoft.com/office/drawing/2014/main" id="{D35E84DA-6071-AD49-ADD8-6ED4561CF1C4}"/>
              </a:ext>
            </a:extLst>
          </p:cNvPr>
          <p:cNvSpPr>
            <a:spLocks noGrp="1"/>
          </p:cNvSpPr>
          <p:nvPr>
            <p:ph type="ctrTitle" hasCustomPrompt="1"/>
          </p:nvPr>
        </p:nvSpPr>
        <p:spPr>
          <a:xfrm>
            <a:off x="480575" y="479699"/>
            <a:ext cx="11232000" cy="720000"/>
          </a:xfrm>
        </p:spPr>
        <p:txBody>
          <a:bodyPr anchor="b" anchorCtr="0"/>
          <a:lstStyle>
            <a:lvl1pPr algn="l">
              <a:defRPr sz="3800">
                <a:solidFill>
                  <a:schemeClr val="tx1"/>
                </a:solidFill>
              </a:defRPr>
            </a:lvl1pPr>
          </a:lstStyle>
          <a:p>
            <a:r>
              <a:rPr lang="en-GB" noProof="0"/>
              <a:t>Add Title</a:t>
            </a:r>
          </a:p>
        </p:txBody>
      </p:sp>
      <p:sp>
        <p:nvSpPr>
          <p:cNvPr id="19" name="Content Placeholder 2" descr="Content box">
            <a:extLst>
              <a:ext uri="{FF2B5EF4-FFF2-40B4-BE49-F238E27FC236}">
                <a16:creationId xmlns:a16="http://schemas.microsoft.com/office/drawing/2014/main" id="{1E65073E-903D-774A-B1F5-49BFBA514392}"/>
              </a:ext>
            </a:extLst>
          </p:cNvPr>
          <p:cNvSpPr>
            <a:spLocks noGrp="1"/>
          </p:cNvSpPr>
          <p:nvPr>
            <p:ph sz="quarter" idx="21" hasCustomPrompt="1"/>
          </p:nvPr>
        </p:nvSpPr>
        <p:spPr>
          <a:xfrm>
            <a:off x="479424" y="1592262"/>
            <a:ext cx="3636963" cy="2088000"/>
          </a:xfrm>
          <a:solidFill>
            <a:schemeClr val="bg1"/>
          </a:solidFill>
        </p:spPr>
        <p:txBody>
          <a:bodyPr lIns="360000" tIns="360000" rIns="360000" bIns="360000"/>
          <a:lstStyle>
            <a:lvl1pPr marL="0" indent="0">
              <a:buNone/>
              <a:defRPr sz="1600"/>
            </a:lvl1pPr>
          </a:lstStyle>
          <a:p>
            <a:pPr lvl="0"/>
            <a:r>
              <a:rPr lang="en-US"/>
              <a:t>Add content or delete if not required.</a:t>
            </a:r>
            <a:endParaRPr lang="en-GB"/>
          </a:p>
        </p:txBody>
      </p:sp>
      <p:sp>
        <p:nvSpPr>
          <p:cNvPr id="27" name="Content Placeholder 2" descr="Content box">
            <a:extLst>
              <a:ext uri="{FF2B5EF4-FFF2-40B4-BE49-F238E27FC236}">
                <a16:creationId xmlns:a16="http://schemas.microsoft.com/office/drawing/2014/main" id="{3B30A9D2-E284-2E4C-A561-386EF0A682B7}"/>
              </a:ext>
            </a:extLst>
          </p:cNvPr>
          <p:cNvSpPr>
            <a:spLocks noGrp="1"/>
          </p:cNvSpPr>
          <p:nvPr>
            <p:ph sz="quarter" idx="23" hasCustomPrompt="1"/>
          </p:nvPr>
        </p:nvSpPr>
        <p:spPr>
          <a:xfrm>
            <a:off x="4259262" y="1592262"/>
            <a:ext cx="3673475" cy="2088000"/>
          </a:xfrm>
          <a:solidFill>
            <a:schemeClr val="bg1"/>
          </a:solidFill>
        </p:spPr>
        <p:txBody>
          <a:bodyPr lIns="360000" tIns="360000" rIns="360000" bIns="360000"/>
          <a:lstStyle>
            <a:lvl1pPr marL="0" indent="0">
              <a:buNone/>
              <a:defRPr sz="1600"/>
            </a:lvl1pPr>
          </a:lstStyle>
          <a:p>
            <a:pPr lvl="0"/>
            <a:r>
              <a:rPr lang="en-US"/>
              <a:t>Add content or delete if not required.</a:t>
            </a:r>
            <a:endParaRPr lang="en-GB"/>
          </a:p>
        </p:txBody>
      </p:sp>
      <p:sp>
        <p:nvSpPr>
          <p:cNvPr id="30" name="Content Placeholder 2" descr="Content box">
            <a:extLst>
              <a:ext uri="{FF2B5EF4-FFF2-40B4-BE49-F238E27FC236}">
                <a16:creationId xmlns:a16="http://schemas.microsoft.com/office/drawing/2014/main" id="{F5982CB3-F96D-4847-90D1-78412688D8DB}"/>
              </a:ext>
            </a:extLst>
          </p:cNvPr>
          <p:cNvSpPr>
            <a:spLocks noGrp="1"/>
          </p:cNvSpPr>
          <p:nvPr>
            <p:ph sz="quarter" idx="25" hasCustomPrompt="1"/>
          </p:nvPr>
        </p:nvSpPr>
        <p:spPr>
          <a:xfrm>
            <a:off x="8075612" y="1592262"/>
            <a:ext cx="3636387" cy="2088000"/>
          </a:xfrm>
          <a:solidFill>
            <a:schemeClr val="bg1"/>
          </a:solidFill>
        </p:spPr>
        <p:txBody>
          <a:bodyPr lIns="360000" tIns="360000" rIns="360000" bIns="360000"/>
          <a:lstStyle>
            <a:lvl1pPr marL="0" indent="0">
              <a:buNone/>
              <a:defRPr sz="1600"/>
            </a:lvl1pPr>
          </a:lstStyle>
          <a:p>
            <a:pPr lvl="0"/>
            <a:r>
              <a:rPr lang="en-US"/>
              <a:t>Add content or delete if not required.</a:t>
            </a:r>
            <a:endParaRPr lang="en-GB"/>
          </a:p>
        </p:txBody>
      </p:sp>
      <p:sp>
        <p:nvSpPr>
          <p:cNvPr id="18" name="Content Placeholder 2" descr="Content box">
            <a:extLst>
              <a:ext uri="{FF2B5EF4-FFF2-40B4-BE49-F238E27FC236}">
                <a16:creationId xmlns:a16="http://schemas.microsoft.com/office/drawing/2014/main" id="{7D56863F-F6CD-E24A-AA3A-95A03E55F183}"/>
              </a:ext>
            </a:extLst>
          </p:cNvPr>
          <p:cNvSpPr>
            <a:spLocks noGrp="1"/>
          </p:cNvSpPr>
          <p:nvPr>
            <p:ph sz="quarter" idx="20" hasCustomPrompt="1"/>
          </p:nvPr>
        </p:nvSpPr>
        <p:spPr>
          <a:xfrm>
            <a:off x="491501" y="3856869"/>
            <a:ext cx="3637361" cy="2088000"/>
          </a:xfrm>
          <a:solidFill>
            <a:schemeClr val="bg1"/>
          </a:solidFill>
        </p:spPr>
        <p:txBody>
          <a:bodyPr lIns="360000" tIns="360000" rIns="360000" bIns="360000"/>
          <a:lstStyle>
            <a:lvl1pPr marL="0" indent="0">
              <a:buNone/>
              <a:defRPr sz="1600"/>
            </a:lvl1pPr>
          </a:lstStyle>
          <a:p>
            <a:pPr lvl="0"/>
            <a:r>
              <a:rPr lang="en-US"/>
              <a:t>Add content or delete if not required.</a:t>
            </a:r>
            <a:endParaRPr lang="en-GB"/>
          </a:p>
        </p:txBody>
      </p:sp>
      <p:sp>
        <p:nvSpPr>
          <p:cNvPr id="26" name="Content Placeholder 2" descr="Content box">
            <a:extLst>
              <a:ext uri="{FF2B5EF4-FFF2-40B4-BE49-F238E27FC236}">
                <a16:creationId xmlns:a16="http://schemas.microsoft.com/office/drawing/2014/main" id="{C49033BA-802B-9D4E-86E7-1DCABD905243}"/>
              </a:ext>
            </a:extLst>
          </p:cNvPr>
          <p:cNvSpPr>
            <a:spLocks noGrp="1"/>
          </p:cNvSpPr>
          <p:nvPr>
            <p:ph sz="quarter" idx="22" hasCustomPrompt="1"/>
          </p:nvPr>
        </p:nvSpPr>
        <p:spPr>
          <a:xfrm>
            <a:off x="4271736" y="3844862"/>
            <a:ext cx="3661002" cy="2088000"/>
          </a:xfrm>
          <a:solidFill>
            <a:schemeClr val="bg1"/>
          </a:solidFill>
        </p:spPr>
        <p:txBody>
          <a:bodyPr lIns="360000" tIns="360000" rIns="360000" bIns="360000"/>
          <a:lstStyle>
            <a:lvl1pPr marL="0" indent="0">
              <a:buNone/>
              <a:defRPr sz="1600"/>
            </a:lvl1pPr>
          </a:lstStyle>
          <a:p>
            <a:pPr lvl="0"/>
            <a:r>
              <a:rPr lang="en-US"/>
              <a:t>Add content or delete if not required.</a:t>
            </a:r>
            <a:endParaRPr lang="en-GB"/>
          </a:p>
        </p:txBody>
      </p:sp>
      <p:sp>
        <p:nvSpPr>
          <p:cNvPr id="28" name="Content Placeholder 2" descr="Content box">
            <a:extLst>
              <a:ext uri="{FF2B5EF4-FFF2-40B4-BE49-F238E27FC236}">
                <a16:creationId xmlns:a16="http://schemas.microsoft.com/office/drawing/2014/main" id="{12B41031-5953-1A41-9DB9-9AD4FADFC778}"/>
              </a:ext>
            </a:extLst>
          </p:cNvPr>
          <p:cNvSpPr>
            <a:spLocks noGrp="1"/>
          </p:cNvSpPr>
          <p:nvPr>
            <p:ph sz="quarter" idx="24" hasCustomPrompt="1"/>
          </p:nvPr>
        </p:nvSpPr>
        <p:spPr>
          <a:xfrm>
            <a:off x="8075612" y="3856869"/>
            <a:ext cx="3636387" cy="2088000"/>
          </a:xfrm>
          <a:solidFill>
            <a:schemeClr val="bg1"/>
          </a:solidFill>
        </p:spPr>
        <p:txBody>
          <a:bodyPr lIns="360000" tIns="360000" rIns="360000" bIns="360000"/>
          <a:lstStyle>
            <a:lvl1pPr marL="0" indent="0">
              <a:buNone/>
              <a:defRPr sz="1600"/>
            </a:lvl1pPr>
          </a:lstStyle>
          <a:p>
            <a:pPr lvl="0"/>
            <a:r>
              <a:rPr lang="en-US"/>
              <a:t>Add content or delete if not required.</a:t>
            </a:r>
            <a:endParaRPr lang="en-GB"/>
          </a:p>
        </p:txBody>
      </p:sp>
      <p:cxnSp>
        <p:nvCxnSpPr>
          <p:cNvPr id="15" name="Straight Connector 14">
            <a:extLst>
              <a:ext uri="{FF2B5EF4-FFF2-40B4-BE49-F238E27FC236}">
                <a16:creationId xmlns:a16="http://schemas.microsoft.com/office/drawing/2014/main" id="{C356DA0C-D1BE-D54E-A66F-1F9B0DA3C6AA}"/>
              </a:ext>
              <a:ext uri="{C183D7F6-B498-43B3-948B-1728B52AA6E4}">
                <adec:decorative xmlns:adec="http://schemas.microsoft.com/office/drawing/2017/decorative" val="1"/>
              </a:ext>
            </a:extLst>
          </p:cNvPr>
          <p:cNvCxnSpPr>
            <a:cxnSpLocks/>
          </p:cNvCxnSpPr>
          <p:nvPr userDrawn="1"/>
        </p:nvCxnSpPr>
        <p:spPr>
          <a:xfrm>
            <a:off x="479426" y="6097460"/>
            <a:ext cx="11233149" cy="0"/>
          </a:xfrm>
          <a:prstGeom prst="line">
            <a:avLst/>
          </a:prstGeom>
          <a:ln w="3175">
            <a:solidFill>
              <a:schemeClr val="tx1">
                <a:lumMod val="95000"/>
                <a:lumOff val="5000"/>
              </a:schemeClr>
            </a:solidFill>
            <a:round/>
          </a:ln>
          <a:effectLst/>
        </p:spPr>
        <p:style>
          <a:lnRef idx="2">
            <a:schemeClr val="accent1"/>
          </a:lnRef>
          <a:fillRef idx="0">
            <a:schemeClr val="accent1"/>
          </a:fillRef>
          <a:effectRef idx="1">
            <a:schemeClr val="accent1"/>
          </a:effectRef>
          <a:fontRef idx="minor">
            <a:schemeClr val="tx1"/>
          </a:fontRef>
        </p:style>
      </p:cxnSp>
      <p:sp>
        <p:nvSpPr>
          <p:cNvPr id="17" name="Footer Placeholder 4">
            <a:extLst>
              <a:ext uri="{FF2B5EF4-FFF2-40B4-BE49-F238E27FC236}">
                <a16:creationId xmlns:a16="http://schemas.microsoft.com/office/drawing/2014/main" id="{A5E7991D-0B78-C048-8751-2356A80F59C0}"/>
              </a:ext>
            </a:extLst>
          </p:cNvPr>
          <p:cNvSpPr>
            <a:spLocks noGrp="1"/>
          </p:cNvSpPr>
          <p:nvPr>
            <p:ph type="ftr" sz="quarter" idx="3"/>
          </p:nvPr>
        </p:nvSpPr>
        <p:spPr>
          <a:xfrm>
            <a:off x="3324224" y="6356351"/>
            <a:ext cx="7973696" cy="365125"/>
          </a:xfrm>
          <a:prstGeom prst="rect">
            <a:avLst/>
          </a:prstGeom>
        </p:spPr>
        <p:txBody>
          <a:bodyPr vert="horz" lIns="0" tIns="0" rIns="0" bIns="0" rtlCol="0" anchor="ctr"/>
          <a:lstStyle>
            <a:lvl1pPr algn="l">
              <a:defRPr sz="1200">
                <a:solidFill>
                  <a:schemeClr val="tx1"/>
                </a:solidFill>
              </a:defRPr>
            </a:lvl1pPr>
          </a:lstStyle>
          <a:p>
            <a:pPr algn="r"/>
            <a:r>
              <a:rPr lang="en-GB"/>
              <a:t>Slough and Langley | CCI | UAL | BSc Data Science and AI | 29th January 2025</a:t>
            </a:r>
          </a:p>
        </p:txBody>
      </p:sp>
      <p:sp>
        <p:nvSpPr>
          <p:cNvPr id="16" name="Slide Number Placeholder 5">
            <a:extLst>
              <a:ext uri="{FF2B5EF4-FFF2-40B4-BE49-F238E27FC236}">
                <a16:creationId xmlns:a16="http://schemas.microsoft.com/office/drawing/2014/main" id="{B6F30593-54C3-7444-BD6C-62F7EBAC1EB0}"/>
              </a:ext>
            </a:extLst>
          </p:cNvPr>
          <p:cNvSpPr>
            <a:spLocks noGrp="1"/>
          </p:cNvSpPr>
          <p:nvPr>
            <p:ph type="sldNum" sz="quarter" idx="4"/>
          </p:nvPr>
        </p:nvSpPr>
        <p:spPr>
          <a:xfrm>
            <a:off x="11297920" y="6356351"/>
            <a:ext cx="414080" cy="365125"/>
          </a:xfrm>
          <a:prstGeom prst="rect">
            <a:avLst/>
          </a:prstGeom>
        </p:spPr>
        <p:txBody>
          <a:bodyPr vert="horz" lIns="0" tIns="0" rIns="0" bIns="0" rtlCol="0" anchor="ctr"/>
          <a:lstStyle>
            <a:lvl1pPr algn="r">
              <a:defRPr sz="1200">
                <a:solidFill>
                  <a:schemeClr val="tx1"/>
                </a:solidFill>
              </a:defRPr>
            </a:lvl1pPr>
          </a:lstStyle>
          <a:p>
            <a:fld id="{2CC19541-5F6E-2C4C-BF21-196C1C8E2E31}" type="slidenum">
              <a:rPr lang="en-GB" smtClean="0"/>
              <a:pPr/>
              <a:t>‹#›</a:t>
            </a:fld>
            <a:r>
              <a:rPr lang="en-GB"/>
              <a:t> </a:t>
            </a:r>
          </a:p>
        </p:txBody>
      </p:sp>
      <p:pic>
        <p:nvPicPr>
          <p:cNvPr id="14" name="Picture 13" descr="Shape&#10;&#10;Description automatically generated with medium confidence">
            <a:extLst>
              <a:ext uri="{FF2B5EF4-FFF2-40B4-BE49-F238E27FC236}">
                <a16:creationId xmlns:a16="http://schemas.microsoft.com/office/drawing/2014/main" id="{31A7490A-A983-4049-9A32-D849685BAFD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474" y="6232075"/>
            <a:ext cx="2469765" cy="374723"/>
          </a:xfrm>
          <a:prstGeom prst="rect">
            <a:avLst/>
          </a:prstGeom>
        </p:spPr>
      </p:pic>
    </p:spTree>
    <p:extLst>
      <p:ext uri="{BB962C8B-B14F-4D97-AF65-F5344CB8AC3E}">
        <p14:creationId xmlns:p14="http://schemas.microsoft.com/office/powerpoint/2010/main" val="150172343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_Introduction slide – dark grey">
    <p:bg>
      <p:bgPr>
        <a:solidFill>
          <a:schemeClr val="tx1">
            <a:lumMod val="75000"/>
            <a:lumOff val="25000"/>
          </a:schemeClr>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87638687-87A6-6F46-AAD1-EA4CFA931544}"/>
              </a:ext>
              <a:ext uri="{C183D7F6-B498-43B3-948B-1728B52AA6E4}">
                <adec:decorative xmlns:adec="http://schemas.microsoft.com/office/drawing/2017/decorative" val="1"/>
              </a:ext>
            </a:extLst>
          </p:cNvPr>
          <p:cNvCxnSpPr>
            <a:cxnSpLocks/>
          </p:cNvCxnSpPr>
          <p:nvPr userDrawn="1"/>
        </p:nvCxnSpPr>
        <p:spPr>
          <a:xfrm>
            <a:off x="371475" y="6097460"/>
            <a:ext cx="11449050" cy="0"/>
          </a:xfrm>
          <a:prstGeom prst="line">
            <a:avLst/>
          </a:prstGeom>
          <a:ln w="6350">
            <a:solidFill>
              <a:schemeClr val="bg1"/>
            </a:solidFill>
            <a:round/>
          </a:ln>
          <a:effectLst/>
        </p:spPr>
        <p:style>
          <a:lnRef idx="2">
            <a:schemeClr val="accent1"/>
          </a:lnRef>
          <a:fillRef idx="0">
            <a:schemeClr val="accent1"/>
          </a:fillRef>
          <a:effectRef idx="1">
            <a:schemeClr val="accent1"/>
          </a:effectRef>
          <a:fontRef idx="minor">
            <a:schemeClr val="tx1"/>
          </a:fontRef>
        </p:style>
      </p:cxnSp>
      <p:sp>
        <p:nvSpPr>
          <p:cNvPr id="8" name="Title Placeholder 1">
            <a:extLst>
              <a:ext uri="{FF2B5EF4-FFF2-40B4-BE49-F238E27FC236}">
                <a16:creationId xmlns:a16="http://schemas.microsoft.com/office/drawing/2014/main" id="{F92047F7-4CA0-5744-9AC1-E8B42A808F7D}"/>
              </a:ext>
            </a:extLst>
          </p:cNvPr>
          <p:cNvSpPr>
            <a:spLocks noGrp="1"/>
          </p:cNvSpPr>
          <p:nvPr>
            <p:ph type="title" hasCustomPrompt="1"/>
          </p:nvPr>
        </p:nvSpPr>
        <p:spPr>
          <a:xfrm>
            <a:off x="376092" y="1520826"/>
            <a:ext cx="7556645" cy="4392611"/>
          </a:xfrm>
          <a:prstGeom prst="rect">
            <a:avLst/>
          </a:prstGeom>
        </p:spPr>
        <p:txBody>
          <a:bodyPr vert="horz" lIns="0" tIns="0" rIns="0" bIns="0" rtlCol="0" anchor="ctr" anchorCtr="0">
            <a:noAutofit/>
          </a:bodyPr>
          <a:lstStyle>
            <a:lvl1pPr>
              <a:defRPr>
                <a:solidFill>
                  <a:schemeClr val="bg1"/>
                </a:solidFill>
              </a:defRPr>
            </a:lvl1pPr>
          </a:lstStyle>
          <a:p>
            <a:r>
              <a:rPr lang="en-GB" noProof="0" dirty="0"/>
              <a:t>Add introduction text, chapter break or statement</a:t>
            </a:r>
            <a:endParaRPr lang="en-GB" dirty="0"/>
          </a:p>
        </p:txBody>
      </p:sp>
      <p:pic>
        <p:nvPicPr>
          <p:cNvPr id="2" name="Logo" descr="University of the Arts London logo">
            <a:extLst>
              <a:ext uri="{FF2B5EF4-FFF2-40B4-BE49-F238E27FC236}">
                <a16:creationId xmlns:a16="http://schemas.microsoft.com/office/drawing/2014/main" id="{71536F1B-5E84-55AD-D347-94CCCB3AFD4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20" t="13989" r="49207"/>
          <a:stretch/>
        </p:blipFill>
        <p:spPr>
          <a:xfrm>
            <a:off x="387349" y="6290905"/>
            <a:ext cx="428625" cy="205003"/>
          </a:xfrm>
          <a:prstGeom prst="rect">
            <a:avLst/>
          </a:prstGeom>
        </p:spPr>
      </p:pic>
      <p:sp>
        <p:nvSpPr>
          <p:cNvPr id="5" name="Text Placeholder 4">
            <a:extLst>
              <a:ext uri="{FF2B5EF4-FFF2-40B4-BE49-F238E27FC236}">
                <a16:creationId xmlns:a16="http://schemas.microsoft.com/office/drawing/2014/main" id="{A7DB353C-DCFB-A34A-8DF1-AD024339FD9F}"/>
              </a:ext>
            </a:extLst>
          </p:cNvPr>
          <p:cNvSpPr>
            <a:spLocks noGrp="1"/>
          </p:cNvSpPr>
          <p:nvPr>
            <p:ph type="body" sz="quarter" idx="13" hasCustomPrompt="1"/>
          </p:nvPr>
        </p:nvSpPr>
        <p:spPr>
          <a:xfrm>
            <a:off x="371475" y="199135"/>
            <a:ext cx="11449050" cy="280988"/>
          </a:xfrm>
        </p:spPr>
        <p:txBody>
          <a:bodyPr/>
          <a:lstStyle>
            <a:lvl1pPr marL="0" indent="0">
              <a:buNone/>
              <a:defRPr sz="1400" b="1">
                <a:solidFill>
                  <a:schemeClr val="bg1"/>
                </a:solidFill>
              </a:defRPr>
            </a:lvl1pPr>
            <a:lvl2pPr marL="432000" indent="0">
              <a:buNone/>
              <a:defRPr sz="1600"/>
            </a:lvl2pPr>
            <a:lvl3pPr marL="432000" indent="0">
              <a:buNone/>
              <a:defRPr sz="1600"/>
            </a:lvl3pPr>
            <a:lvl4pPr marL="0" indent="0">
              <a:buNone/>
              <a:defRPr sz="1600"/>
            </a:lvl4pPr>
            <a:lvl5pPr marL="432000" indent="0">
              <a:buNone/>
              <a:defRPr sz="1600"/>
            </a:lvl5pPr>
          </a:lstStyle>
          <a:p>
            <a:pPr lvl="0"/>
            <a:r>
              <a:rPr lang="en-US" dirty="0"/>
              <a:t>Optional chapter heading </a:t>
            </a:r>
          </a:p>
        </p:txBody>
      </p:sp>
      <p:sp>
        <p:nvSpPr>
          <p:cNvPr id="3" name="Slide Number Placeholder 5">
            <a:extLst>
              <a:ext uri="{FF2B5EF4-FFF2-40B4-BE49-F238E27FC236}">
                <a16:creationId xmlns:a16="http://schemas.microsoft.com/office/drawing/2014/main" id="{8F6729EB-7A59-3292-B404-D37F8BC9D79C}"/>
              </a:ext>
            </a:extLst>
          </p:cNvPr>
          <p:cNvSpPr>
            <a:spLocks noGrp="1"/>
          </p:cNvSpPr>
          <p:nvPr>
            <p:ph type="sldNum" sz="quarter" idx="4"/>
          </p:nvPr>
        </p:nvSpPr>
        <p:spPr>
          <a:xfrm>
            <a:off x="11329416" y="6240290"/>
            <a:ext cx="491109" cy="365125"/>
          </a:xfrm>
          <a:prstGeom prst="rect">
            <a:avLst/>
          </a:prstGeom>
        </p:spPr>
        <p:txBody>
          <a:bodyPr vert="horz" lIns="0" tIns="0" rIns="0" bIns="0" rtlCol="0" anchor="ctr"/>
          <a:lstStyle>
            <a:lvl1pPr algn="r">
              <a:defRPr sz="1200">
                <a:solidFill>
                  <a:schemeClr val="bg1"/>
                </a:solidFill>
              </a:defRPr>
            </a:lvl1pPr>
          </a:lstStyle>
          <a:p>
            <a:fld id="{2CC19541-5F6E-2C4C-BF21-196C1C8E2E31}" type="slidenum">
              <a:rPr lang="en-GB" smtClean="0"/>
              <a:pPr/>
              <a:t>‹#›</a:t>
            </a:fld>
            <a:r>
              <a:rPr lang="en-GB"/>
              <a:t> </a:t>
            </a:r>
            <a:endParaRPr lang="en-GB" dirty="0"/>
          </a:p>
        </p:txBody>
      </p:sp>
      <p:sp>
        <p:nvSpPr>
          <p:cNvPr id="4" name="Footer Placeholder 4">
            <a:extLst>
              <a:ext uri="{FF2B5EF4-FFF2-40B4-BE49-F238E27FC236}">
                <a16:creationId xmlns:a16="http://schemas.microsoft.com/office/drawing/2014/main" id="{BEA4B387-A0DF-80FC-33F8-9C11A3078AC5}"/>
              </a:ext>
            </a:extLst>
          </p:cNvPr>
          <p:cNvSpPr>
            <a:spLocks noGrp="1"/>
          </p:cNvSpPr>
          <p:nvPr>
            <p:ph type="ftr" sz="quarter" idx="3"/>
          </p:nvPr>
        </p:nvSpPr>
        <p:spPr>
          <a:xfrm>
            <a:off x="2316163" y="6240290"/>
            <a:ext cx="9013253" cy="365125"/>
          </a:xfrm>
          <a:prstGeom prst="rect">
            <a:avLst/>
          </a:prstGeom>
        </p:spPr>
        <p:txBody>
          <a:bodyPr vert="horz" lIns="0" tIns="0" rIns="0" bIns="0" rtlCol="0" anchor="ctr"/>
          <a:lstStyle>
            <a:lvl1pPr algn="l">
              <a:defRPr sz="1200">
                <a:solidFill>
                  <a:schemeClr val="bg1"/>
                </a:solidFill>
              </a:defRPr>
            </a:lvl1pPr>
          </a:lstStyle>
          <a:p>
            <a:pPr algn="r"/>
            <a:r>
              <a:rPr lang="en-GB"/>
              <a:t>Slough and Langley | CCI | UAL | BSc Data Science and AI | 29th January 2025</a:t>
            </a:r>
            <a:endParaRPr lang="en-GB" dirty="0"/>
          </a:p>
        </p:txBody>
      </p:sp>
    </p:spTree>
    <p:extLst>
      <p:ext uri="{BB962C8B-B14F-4D97-AF65-F5344CB8AC3E}">
        <p14:creationId xmlns:p14="http://schemas.microsoft.com/office/powerpoint/2010/main" val="3922763782"/>
      </p:ext>
    </p:extLst>
  </p:cSld>
  <p:clrMapOvr>
    <a:masterClrMapping/>
  </p:clrMapOvr>
  <p:extLst>
    <p:ext uri="{DCECCB84-F9BA-43D5-87BE-67443E8EF086}">
      <p15:sldGuideLst xmlns:p15="http://schemas.microsoft.com/office/powerpoint/2012/main">
        <p15:guide id="1" pos="234">
          <p15:clr>
            <a:srgbClr val="F26B43"/>
          </p15:clr>
        </p15:guide>
        <p15:guide id="2" orient="horz" pos="4088">
          <p15:clr>
            <a:srgbClr val="F26B43"/>
          </p15:clr>
        </p15:guide>
        <p15:guide id="3" pos="7446">
          <p15:clr>
            <a:srgbClr val="F26B43"/>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Statement and content 1/3 page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C9BCFD0-067D-6545-8C5D-27D2627541BB}"/>
              </a:ext>
              <a:ext uri="{C183D7F6-B498-43B3-948B-1728B52AA6E4}">
                <adec:decorative xmlns:adec="http://schemas.microsoft.com/office/drawing/2017/decorative" val="1"/>
              </a:ext>
            </a:extLst>
          </p:cNvPr>
          <p:cNvSpPr/>
          <p:nvPr userDrawn="1"/>
        </p:nvSpPr>
        <p:spPr>
          <a:xfrm>
            <a:off x="4116388" y="0"/>
            <a:ext cx="8075613"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endParaRPr>
          </a:p>
        </p:txBody>
      </p:sp>
      <p:sp>
        <p:nvSpPr>
          <p:cNvPr id="11" name="Rectangle 10">
            <a:extLst>
              <a:ext uri="{FF2B5EF4-FFF2-40B4-BE49-F238E27FC236}">
                <a16:creationId xmlns:a16="http://schemas.microsoft.com/office/drawing/2014/main" id="{8C93FBF2-1F8B-424F-8A94-A7A44155C221}"/>
              </a:ext>
              <a:ext uri="{C183D7F6-B498-43B3-948B-1728B52AA6E4}">
                <adec:decorative xmlns:adec="http://schemas.microsoft.com/office/drawing/2017/decorative" val="1"/>
              </a:ext>
            </a:extLst>
          </p:cNvPr>
          <p:cNvSpPr/>
          <p:nvPr userDrawn="1"/>
        </p:nvSpPr>
        <p:spPr>
          <a:xfrm>
            <a:off x="4116387" y="0"/>
            <a:ext cx="8075613" cy="6858000"/>
          </a:xfrm>
          <a:prstGeom prst="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endParaRPr>
          </a:p>
        </p:txBody>
      </p:sp>
      <p:sp>
        <p:nvSpPr>
          <p:cNvPr id="6" name="Content Placeholder 5">
            <a:extLst>
              <a:ext uri="{FF2B5EF4-FFF2-40B4-BE49-F238E27FC236}">
                <a16:creationId xmlns:a16="http://schemas.microsoft.com/office/drawing/2014/main" id="{A1BBCDC9-67AD-304F-A641-19C555A78673}"/>
              </a:ext>
            </a:extLst>
          </p:cNvPr>
          <p:cNvSpPr>
            <a:spLocks noGrp="1"/>
          </p:cNvSpPr>
          <p:nvPr>
            <p:ph sz="quarter" idx="21"/>
          </p:nvPr>
        </p:nvSpPr>
        <p:spPr>
          <a:xfrm>
            <a:off x="4226011" y="1529019"/>
            <a:ext cx="7594514" cy="437445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9" name="Title 1">
            <a:extLst>
              <a:ext uri="{FF2B5EF4-FFF2-40B4-BE49-F238E27FC236}">
                <a16:creationId xmlns:a16="http://schemas.microsoft.com/office/drawing/2014/main" id="{38A1F960-AF27-6F48-B335-BF1BE9804D3D}"/>
              </a:ext>
            </a:extLst>
          </p:cNvPr>
          <p:cNvSpPr>
            <a:spLocks noGrp="1"/>
          </p:cNvSpPr>
          <p:nvPr>
            <p:ph type="ctrTitle" hasCustomPrompt="1"/>
          </p:nvPr>
        </p:nvSpPr>
        <p:spPr>
          <a:xfrm>
            <a:off x="379567" y="1529020"/>
            <a:ext cx="3438457" cy="4384418"/>
          </a:xfrm>
        </p:spPr>
        <p:txBody>
          <a:bodyPr anchor="t" anchorCtr="0"/>
          <a:lstStyle>
            <a:lvl1pPr algn="l">
              <a:defRPr sz="3800">
                <a:solidFill>
                  <a:schemeClr val="tx1"/>
                </a:solidFill>
              </a:defRPr>
            </a:lvl1pPr>
          </a:lstStyle>
          <a:p>
            <a:r>
              <a:rPr lang="en-GB" noProof="0" dirty="0"/>
              <a:t>Add Title</a:t>
            </a:r>
          </a:p>
        </p:txBody>
      </p:sp>
      <p:sp>
        <p:nvSpPr>
          <p:cNvPr id="7" name="Text Placeholder 4">
            <a:extLst>
              <a:ext uri="{FF2B5EF4-FFF2-40B4-BE49-F238E27FC236}">
                <a16:creationId xmlns:a16="http://schemas.microsoft.com/office/drawing/2014/main" id="{4372EFAD-8E4E-A3B6-4063-ED1D5B5487F6}"/>
              </a:ext>
            </a:extLst>
          </p:cNvPr>
          <p:cNvSpPr>
            <a:spLocks noGrp="1"/>
          </p:cNvSpPr>
          <p:nvPr>
            <p:ph type="body" sz="quarter" idx="13" hasCustomPrompt="1"/>
          </p:nvPr>
        </p:nvSpPr>
        <p:spPr>
          <a:xfrm>
            <a:off x="379567" y="193198"/>
            <a:ext cx="11440958" cy="280988"/>
          </a:xfrm>
        </p:spPr>
        <p:txBody>
          <a:bodyPr/>
          <a:lstStyle>
            <a:lvl1pPr marL="0" indent="0">
              <a:buNone/>
              <a:defRPr sz="1400" b="1"/>
            </a:lvl1pPr>
            <a:lvl2pPr marL="432000" indent="0">
              <a:buNone/>
              <a:defRPr sz="1600"/>
            </a:lvl2pPr>
            <a:lvl3pPr marL="432000" indent="0">
              <a:buNone/>
              <a:defRPr sz="1600"/>
            </a:lvl3pPr>
            <a:lvl4pPr marL="0" indent="0">
              <a:buNone/>
              <a:defRPr sz="1600"/>
            </a:lvl4pPr>
            <a:lvl5pPr marL="432000" indent="0">
              <a:buNone/>
              <a:defRPr sz="1600"/>
            </a:lvl5pPr>
          </a:lstStyle>
          <a:p>
            <a:pPr lvl="0"/>
            <a:r>
              <a:rPr lang="en-US"/>
              <a:t>Optional chapter heading </a:t>
            </a:r>
          </a:p>
        </p:txBody>
      </p:sp>
      <p:cxnSp>
        <p:nvCxnSpPr>
          <p:cNvPr id="2" name="Straight Connector 1">
            <a:extLst>
              <a:ext uri="{FF2B5EF4-FFF2-40B4-BE49-F238E27FC236}">
                <a16:creationId xmlns:a16="http://schemas.microsoft.com/office/drawing/2014/main" id="{450D81CE-5D8A-8AE1-049B-6C1CC5687EA7}"/>
              </a:ext>
              <a:ext uri="{C183D7F6-B498-43B3-948B-1728B52AA6E4}">
                <adec:decorative xmlns:adec="http://schemas.microsoft.com/office/drawing/2017/decorative" val="1"/>
              </a:ext>
            </a:extLst>
          </p:cNvPr>
          <p:cNvCxnSpPr>
            <a:cxnSpLocks/>
          </p:cNvCxnSpPr>
          <p:nvPr userDrawn="1"/>
        </p:nvCxnSpPr>
        <p:spPr>
          <a:xfrm>
            <a:off x="371475" y="6092825"/>
            <a:ext cx="11440958" cy="0"/>
          </a:xfrm>
          <a:prstGeom prst="line">
            <a:avLst/>
          </a:prstGeom>
          <a:ln w="6350">
            <a:solidFill>
              <a:schemeClr val="tx1">
                <a:lumMod val="50000"/>
                <a:lumOff val="50000"/>
              </a:schemeClr>
            </a:solidFill>
            <a:round/>
          </a:ln>
          <a:effectLst/>
        </p:spPr>
        <p:style>
          <a:lnRef idx="2">
            <a:schemeClr val="accent1"/>
          </a:lnRef>
          <a:fillRef idx="0">
            <a:schemeClr val="accent1"/>
          </a:fillRef>
          <a:effectRef idx="1">
            <a:schemeClr val="accent1"/>
          </a:effectRef>
          <a:fontRef idx="minor">
            <a:schemeClr val="tx1"/>
          </a:fontRef>
        </p:style>
      </p:cxnSp>
      <p:pic>
        <p:nvPicPr>
          <p:cNvPr id="13" name="Picture 12">
            <a:extLst>
              <a:ext uri="{FF2B5EF4-FFF2-40B4-BE49-F238E27FC236}">
                <a16:creationId xmlns:a16="http://schemas.microsoft.com/office/drawing/2014/main" id="{7EFFD15A-3714-D3FB-48CD-A5B249994E7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7349" y="6282172"/>
            <a:ext cx="428625" cy="195677"/>
          </a:xfrm>
          <a:prstGeom prst="rect">
            <a:avLst/>
          </a:prstGeom>
        </p:spPr>
      </p:pic>
      <p:sp>
        <p:nvSpPr>
          <p:cNvPr id="3" name="Slide Number Placeholder 5">
            <a:extLst>
              <a:ext uri="{FF2B5EF4-FFF2-40B4-BE49-F238E27FC236}">
                <a16:creationId xmlns:a16="http://schemas.microsoft.com/office/drawing/2014/main" id="{C8FE0FF1-3E0A-6CFD-FD5F-ADD96E6CEBDE}"/>
              </a:ext>
            </a:extLst>
          </p:cNvPr>
          <p:cNvSpPr>
            <a:spLocks noGrp="1"/>
          </p:cNvSpPr>
          <p:nvPr>
            <p:ph type="sldNum" sz="quarter" idx="4"/>
          </p:nvPr>
        </p:nvSpPr>
        <p:spPr>
          <a:xfrm>
            <a:off x="11329416" y="6240290"/>
            <a:ext cx="491109" cy="365125"/>
          </a:xfrm>
          <a:prstGeom prst="rect">
            <a:avLst/>
          </a:prstGeom>
        </p:spPr>
        <p:txBody>
          <a:bodyPr vert="horz" lIns="0" tIns="0" rIns="0" bIns="0" rtlCol="0" anchor="ctr"/>
          <a:lstStyle>
            <a:lvl1pPr algn="r">
              <a:defRPr sz="1200">
                <a:solidFill>
                  <a:schemeClr val="tx1"/>
                </a:solidFill>
              </a:defRPr>
            </a:lvl1pPr>
          </a:lstStyle>
          <a:p>
            <a:fld id="{2CC19541-5F6E-2C4C-BF21-196C1C8E2E31}" type="slidenum">
              <a:rPr lang="en-GB" smtClean="0"/>
              <a:pPr/>
              <a:t>‹#›</a:t>
            </a:fld>
            <a:r>
              <a:rPr lang="en-GB" dirty="0"/>
              <a:t> </a:t>
            </a:r>
          </a:p>
        </p:txBody>
      </p:sp>
      <p:sp>
        <p:nvSpPr>
          <p:cNvPr id="4" name="Footer Placeholder 4">
            <a:extLst>
              <a:ext uri="{FF2B5EF4-FFF2-40B4-BE49-F238E27FC236}">
                <a16:creationId xmlns:a16="http://schemas.microsoft.com/office/drawing/2014/main" id="{B28F4B57-A6E2-F534-4E4F-D804A30E8D46}"/>
              </a:ext>
            </a:extLst>
          </p:cNvPr>
          <p:cNvSpPr>
            <a:spLocks noGrp="1"/>
          </p:cNvSpPr>
          <p:nvPr>
            <p:ph type="ftr" sz="quarter" idx="3"/>
          </p:nvPr>
        </p:nvSpPr>
        <p:spPr>
          <a:xfrm>
            <a:off x="2316163" y="6240290"/>
            <a:ext cx="9013253" cy="365125"/>
          </a:xfrm>
          <a:prstGeom prst="rect">
            <a:avLst/>
          </a:prstGeom>
        </p:spPr>
        <p:txBody>
          <a:bodyPr vert="horz" lIns="0" tIns="0" rIns="0" bIns="0" rtlCol="0" anchor="ctr"/>
          <a:lstStyle>
            <a:lvl1pPr algn="l">
              <a:defRPr sz="1200">
                <a:solidFill>
                  <a:schemeClr val="tx1"/>
                </a:solidFill>
              </a:defRPr>
            </a:lvl1pPr>
          </a:lstStyle>
          <a:p>
            <a:pPr algn="r"/>
            <a:r>
              <a:rPr lang="en-GB"/>
              <a:t>Slough and Langley | CCI | UAL | BSc Data Science and AI | 29th January 2025</a:t>
            </a:r>
            <a:endParaRPr lang="en-GB" dirty="0"/>
          </a:p>
        </p:txBody>
      </p:sp>
    </p:spTree>
    <p:extLst>
      <p:ext uri="{BB962C8B-B14F-4D97-AF65-F5344CB8AC3E}">
        <p14:creationId xmlns:p14="http://schemas.microsoft.com/office/powerpoint/2010/main" val="375372909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Two photo and title">
    <p:spTree>
      <p:nvGrpSpPr>
        <p:cNvPr id="1" name=""/>
        <p:cNvGrpSpPr/>
        <p:nvPr/>
      </p:nvGrpSpPr>
      <p:grpSpPr>
        <a:xfrm>
          <a:off x="0" y="0"/>
          <a:ext cx="0" cy="0"/>
          <a:chOff x="0" y="0"/>
          <a:chExt cx="0" cy="0"/>
        </a:xfrm>
      </p:grpSpPr>
      <p:sp>
        <p:nvSpPr>
          <p:cNvPr id="13" name="Picture Placeholder 3" descr="Add second image here">
            <a:extLst>
              <a:ext uri="{FF2B5EF4-FFF2-40B4-BE49-F238E27FC236}">
                <a16:creationId xmlns:a16="http://schemas.microsoft.com/office/drawing/2014/main" id="{2A65CA6F-7D91-3C47-9C36-79BAEE1D4880}"/>
              </a:ext>
            </a:extLst>
          </p:cNvPr>
          <p:cNvSpPr>
            <a:spLocks noGrp="1"/>
          </p:cNvSpPr>
          <p:nvPr>
            <p:ph type="pic" sz="quarter" idx="10"/>
          </p:nvPr>
        </p:nvSpPr>
        <p:spPr>
          <a:xfrm>
            <a:off x="6178046" y="1520825"/>
            <a:ext cx="5653840" cy="4392613"/>
          </a:xfrm>
          <a:prstGeom prst="rect">
            <a:avLst/>
          </a:prstGeom>
        </p:spPr>
        <p:txBody>
          <a:bodyPr anchor="t" anchorCtr="0"/>
          <a:lstStyle>
            <a:lvl1pPr marL="0" indent="0" algn="ctr">
              <a:buNone/>
              <a:defRPr sz="1600">
                <a:solidFill>
                  <a:schemeClr val="tx1"/>
                </a:solidFill>
              </a:defRPr>
            </a:lvl1pPr>
          </a:lstStyle>
          <a:p>
            <a:r>
              <a:rPr lang="en-GB"/>
              <a:t>Click icon to add picture</a:t>
            </a:r>
            <a:endParaRPr lang="en-GB" dirty="0"/>
          </a:p>
        </p:txBody>
      </p:sp>
      <p:sp>
        <p:nvSpPr>
          <p:cNvPr id="14" name="Picture Placeholder 3" descr="Add first image here">
            <a:extLst>
              <a:ext uri="{FF2B5EF4-FFF2-40B4-BE49-F238E27FC236}">
                <a16:creationId xmlns:a16="http://schemas.microsoft.com/office/drawing/2014/main" id="{C7C14F64-0AD7-814E-ADBD-00D172CAC615}"/>
              </a:ext>
            </a:extLst>
          </p:cNvPr>
          <p:cNvSpPr>
            <a:spLocks noGrp="1"/>
          </p:cNvSpPr>
          <p:nvPr>
            <p:ph type="pic" sz="quarter" idx="18"/>
          </p:nvPr>
        </p:nvSpPr>
        <p:spPr>
          <a:xfrm>
            <a:off x="379567" y="1520824"/>
            <a:ext cx="5653840" cy="4392613"/>
          </a:xfrm>
          <a:prstGeom prst="rect">
            <a:avLst/>
          </a:prstGeom>
        </p:spPr>
        <p:txBody>
          <a:bodyPr anchor="t" anchorCtr="0"/>
          <a:lstStyle>
            <a:lvl1pPr marL="0" indent="0" algn="ctr">
              <a:buNone/>
              <a:defRPr sz="1600">
                <a:solidFill>
                  <a:schemeClr val="tx1"/>
                </a:solidFill>
              </a:defRPr>
            </a:lvl1pPr>
          </a:lstStyle>
          <a:p>
            <a:r>
              <a:rPr lang="en-GB"/>
              <a:t>Click icon to add picture</a:t>
            </a:r>
            <a:endParaRPr lang="en-GB" dirty="0"/>
          </a:p>
        </p:txBody>
      </p:sp>
      <p:cxnSp>
        <p:nvCxnSpPr>
          <p:cNvPr id="2" name="Straight Connector 1">
            <a:extLst>
              <a:ext uri="{FF2B5EF4-FFF2-40B4-BE49-F238E27FC236}">
                <a16:creationId xmlns:a16="http://schemas.microsoft.com/office/drawing/2014/main" id="{F2FB182D-B2C9-E350-DCD3-A5E7AF0141E8}"/>
              </a:ext>
              <a:ext uri="{C183D7F6-B498-43B3-948B-1728B52AA6E4}">
                <adec:decorative xmlns:adec="http://schemas.microsoft.com/office/drawing/2017/decorative" val="1"/>
              </a:ext>
            </a:extLst>
          </p:cNvPr>
          <p:cNvCxnSpPr>
            <a:cxnSpLocks/>
          </p:cNvCxnSpPr>
          <p:nvPr userDrawn="1"/>
        </p:nvCxnSpPr>
        <p:spPr>
          <a:xfrm>
            <a:off x="371475" y="6092825"/>
            <a:ext cx="11440958" cy="0"/>
          </a:xfrm>
          <a:prstGeom prst="line">
            <a:avLst/>
          </a:prstGeom>
          <a:ln w="6350">
            <a:solidFill>
              <a:schemeClr val="tx1">
                <a:lumMod val="50000"/>
                <a:lumOff val="50000"/>
              </a:schemeClr>
            </a:solidFill>
            <a:round/>
          </a:ln>
          <a:effectLst/>
        </p:spPr>
        <p:style>
          <a:lnRef idx="2">
            <a:schemeClr val="accent1"/>
          </a:lnRef>
          <a:fillRef idx="0">
            <a:schemeClr val="accent1"/>
          </a:fillRef>
          <a:effectRef idx="1">
            <a:schemeClr val="accent1"/>
          </a:effectRef>
          <a:fontRef idx="minor">
            <a:schemeClr val="tx1"/>
          </a:fontRef>
        </p:style>
      </p:cxnSp>
      <p:pic>
        <p:nvPicPr>
          <p:cNvPr id="10" name="Picture 9">
            <a:extLst>
              <a:ext uri="{FF2B5EF4-FFF2-40B4-BE49-F238E27FC236}">
                <a16:creationId xmlns:a16="http://schemas.microsoft.com/office/drawing/2014/main" id="{F8F21FA1-6F48-B791-E215-3A2D1A6DE30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7349" y="6282172"/>
            <a:ext cx="428625" cy="195677"/>
          </a:xfrm>
          <a:prstGeom prst="rect">
            <a:avLst/>
          </a:prstGeom>
        </p:spPr>
      </p:pic>
      <p:sp>
        <p:nvSpPr>
          <p:cNvPr id="11" name="Title 1">
            <a:extLst>
              <a:ext uri="{FF2B5EF4-FFF2-40B4-BE49-F238E27FC236}">
                <a16:creationId xmlns:a16="http://schemas.microsoft.com/office/drawing/2014/main" id="{86895920-A555-4F0A-C202-DF507F1126D8}"/>
              </a:ext>
            </a:extLst>
          </p:cNvPr>
          <p:cNvSpPr>
            <a:spLocks noGrp="1"/>
          </p:cNvSpPr>
          <p:nvPr>
            <p:ph type="ctrTitle" hasCustomPrompt="1"/>
          </p:nvPr>
        </p:nvSpPr>
        <p:spPr>
          <a:xfrm>
            <a:off x="379567" y="382123"/>
            <a:ext cx="11404446" cy="677763"/>
          </a:xfrm>
        </p:spPr>
        <p:txBody>
          <a:bodyPr anchor="b" anchorCtr="0"/>
          <a:lstStyle>
            <a:lvl1pPr algn="l">
              <a:defRPr sz="3800">
                <a:solidFill>
                  <a:schemeClr val="tx1"/>
                </a:solidFill>
              </a:defRPr>
            </a:lvl1pPr>
          </a:lstStyle>
          <a:p>
            <a:r>
              <a:rPr lang="en-GB" noProof="0" dirty="0"/>
              <a:t>Add Title</a:t>
            </a:r>
          </a:p>
        </p:txBody>
      </p:sp>
      <p:sp>
        <p:nvSpPr>
          <p:cNvPr id="12" name="Text Placeholder 4">
            <a:extLst>
              <a:ext uri="{FF2B5EF4-FFF2-40B4-BE49-F238E27FC236}">
                <a16:creationId xmlns:a16="http://schemas.microsoft.com/office/drawing/2014/main" id="{65399F4B-C9F2-E990-C8EA-67C22872E025}"/>
              </a:ext>
            </a:extLst>
          </p:cNvPr>
          <p:cNvSpPr>
            <a:spLocks noGrp="1"/>
          </p:cNvSpPr>
          <p:nvPr>
            <p:ph type="body" sz="quarter" idx="13" hasCustomPrompt="1"/>
          </p:nvPr>
        </p:nvSpPr>
        <p:spPr>
          <a:xfrm>
            <a:off x="379567" y="193198"/>
            <a:ext cx="11404446" cy="280988"/>
          </a:xfrm>
        </p:spPr>
        <p:txBody>
          <a:bodyPr/>
          <a:lstStyle>
            <a:lvl1pPr marL="0" indent="0">
              <a:buNone/>
              <a:defRPr sz="1400" b="1"/>
            </a:lvl1pPr>
            <a:lvl2pPr marL="432000" indent="0">
              <a:buNone/>
              <a:defRPr sz="1600"/>
            </a:lvl2pPr>
            <a:lvl3pPr marL="432000" indent="0">
              <a:buNone/>
              <a:defRPr sz="1600"/>
            </a:lvl3pPr>
            <a:lvl4pPr marL="0" indent="0">
              <a:buNone/>
              <a:defRPr sz="1600"/>
            </a:lvl4pPr>
            <a:lvl5pPr marL="432000" indent="0">
              <a:buNone/>
              <a:defRPr sz="1600"/>
            </a:lvl5pPr>
          </a:lstStyle>
          <a:p>
            <a:pPr lvl="0"/>
            <a:r>
              <a:rPr lang="en-US" dirty="0"/>
              <a:t>Optional chapter heading </a:t>
            </a:r>
          </a:p>
        </p:txBody>
      </p:sp>
      <p:sp>
        <p:nvSpPr>
          <p:cNvPr id="5" name="Slide Number Placeholder 5">
            <a:extLst>
              <a:ext uri="{FF2B5EF4-FFF2-40B4-BE49-F238E27FC236}">
                <a16:creationId xmlns:a16="http://schemas.microsoft.com/office/drawing/2014/main" id="{899E9E11-861C-5200-6167-B16DEF54F5BC}"/>
              </a:ext>
            </a:extLst>
          </p:cNvPr>
          <p:cNvSpPr>
            <a:spLocks noGrp="1"/>
          </p:cNvSpPr>
          <p:nvPr>
            <p:ph type="sldNum" sz="quarter" idx="4"/>
          </p:nvPr>
        </p:nvSpPr>
        <p:spPr>
          <a:xfrm>
            <a:off x="11329416" y="6240290"/>
            <a:ext cx="491109" cy="365125"/>
          </a:xfrm>
          <a:prstGeom prst="rect">
            <a:avLst/>
          </a:prstGeom>
        </p:spPr>
        <p:txBody>
          <a:bodyPr vert="horz" lIns="0" tIns="0" rIns="0" bIns="0" rtlCol="0" anchor="ctr"/>
          <a:lstStyle>
            <a:lvl1pPr algn="r">
              <a:defRPr sz="1200">
                <a:solidFill>
                  <a:schemeClr val="tx1"/>
                </a:solidFill>
              </a:defRPr>
            </a:lvl1pPr>
          </a:lstStyle>
          <a:p>
            <a:fld id="{2CC19541-5F6E-2C4C-BF21-196C1C8E2E31}" type="slidenum">
              <a:rPr lang="en-GB" smtClean="0"/>
              <a:pPr/>
              <a:t>‹#›</a:t>
            </a:fld>
            <a:r>
              <a:rPr lang="en-GB" dirty="0"/>
              <a:t> </a:t>
            </a:r>
          </a:p>
        </p:txBody>
      </p:sp>
      <p:sp>
        <p:nvSpPr>
          <p:cNvPr id="6" name="Footer Placeholder 4">
            <a:extLst>
              <a:ext uri="{FF2B5EF4-FFF2-40B4-BE49-F238E27FC236}">
                <a16:creationId xmlns:a16="http://schemas.microsoft.com/office/drawing/2014/main" id="{025451D9-38FB-FDCF-1F63-393445FF98A3}"/>
              </a:ext>
            </a:extLst>
          </p:cNvPr>
          <p:cNvSpPr>
            <a:spLocks noGrp="1"/>
          </p:cNvSpPr>
          <p:nvPr>
            <p:ph type="ftr" sz="quarter" idx="3"/>
          </p:nvPr>
        </p:nvSpPr>
        <p:spPr>
          <a:xfrm>
            <a:off x="2316163" y="6240290"/>
            <a:ext cx="9013253" cy="365125"/>
          </a:xfrm>
          <a:prstGeom prst="rect">
            <a:avLst/>
          </a:prstGeom>
        </p:spPr>
        <p:txBody>
          <a:bodyPr vert="horz" lIns="0" tIns="0" rIns="0" bIns="0" rtlCol="0" anchor="ctr"/>
          <a:lstStyle>
            <a:lvl1pPr algn="l">
              <a:defRPr sz="1200">
                <a:solidFill>
                  <a:schemeClr val="tx1"/>
                </a:solidFill>
              </a:defRPr>
            </a:lvl1pPr>
          </a:lstStyle>
          <a:p>
            <a:pPr algn="r"/>
            <a:r>
              <a:rPr lang="en-GB"/>
              <a:t>Slough and Langley | CCI | UAL | BSc Data Science and AI | 29th January 2025</a:t>
            </a:r>
            <a:endParaRPr lang="en-GB" dirty="0"/>
          </a:p>
        </p:txBody>
      </p:sp>
    </p:spTree>
    <p:extLst>
      <p:ext uri="{BB962C8B-B14F-4D97-AF65-F5344CB8AC3E}">
        <p14:creationId xmlns:p14="http://schemas.microsoft.com/office/powerpoint/2010/main" val="269875984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Text two column">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AA3A0A6-2360-E749-813F-4C2BB76956BA}"/>
              </a:ext>
            </a:extLst>
          </p:cNvPr>
          <p:cNvSpPr>
            <a:spLocks noGrp="1"/>
          </p:cNvSpPr>
          <p:nvPr>
            <p:ph type="body" sz="quarter" idx="15"/>
          </p:nvPr>
        </p:nvSpPr>
        <p:spPr>
          <a:xfrm>
            <a:off x="371475" y="1520831"/>
            <a:ext cx="10477501" cy="4392608"/>
          </a:xfrm>
        </p:spPr>
        <p:txBody>
          <a:bodyPr numCol="2" spcCol="720000"/>
          <a:lstStyle>
            <a:lvl1pPr>
              <a:defRPr/>
            </a:lvl1pPr>
            <a:lvl2pPr>
              <a:defRPr/>
            </a:lvl2pPr>
            <a:lvl3pPr>
              <a:defRPr/>
            </a:lvl3pPr>
            <a:lvl4pPr>
              <a:defRPr/>
            </a:lvl4pPr>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cxnSp>
        <p:nvCxnSpPr>
          <p:cNvPr id="2" name="Straight Connector 1">
            <a:extLst>
              <a:ext uri="{FF2B5EF4-FFF2-40B4-BE49-F238E27FC236}">
                <a16:creationId xmlns:a16="http://schemas.microsoft.com/office/drawing/2014/main" id="{66E36BC3-BB5D-D5C7-A03B-2154FE3BFB67}"/>
              </a:ext>
              <a:ext uri="{C183D7F6-B498-43B3-948B-1728B52AA6E4}">
                <adec:decorative xmlns:adec="http://schemas.microsoft.com/office/drawing/2017/decorative" val="1"/>
              </a:ext>
            </a:extLst>
          </p:cNvPr>
          <p:cNvCxnSpPr>
            <a:cxnSpLocks/>
          </p:cNvCxnSpPr>
          <p:nvPr userDrawn="1"/>
        </p:nvCxnSpPr>
        <p:spPr>
          <a:xfrm>
            <a:off x="371475" y="6092825"/>
            <a:ext cx="11440958" cy="0"/>
          </a:xfrm>
          <a:prstGeom prst="line">
            <a:avLst/>
          </a:prstGeom>
          <a:ln w="6350">
            <a:solidFill>
              <a:schemeClr val="tx1">
                <a:lumMod val="50000"/>
                <a:lumOff val="50000"/>
              </a:schemeClr>
            </a:solidFill>
            <a:round/>
          </a:ln>
          <a:effectLst/>
        </p:spPr>
        <p:style>
          <a:lnRef idx="2">
            <a:schemeClr val="accent1"/>
          </a:lnRef>
          <a:fillRef idx="0">
            <a:schemeClr val="accent1"/>
          </a:fillRef>
          <a:effectRef idx="1">
            <a:schemeClr val="accent1"/>
          </a:effectRef>
          <a:fontRef idx="minor">
            <a:schemeClr val="tx1"/>
          </a:fontRef>
        </p:style>
      </p:cxnSp>
      <p:pic>
        <p:nvPicPr>
          <p:cNvPr id="12" name="Picture 11">
            <a:extLst>
              <a:ext uri="{FF2B5EF4-FFF2-40B4-BE49-F238E27FC236}">
                <a16:creationId xmlns:a16="http://schemas.microsoft.com/office/drawing/2014/main" id="{B4747DE0-024F-D84C-A99D-0DF6A591B33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7349" y="6282172"/>
            <a:ext cx="428625" cy="195677"/>
          </a:xfrm>
          <a:prstGeom prst="rect">
            <a:avLst/>
          </a:prstGeom>
        </p:spPr>
      </p:pic>
      <p:sp>
        <p:nvSpPr>
          <p:cNvPr id="13" name="Title 1">
            <a:extLst>
              <a:ext uri="{FF2B5EF4-FFF2-40B4-BE49-F238E27FC236}">
                <a16:creationId xmlns:a16="http://schemas.microsoft.com/office/drawing/2014/main" id="{DC4D28C2-4359-3ABE-FD4E-574ABCBA7EFD}"/>
              </a:ext>
            </a:extLst>
          </p:cNvPr>
          <p:cNvSpPr>
            <a:spLocks noGrp="1"/>
          </p:cNvSpPr>
          <p:nvPr>
            <p:ph type="ctrTitle" hasCustomPrompt="1"/>
          </p:nvPr>
        </p:nvSpPr>
        <p:spPr>
          <a:xfrm>
            <a:off x="379567" y="382123"/>
            <a:ext cx="11404446" cy="677763"/>
          </a:xfrm>
        </p:spPr>
        <p:txBody>
          <a:bodyPr anchor="b" anchorCtr="0"/>
          <a:lstStyle>
            <a:lvl1pPr algn="l">
              <a:defRPr sz="3800">
                <a:solidFill>
                  <a:schemeClr val="tx1"/>
                </a:solidFill>
              </a:defRPr>
            </a:lvl1pPr>
          </a:lstStyle>
          <a:p>
            <a:r>
              <a:rPr lang="en-GB" noProof="0" dirty="0"/>
              <a:t>Add Title</a:t>
            </a:r>
          </a:p>
        </p:txBody>
      </p:sp>
      <p:sp>
        <p:nvSpPr>
          <p:cNvPr id="14" name="Text Placeholder 4">
            <a:extLst>
              <a:ext uri="{FF2B5EF4-FFF2-40B4-BE49-F238E27FC236}">
                <a16:creationId xmlns:a16="http://schemas.microsoft.com/office/drawing/2014/main" id="{CAED8CAB-4BF9-BFEF-CE19-487CA78F2572}"/>
              </a:ext>
            </a:extLst>
          </p:cNvPr>
          <p:cNvSpPr>
            <a:spLocks noGrp="1"/>
          </p:cNvSpPr>
          <p:nvPr>
            <p:ph type="body" sz="quarter" idx="13" hasCustomPrompt="1"/>
          </p:nvPr>
        </p:nvSpPr>
        <p:spPr>
          <a:xfrm>
            <a:off x="379567" y="193198"/>
            <a:ext cx="11404446" cy="280988"/>
          </a:xfrm>
        </p:spPr>
        <p:txBody>
          <a:bodyPr/>
          <a:lstStyle>
            <a:lvl1pPr marL="0" indent="0">
              <a:buNone/>
              <a:defRPr sz="1400" b="1"/>
            </a:lvl1pPr>
            <a:lvl2pPr marL="432000" indent="0">
              <a:buNone/>
              <a:defRPr sz="1600"/>
            </a:lvl2pPr>
            <a:lvl3pPr marL="432000" indent="0">
              <a:buNone/>
              <a:defRPr sz="1600"/>
            </a:lvl3pPr>
            <a:lvl4pPr marL="0" indent="0">
              <a:buNone/>
              <a:defRPr sz="1600"/>
            </a:lvl4pPr>
            <a:lvl5pPr marL="432000" indent="0">
              <a:buNone/>
              <a:defRPr sz="1600"/>
            </a:lvl5pPr>
          </a:lstStyle>
          <a:p>
            <a:pPr lvl="0"/>
            <a:r>
              <a:rPr lang="en-US" dirty="0"/>
              <a:t>Optional chapter heading </a:t>
            </a:r>
          </a:p>
        </p:txBody>
      </p:sp>
      <p:sp>
        <p:nvSpPr>
          <p:cNvPr id="3" name="Slide Number Placeholder 5">
            <a:extLst>
              <a:ext uri="{FF2B5EF4-FFF2-40B4-BE49-F238E27FC236}">
                <a16:creationId xmlns:a16="http://schemas.microsoft.com/office/drawing/2014/main" id="{CDBC24BE-77B5-2444-9310-D77A67E99D6C}"/>
              </a:ext>
            </a:extLst>
          </p:cNvPr>
          <p:cNvSpPr>
            <a:spLocks noGrp="1"/>
          </p:cNvSpPr>
          <p:nvPr>
            <p:ph type="sldNum" sz="quarter" idx="4"/>
          </p:nvPr>
        </p:nvSpPr>
        <p:spPr>
          <a:xfrm>
            <a:off x="11329416" y="6240290"/>
            <a:ext cx="491109" cy="365125"/>
          </a:xfrm>
          <a:prstGeom prst="rect">
            <a:avLst/>
          </a:prstGeom>
        </p:spPr>
        <p:txBody>
          <a:bodyPr vert="horz" lIns="0" tIns="0" rIns="0" bIns="0" rtlCol="0" anchor="ctr"/>
          <a:lstStyle>
            <a:lvl1pPr algn="r">
              <a:defRPr sz="1200">
                <a:solidFill>
                  <a:schemeClr val="tx1"/>
                </a:solidFill>
              </a:defRPr>
            </a:lvl1pPr>
          </a:lstStyle>
          <a:p>
            <a:fld id="{2CC19541-5F6E-2C4C-BF21-196C1C8E2E31}" type="slidenum">
              <a:rPr lang="en-GB" smtClean="0"/>
              <a:pPr/>
              <a:t>‹#›</a:t>
            </a:fld>
            <a:r>
              <a:rPr lang="en-GB" dirty="0"/>
              <a:t> </a:t>
            </a:r>
          </a:p>
        </p:txBody>
      </p:sp>
      <p:sp>
        <p:nvSpPr>
          <p:cNvPr id="4" name="Footer Placeholder 4">
            <a:extLst>
              <a:ext uri="{FF2B5EF4-FFF2-40B4-BE49-F238E27FC236}">
                <a16:creationId xmlns:a16="http://schemas.microsoft.com/office/drawing/2014/main" id="{9B08A24B-3716-3EBB-C5A7-A4F41EDFA467}"/>
              </a:ext>
            </a:extLst>
          </p:cNvPr>
          <p:cNvSpPr>
            <a:spLocks noGrp="1"/>
          </p:cNvSpPr>
          <p:nvPr>
            <p:ph type="ftr" sz="quarter" idx="3"/>
          </p:nvPr>
        </p:nvSpPr>
        <p:spPr>
          <a:xfrm>
            <a:off x="2316163" y="6240290"/>
            <a:ext cx="9013253" cy="365125"/>
          </a:xfrm>
          <a:prstGeom prst="rect">
            <a:avLst/>
          </a:prstGeom>
        </p:spPr>
        <p:txBody>
          <a:bodyPr vert="horz" lIns="0" tIns="0" rIns="0" bIns="0" rtlCol="0" anchor="ctr"/>
          <a:lstStyle>
            <a:lvl1pPr algn="l">
              <a:defRPr sz="1200">
                <a:solidFill>
                  <a:schemeClr val="tx1"/>
                </a:solidFill>
              </a:defRPr>
            </a:lvl1pPr>
          </a:lstStyle>
          <a:p>
            <a:pPr algn="r"/>
            <a:r>
              <a:rPr lang="en-GB"/>
              <a:t>Slough and Langley | CCI | UAL | BSc Data Science and AI | 29th January 2025</a:t>
            </a:r>
            <a:endParaRPr lang="en-GB" dirty="0"/>
          </a:p>
        </p:txBody>
      </p:sp>
    </p:spTree>
    <p:extLst>
      <p:ext uri="{BB962C8B-B14F-4D97-AF65-F5344CB8AC3E}">
        <p14:creationId xmlns:p14="http://schemas.microsoft.com/office/powerpoint/2010/main" val="2639925038"/>
      </p:ext>
    </p:extLst>
  </p:cSld>
  <p:clrMapOvr>
    <a:masterClrMapping/>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1_Full page image">
    <p:bg>
      <p:bgPr>
        <a:solidFill>
          <a:schemeClr val="bg1"/>
        </a:solidFill>
        <a:effectLst/>
      </p:bgPr>
    </p:bg>
    <p:spTree>
      <p:nvGrpSpPr>
        <p:cNvPr id="1" name=""/>
        <p:cNvGrpSpPr/>
        <p:nvPr/>
      </p:nvGrpSpPr>
      <p:grpSpPr>
        <a:xfrm>
          <a:off x="0" y="0"/>
          <a:ext cx="0" cy="0"/>
          <a:chOff x="0" y="0"/>
          <a:chExt cx="0" cy="0"/>
        </a:xfrm>
      </p:grpSpPr>
      <p:sp>
        <p:nvSpPr>
          <p:cNvPr id="6" name="Picture Placeholder 3">
            <a:extLst>
              <a:ext uri="{FF2B5EF4-FFF2-40B4-BE49-F238E27FC236}">
                <a16:creationId xmlns:a16="http://schemas.microsoft.com/office/drawing/2014/main" id="{0088D9D9-CB9E-2F46-A0E3-379EAB621619}"/>
              </a:ext>
            </a:extLst>
          </p:cNvPr>
          <p:cNvSpPr>
            <a:spLocks noGrp="1"/>
          </p:cNvSpPr>
          <p:nvPr>
            <p:ph type="pic" sz="quarter" idx="11"/>
          </p:nvPr>
        </p:nvSpPr>
        <p:spPr>
          <a:xfrm>
            <a:off x="-8467" y="0"/>
            <a:ext cx="12200467" cy="6858000"/>
          </a:xfrm>
        </p:spPr>
        <p:txBody>
          <a:bodyPr/>
          <a:lstStyle>
            <a:lvl1pPr marL="0" indent="0">
              <a:buNone/>
              <a:defRPr/>
            </a:lvl1pPr>
          </a:lstStyle>
          <a:p>
            <a:r>
              <a:rPr lang="en-GB"/>
              <a:t>Click icon to add picture</a:t>
            </a:r>
            <a:endParaRPr lang="en-US" dirty="0"/>
          </a:p>
        </p:txBody>
      </p:sp>
      <p:sp>
        <p:nvSpPr>
          <p:cNvPr id="3" name="Text Placeholder 2">
            <a:extLst>
              <a:ext uri="{FF2B5EF4-FFF2-40B4-BE49-F238E27FC236}">
                <a16:creationId xmlns:a16="http://schemas.microsoft.com/office/drawing/2014/main" id="{BE7C82FC-975C-A949-B807-58A6D2759D1D}"/>
              </a:ext>
            </a:extLst>
          </p:cNvPr>
          <p:cNvSpPr>
            <a:spLocks noGrp="1"/>
          </p:cNvSpPr>
          <p:nvPr>
            <p:ph type="body" sz="quarter" idx="13" hasCustomPrompt="1"/>
          </p:nvPr>
        </p:nvSpPr>
        <p:spPr>
          <a:xfrm>
            <a:off x="-8467" y="6220048"/>
            <a:ext cx="2230339" cy="468000"/>
          </a:xfrm>
          <a:solidFill>
            <a:schemeClr val="bg1"/>
          </a:solidFill>
        </p:spPr>
        <p:txBody>
          <a:bodyPr anchor="ctr"/>
          <a:lstStyle>
            <a:lvl1pPr marL="0" indent="0">
              <a:buNone/>
              <a:defRPr sz="1800"/>
            </a:lvl1pPr>
            <a:lvl2pPr marL="432000" indent="0">
              <a:buFontTx/>
              <a:buNone/>
              <a:defRPr sz="1200"/>
            </a:lvl2pPr>
          </a:lstStyle>
          <a:p>
            <a:pPr lvl="1"/>
            <a:r>
              <a:rPr lang="en-US" dirty="0"/>
              <a:t> Image credit</a:t>
            </a:r>
            <a:br>
              <a:rPr lang="en-US" dirty="0"/>
            </a:br>
            <a:r>
              <a:rPr lang="en-US" dirty="0"/>
              <a:t> goes here</a:t>
            </a:r>
          </a:p>
        </p:txBody>
      </p:sp>
      <p:sp>
        <p:nvSpPr>
          <p:cNvPr id="7" name="Text Placeholder 2" descr="Text box with instruction on how to add a full slide image. Delete this box from slide">
            <a:extLst>
              <a:ext uri="{FF2B5EF4-FFF2-40B4-BE49-F238E27FC236}">
                <a16:creationId xmlns:a16="http://schemas.microsoft.com/office/drawing/2014/main" id="{78A0F6EB-7578-CC42-82B5-AFD3AB11FD82}"/>
              </a:ext>
              <a:ext uri="{C183D7F6-B498-43B3-948B-1728B52AA6E4}">
                <adec:decorative xmlns:adec="http://schemas.microsoft.com/office/drawing/2017/decorative" val="0"/>
              </a:ext>
            </a:extLst>
          </p:cNvPr>
          <p:cNvSpPr>
            <a:spLocks noGrp="1"/>
          </p:cNvSpPr>
          <p:nvPr>
            <p:ph type="body" sz="quarter" idx="12" hasCustomPrompt="1"/>
          </p:nvPr>
        </p:nvSpPr>
        <p:spPr>
          <a:xfrm>
            <a:off x="379567" y="1527377"/>
            <a:ext cx="5545138" cy="1393825"/>
          </a:xfrm>
          <a:solidFill>
            <a:schemeClr val="bg2"/>
          </a:solidFill>
        </p:spPr>
        <p:txBody>
          <a:bodyPr lIns="72000" tIns="72000" rIns="72000" bIns="72000"/>
          <a:lstStyle>
            <a:lvl1pPr marL="0" indent="0" algn="ctr">
              <a:buNone/>
              <a:defRPr>
                <a:solidFill>
                  <a:schemeClr val="bg1"/>
                </a:solidFill>
              </a:defRPr>
            </a:lvl1pPr>
            <a:lvl2pPr marL="432000" indent="0">
              <a:buNone/>
              <a:defRPr/>
            </a:lvl2pPr>
            <a:lvl3pPr marL="864000" indent="0">
              <a:buNone/>
              <a:defRPr/>
            </a:lvl3pPr>
            <a:lvl4pPr marL="0" indent="0">
              <a:buNone/>
              <a:defRPr/>
            </a:lvl4pPr>
            <a:lvl5pPr marL="432000" indent="0">
              <a:buNone/>
              <a:defRPr/>
            </a:lvl5pPr>
          </a:lstStyle>
          <a:p>
            <a:pPr lvl="0"/>
            <a:r>
              <a:rPr lang="en-US" dirty="0"/>
              <a:t>Use this slide for full slide images. </a:t>
            </a:r>
            <a:br>
              <a:rPr lang="en-US" dirty="0"/>
            </a:br>
            <a:r>
              <a:rPr lang="en-US" dirty="0"/>
              <a:t>Click on icon to add image. </a:t>
            </a:r>
            <a:br>
              <a:rPr lang="en-US" dirty="0"/>
            </a:br>
            <a:r>
              <a:rPr lang="en-US" dirty="0"/>
              <a:t>Delete this box.</a:t>
            </a:r>
            <a:endParaRPr lang="en-GB" dirty="0"/>
          </a:p>
        </p:txBody>
      </p:sp>
      <p:sp>
        <p:nvSpPr>
          <p:cNvPr id="2" name="Title 1">
            <a:extLst>
              <a:ext uri="{FF2B5EF4-FFF2-40B4-BE49-F238E27FC236}">
                <a16:creationId xmlns:a16="http://schemas.microsoft.com/office/drawing/2014/main" id="{40B63317-583C-1210-C216-A793603C7F9C}"/>
              </a:ext>
            </a:extLst>
          </p:cNvPr>
          <p:cNvSpPr>
            <a:spLocks noGrp="1"/>
          </p:cNvSpPr>
          <p:nvPr>
            <p:ph type="ctrTitle" hasCustomPrompt="1"/>
          </p:nvPr>
        </p:nvSpPr>
        <p:spPr>
          <a:xfrm>
            <a:off x="379567" y="382123"/>
            <a:ext cx="11404446" cy="677763"/>
          </a:xfrm>
        </p:spPr>
        <p:txBody>
          <a:bodyPr anchor="b" anchorCtr="0"/>
          <a:lstStyle>
            <a:lvl1pPr algn="l">
              <a:defRPr sz="3800">
                <a:solidFill>
                  <a:schemeClr val="tx1"/>
                </a:solidFill>
              </a:defRPr>
            </a:lvl1pPr>
          </a:lstStyle>
          <a:p>
            <a:r>
              <a:rPr lang="en-GB" noProof="0" dirty="0"/>
              <a:t>Add Title</a:t>
            </a:r>
          </a:p>
        </p:txBody>
      </p:sp>
    </p:spTree>
    <p:extLst>
      <p:ext uri="{BB962C8B-B14F-4D97-AF65-F5344CB8AC3E}">
        <p14:creationId xmlns:p14="http://schemas.microsoft.com/office/powerpoint/2010/main" val="284604791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CC1FC-ADE8-488C-A1DA-2FD569FD4D09}"/>
              </a:ext>
            </a:extLst>
          </p:cNvPr>
          <p:cNvSpPr>
            <a:spLocks noGrp="1"/>
          </p:cNvSpPr>
          <p:nvPr>
            <p:ph type="title"/>
          </p:nvPr>
        </p:nvSpPr>
        <p:spPr>
          <a:xfrm>
            <a:off x="838200" y="365760"/>
            <a:ext cx="10515600" cy="1325563"/>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7F02842-38C3-46D6-8527-0F6FE623C511}"/>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E864CF5-F681-40C2-88CC-E02206C9CECB}"/>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2C04753-4FE4-4A6F-99BB-CFFC92E0CD06}"/>
              </a:ext>
            </a:extLst>
          </p:cNvPr>
          <p:cNvSpPr>
            <a:spLocks noGrp="1"/>
          </p:cNvSpPr>
          <p:nvPr>
            <p:ph type="ftr" sz="quarter" idx="11"/>
          </p:nvPr>
        </p:nvSpPr>
        <p:spPr/>
        <p:txBody>
          <a:bodyPr/>
          <a:lstStyle/>
          <a:p>
            <a:r>
              <a:rPr lang="en-US"/>
              <a:t>Slough and Langley | CCI | UAL | BSc Data Science and AI | 29th January 2025</a:t>
            </a:r>
          </a:p>
        </p:txBody>
      </p:sp>
      <p:sp>
        <p:nvSpPr>
          <p:cNvPr id="6" name="Slide Number Placeholder 5">
            <a:extLst>
              <a:ext uri="{FF2B5EF4-FFF2-40B4-BE49-F238E27FC236}">
                <a16:creationId xmlns:a16="http://schemas.microsoft.com/office/drawing/2014/main" id="{80A569D1-DB13-4BD9-8BA9-0DEAD98F893F}"/>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7949008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30.xml"/><Relationship Id="rId18" Type="http://schemas.openxmlformats.org/officeDocument/2006/relationships/slideLayout" Target="../slideLayouts/slideLayout35.xml"/><Relationship Id="rId26" Type="http://schemas.openxmlformats.org/officeDocument/2006/relationships/slideLayout" Target="../slideLayouts/slideLayout43.xml"/><Relationship Id="rId3" Type="http://schemas.openxmlformats.org/officeDocument/2006/relationships/slideLayout" Target="../slideLayouts/slideLayout20.xml"/><Relationship Id="rId21" Type="http://schemas.openxmlformats.org/officeDocument/2006/relationships/slideLayout" Target="../slideLayouts/slideLayout38.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5" Type="http://schemas.openxmlformats.org/officeDocument/2006/relationships/slideLayout" Target="../slideLayouts/slideLayout42.xml"/><Relationship Id="rId33" Type="http://schemas.openxmlformats.org/officeDocument/2006/relationships/theme" Target="../theme/theme3.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20" Type="http://schemas.openxmlformats.org/officeDocument/2006/relationships/slideLayout" Target="../slideLayouts/slideLayout37.xml"/><Relationship Id="rId29" Type="http://schemas.openxmlformats.org/officeDocument/2006/relationships/slideLayout" Target="../slideLayouts/slideLayout46.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24" Type="http://schemas.openxmlformats.org/officeDocument/2006/relationships/slideLayout" Target="../slideLayouts/slideLayout41.xml"/><Relationship Id="rId32" Type="http://schemas.openxmlformats.org/officeDocument/2006/relationships/slideLayout" Target="../slideLayouts/slideLayout49.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23" Type="http://schemas.openxmlformats.org/officeDocument/2006/relationships/slideLayout" Target="../slideLayouts/slideLayout40.xml"/><Relationship Id="rId28" Type="http://schemas.openxmlformats.org/officeDocument/2006/relationships/slideLayout" Target="../slideLayouts/slideLayout45.xml"/><Relationship Id="rId10" Type="http://schemas.openxmlformats.org/officeDocument/2006/relationships/slideLayout" Target="../slideLayouts/slideLayout27.xml"/><Relationship Id="rId19" Type="http://schemas.openxmlformats.org/officeDocument/2006/relationships/slideLayout" Target="../slideLayouts/slideLayout36.xml"/><Relationship Id="rId31" Type="http://schemas.openxmlformats.org/officeDocument/2006/relationships/slideLayout" Target="../slideLayouts/slideLayout48.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 Id="rId22" Type="http://schemas.openxmlformats.org/officeDocument/2006/relationships/slideLayout" Target="../slideLayouts/slideLayout39.xml"/><Relationship Id="rId27" Type="http://schemas.openxmlformats.org/officeDocument/2006/relationships/slideLayout" Target="../slideLayouts/slideLayout44.xml"/><Relationship Id="rId30" Type="http://schemas.openxmlformats.org/officeDocument/2006/relationships/slideLayout" Target="../slideLayouts/slideLayout47.xml"/><Relationship Id="rId8"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6E4640-8534-F92F-445A-0E37121BCE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A9E80E85-377C-1D4C-D11D-6FE00B4432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58911B8-7868-7DF1-1BCA-1C3B15EC1E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8ABA5B9-6179-BC4B-8C74-A25CEC868EE3}" type="datetimeFigureOut">
              <a:rPr lang="en-GB" smtClean="0"/>
              <a:t>29/01/2026</a:t>
            </a:fld>
            <a:endParaRPr lang="en-GB"/>
          </a:p>
        </p:txBody>
      </p:sp>
      <p:sp>
        <p:nvSpPr>
          <p:cNvPr id="5" name="Footer Placeholder 4">
            <a:extLst>
              <a:ext uri="{FF2B5EF4-FFF2-40B4-BE49-F238E27FC236}">
                <a16:creationId xmlns:a16="http://schemas.microsoft.com/office/drawing/2014/main" id="{C2EC45A3-2042-6C20-25A8-8C2FCCCAC2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73683036-DBDC-AA6C-6BB1-AB8FBDEDB0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B356C5A-C79F-3948-BB6A-36C01CC8E999}" type="slidenum">
              <a:rPr lang="en-GB" smtClean="0"/>
              <a:t>‹#›</a:t>
            </a:fld>
            <a:endParaRPr lang="en-GB"/>
          </a:p>
        </p:txBody>
      </p:sp>
    </p:spTree>
    <p:extLst>
      <p:ext uri="{BB962C8B-B14F-4D97-AF65-F5344CB8AC3E}">
        <p14:creationId xmlns:p14="http://schemas.microsoft.com/office/powerpoint/2010/main" val="15042225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04800" y="183092"/>
            <a:ext cx="5486400" cy="762000"/>
          </a:xfrm>
          <a:prstGeom prst="rect">
            <a:avLst/>
          </a:prstGeom>
          <a:noFill/>
          <a:ln>
            <a:noFill/>
          </a:ln>
        </p:spPr>
        <p:txBody>
          <a:bodyPr spcFirstLastPara="1" wrap="square" lIns="0" tIns="0" rIns="0" bIns="0" anchor="t" anchorCtr="0">
            <a:noAutofit/>
          </a:bodyPr>
          <a:lstStyle>
            <a:lvl1pPr marR="0" lvl="0" rtl="0">
              <a:spcBef>
                <a:spcPts val="0"/>
              </a:spcBef>
              <a:spcAft>
                <a:spcPts val="0"/>
              </a:spcAft>
              <a:buClr>
                <a:schemeClr val="dk1"/>
              </a:buClr>
              <a:buSzPts val="7500"/>
              <a:buFont typeface="Inter"/>
              <a:buNone/>
              <a:defRPr sz="7500" b="1" i="0" u="none" strike="noStrike" cap="none">
                <a:solidFill>
                  <a:schemeClr val="dk1"/>
                </a:solidFill>
                <a:latin typeface="Inter"/>
                <a:ea typeface="Inter"/>
                <a:cs typeface="Inter"/>
                <a:sym typeface="Inter"/>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1622617" y="2048433"/>
            <a:ext cx="5486400" cy="3017400"/>
          </a:xfrm>
          <a:prstGeom prst="rect">
            <a:avLst/>
          </a:prstGeom>
          <a:noFill/>
          <a:ln>
            <a:noFill/>
          </a:ln>
        </p:spPr>
        <p:txBody>
          <a:bodyPr spcFirstLastPara="1" wrap="square" lIns="0" tIns="0" rIns="0" bIns="0" anchor="t" anchorCtr="0">
            <a:noAutofit/>
          </a:bodyPr>
          <a:lstStyle>
            <a:lvl1pPr marL="457200" marR="0" lvl="0" indent="-533400" algn="l" rtl="0">
              <a:spcBef>
                <a:spcPts val="640"/>
              </a:spcBef>
              <a:spcAft>
                <a:spcPts val="0"/>
              </a:spcAft>
              <a:buClr>
                <a:schemeClr val="dk1"/>
              </a:buClr>
              <a:buSzPts val="4800"/>
              <a:buFont typeface="Inter"/>
              <a:buChar char="•"/>
              <a:defRPr sz="4800" b="1" i="0" u="none" strike="noStrike" cap="none">
                <a:solidFill>
                  <a:schemeClr val="dk1"/>
                </a:solidFill>
                <a:latin typeface="Inter"/>
                <a:ea typeface="Inter"/>
                <a:cs typeface="Inter"/>
                <a:sym typeface="Inter"/>
              </a:defRPr>
            </a:lvl1pPr>
            <a:lvl2pPr marL="914400" marR="0" lvl="1" indent="-406400" algn="l" rtl="0">
              <a:spcBef>
                <a:spcPts val="560"/>
              </a:spcBef>
              <a:spcAft>
                <a:spcPts val="0"/>
              </a:spcAft>
              <a:buClr>
                <a:schemeClr val="dk1"/>
              </a:buClr>
              <a:buSzPts val="2800"/>
              <a:buFont typeface="Inter"/>
              <a:buChar char="–"/>
              <a:defRPr sz="2800" b="1" i="0" u="none" strike="noStrike" cap="none">
                <a:solidFill>
                  <a:schemeClr val="dk1"/>
                </a:solidFill>
                <a:latin typeface="Inter"/>
                <a:ea typeface="Inter"/>
                <a:cs typeface="Inter"/>
                <a:sym typeface="Inter"/>
              </a:defRPr>
            </a:lvl2pPr>
            <a:lvl3pPr marL="1371600" marR="0" lvl="2" indent="-342900" algn="l" rtl="0">
              <a:spcBef>
                <a:spcPts val="480"/>
              </a:spcBef>
              <a:spcAft>
                <a:spcPts val="0"/>
              </a:spcAft>
              <a:buClr>
                <a:schemeClr val="dk1"/>
              </a:buClr>
              <a:buSzPts val="1800"/>
              <a:buFont typeface="Inter"/>
              <a:buChar char="•"/>
              <a:defRPr sz="1800" i="0" u="none" strike="noStrike" cap="none">
                <a:solidFill>
                  <a:schemeClr val="dk1"/>
                </a:solidFill>
                <a:latin typeface="Inter"/>
                <a:ea typeface="Inter"/>
                <a:cs typeface="Inter"/>
                <a:sym typeface="Inter"/>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Inter"/>
              <a:buChar char="»"/>
              <a:defRPr sz="2000" i="0" u="none" strike="noStrike" cap="none">
                <a:solidFill>
                  <a:schemeClr val="dk1"/>
                </a:solidFill>
                <a:latin typeface="Inter"/>
                <a:ea typeface="Inter"/>
                <a:cs typeface="Inter"/>
                <a:sym typeface="Inter"/>
              </a:defRPr>
            </a:lvl5pPr>
            <a:lvl6pPr marL="2743200" marR="0" lvl="5" indent="-355600" algn="l" rtl="0">
              <a:spcBef>
                <a:spcPts val="400"/>
              </a:spcBef>
              <a:spcAft>
                <a:spcPts val="0"/>
              </a:spcAft>
              <a:buClr>
                <a:schemeClr val="dk1"/>
              </a:buClr>
              <a:buSzPts val="2000"/>
              <a:buFont typeface="Inter"/>
              <a:buChar char="•"/>
              <a:defRPr sz="2000" i="0" u="none" strike="noStrike" cap="none">
                <a:solidFill>
                  <a:schemeClr val="dk1"/>
                </a:solidFill>
                <a:latin typeface="Inter"/>
                <a:ea typeface="Inter"/>
                <a:cs typeface="Inter"/>
                <a:sym typeface="Inter"/>
              </a:defRPr>
            </a:lvl6pPr>
            <a:lvl7pPr marL="3200400" marR="0" lvl="6" indent="-355600" algn="l" rtl="0">
              <a:spcBef>
                <a:spcPts val="400"/>
              </a:spcBef>
              <a:spcAft>
                <a:spcPts val="0"/>
              </a:spcAft>
              <a:buClr>
                <a:schemeClr val="dk1"/>
              </a:buClr>
              <a:buSzPts val="2000"/>
              <a:buFont typeface="Inter"/>
              <a:buChar char="•"/>
              <a:defRPr sz="2000" i="0" u="none" strike="noStrike" cap="none">
                <a:solidFill>
                  <a:schemeClr val="dk1"/>
                </a:solidFill>
                <a:latin typeface="Inter"/>
                <a:ea typeface="Inter"/>
                <a:cs typeface="Inter"/>
                <a:sym typeface="Inter"/>
              </a:defRPr>
            </a:lvl7pPr>
            <a:lvl8pPr marL="3657600" marR="0" lvl="7" indent="-355600" algn="l" rtl="0">
              <a:spcBef>
                <a:spcPts val="400"/>
              </a:spcBef>
              <a:spcAft>
                <a:spcPts val="0"/>
              </a:spcAft>
              <a:buClr>
                <a:schemeClr val="dk1"/>
              </a:buClr>
              <a:buSzPts val="2000"/>
              <a:buFont typeface="Inter"/>
              <a:buChar char="•"/>
              <a:defRPr sz="2000" i="0" u="none" strike="noStrike" cap="none">
                <a:solidFill>
                  <a:schemeClr val="dk1"/>
                </a:solidFill>
                <a:latin typeface="Inter"/>
                <a:ea typeface="Inter"/>
                <a:cs typeface="Inter"/>
                <a:sym typeface="Inter"/>
              </a:defRPr>
            </a:lvl8pPr>
            <a:lvl9pPr marL="4114800" marR="0" lvl="8" indent="-355600" algn="l" rtl="0">
              <a:spcBef>
                <a:spcPts val="400"/>
              </a:spcBef>
              <a:spcAft>
                <a:spcPts val="0"/>
              </a:spcAft>
              <a:buClr>
                <a:schemeClr val="dk1"/>
              </a:buClr>
              <a:buSzPts val="2000"/>
              <a:buFont typeface="Inter"/>
              <a:buChar char="•"/>
              <a:defRPr sz="2000" i="0" u="none" strike="noStrike" cap="none">
                <a:solidFill>
                  <a:schemeClr val="dk1"/>
                </a:solidFill>
                <a:latin typeface="Inter"/>
                <a:ea typeface="Inter"/>
                <a:cs typeface="Inter"/>
                <a:sym typeface="Inter"/>
              </a:defRPr>
            </a:lvl9pPr>
          </a:lstStyle>
          <a:p>
            <a:endParaRPr/>
          </a:p>
        </p:txBody>
      </p:sp>
      <p:sp>
        <p:nvSpPr>
          <p:cNvPr id="8" name="Google Shape;8;p1"/>
          <p:cNvSpPr txBox="1">
            <a:spLocks noGrp="1"/>
          </p:cNvSpPr>
          <p:nvPr>
            <p:ph type="sldNum" idx="12"/>
          </p:nvPr>
        </p:nvSpPr>
        <p:spPr>
          <a:xfrm>
            <a:off x="4368800" y="4237567"/>
            <a:ext cx="1422400" cy="2434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800" b="0" i="0" u="none" strike="noStrike" cap="none">
                <a:solidFill>
                  <a:srgbClr val="888888"/>
                </a:solidFill>
                <a:latin typeface="Calibri"/>
                <a:ea typeface="Calibri"/>
                <a:cs typeface="Calibri"/>
                <a:sym typeface="Calibri"/>
              </a:defRPr>
            </a:lvl1pPr>
            <a:lvl2pPr marL="0" marR="0" lvl="1" indent="0" algn="r" rtl="0">
              <a:spcBef>
                <a:spcPts val="0"/>
              </a:spcBef>
              <a:buNone/>
              <a:defRPr sz="800" b="0" i="0" u="none" strike="noStrike" cap="none">
                <a:solidFill>
                  <a:srgbClr val="888888"/>
                </a:solidFill>
                <a:latin typeface="Calibri"/>
                <a:ea typeface="Calibri"/>
                <a:cs typeface="Calibri"/>
                <a:sym typeface="Calibri"/>
              </a:defRPr>
            </a:lvl2pPr>
            <a:lvl3pPr marL="0" marR="0" lvl="2" indent="0" algn="r" rtl="0">
              <a:spcBef>
                <a:spcPts val="0"/>
              </a:spcBef>
              <a:buNone/>
              <a:defRPr sz="800" b="0" i="0" u="none" strike="noStrike" cap="none">
                <a:solidFill>
                  <a:srgbClr val="888888"/>
                </a:solidFill>
                <a:latin typeface="Calibri"/>
                <a:ea typeface="Calibri"/>
                <a:cs typeface="Calibri"/>
                <a:sym typeface="Calibri"/>
              </a:defRPr>
            </a:lvl3pPr>
            <a:lvl4pPr marL="0" marR="0" lvl="3" indent="0" algn="r" rtl="0">
              <a:spcBef>
                <a:spcPts val="0"/>
              </a:spcBef>
              <a:buNone/>
              <a:defRPr sz="800" b="0" i="0" u="none" strike="noStrike" cap="none">
                <a:solidFill>
                  <a:srgbClr val="888888"/>
                </a:solidFill>
                <a:latin typeface="Calibri"/>
                <a:ea typeface="Calibri"/>
                <a:cs typeface="Calibri"/>
                <a:sym typeface="Calibri"/>
              </a:defRPr>
            </a:lvl4pPr>
            <a:lvl5pPr marL="0" marR="0" lvl="4" indent="0" algn="r" rtl="0">
              <a:spcBef>
                <a:spcPts val="0"/>
              </a:spcBef>
              <a:buNone/>
              <a:defRPr sz="800" b="0" i="0" u="none" strike="noStrike" cap="none">
                <a:solidFill>
                  <a:srgbClr val="888888"/>
                </a:solidFill>
                <a:latin typeface="Calibri"/>
                <a:ea typeface="Calibri"/>
                <a:cs typeface="Calibri"/>
                <a:sym typeface="Calibri"/>
              </a:defRPr>
            </a:lvl5pPr>
            <a:lvl6pPr marL="0" marR="0" lvl="5" indent="0" algn="r" rtl="0">
              <a:spcBef>
                <a:spcPts val="0"/>
              </a:spcBef>
              <a:buNone/>
              <a:defRPr sz="800" b="0" i="0" u="none" strike="noStrike" cap="none">
                <a:solidFill>
                  <a:srgbClr val="888888"/>
                </a:solidFill>
                <a:latin typeface="Calibri"/>
                <a:ea typeface="Calibri"/>
                <a:cs typeface="Calibri"/>
                <a:sym typeface="Calibri"/>
              </a:defRPr>
            </a:lvl6pPr>
            <a:lvl7pPr marL="0" marR="0" lvl="6" indent="0" algn="r" rtl="0">
              <a:spcBef>
                <a:spcPts val="0"/>
              </a:spcBef>
              <a:buNone/>
              <a:defRPr sz="800" b="0" i="0" u="none" strike="noStrike" cap="none">
                <a:solidFill>
                  <a:srgbClr val="888888"/>
                </a:solidFill>
                <a:latin typeface="Calibri"/>
                <a:ea typeface="Calibri"/>
                <a:cs typeface="Calibri"/>
                <a:sym typeface="Calibri"/>
              </a:defRPr>
            </a:lvl7pPr>
            <a:lvl8pPr marL="0" marR="0" lvl="7" indent="0" algn="r" rtl="0">
              <a:spcBef>
                <a:spcPts val="0"/>
              </a:spcBef>
              <a:buNone/>
              <a:defRPr sz="800" b="0" i="0" u="none" strike="noStrike" cap="none">
                <a:solidFill>
                  <a:srgbClr val="888888"/>
                </a:solidFill>
                <a:latin typeface="Calibri"/>
                <a:ea typeface="Calibri"/>
                <a:cs typeface="Calibri"/>
                <a:sym typeface="Calibri"/>
              </a:defRPr>
            </a:lvl8pPr>
            <a:lvl9pPr marL="0" marR="0" lvl="8" indent="0" algn="r" rtl="0">
              <a:spcBef>
                <a:spcPts val="0"/>
              </a:spcBef>
              <a:buNone/>
              <a:defRPr sz="8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4011802966"/>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478353D-46A7-2448-89A2-82D8D5FD32C9}"/>
              </a:ext>
            </a:extLst>
          </p:cNvPr>
          <p:cNvSpPr>
            <a:spLocks noGrp="1"/>
          </p:cNvSpPr>
          <p:nvPr>
            <p:ph type="title"/>
          </p:nvPr>
        </p:nvSpPr>
        <p:spPr>
          <a:xfrm>
            <a:off x="370041" y="371225"/>
            <a:ext cx="11449051" cy="689471"/>
          </a:xfrm>
          <a:prstGeom prst="rect">
            <a:avLst/>
          </a:prstGeom>
        </p:spPr>
        <p:txBody>
          <a:bodyPr vert="horz" lIns="0" tIns="0" rIns="0" bIns="0" rtlCol="0" anchor="b" anchorCtr="0">
            <a:noAutofit/>
          </a:bodyPr>
          <a:lstStyle/>
          <a:p>
            <a:r>
              <a:rPr lang="en-GB" noProof="0"/>
              <a:t>Click to edit Master title style</a:t>
            </a:r>
            <a:endParaRPr lang="en-GB" dirty="0"/>
          </a:p>
        </p:txBody>
      </p:sp>
      <p:sp>
        <p:nvSpPr>
          <p:cNvPr id="3" name="Paragraph">
            <a:extLst>
              <a:ext uri="{FF2B5EF4-FFF2-40B4-BE49-F238E27FC236}">
                <a16:creationId xmlns:a16="http://schemas.microsoft.com/office/drawing/2014/main" id="{4F85E140-9D5F-0646-BC1E-1FBC73E967D8}"/>
              </a:ext>
            </a:extLst>
          </p:cNvPr>
          <p:cNvSpPr>
            <a:spLocks noGrp="1"/>
          </p:cNvSpPr>
          <p:nvPr>
            <p:ph type="body" idx="1"/>
          </p:nvPr>
        </p:nvSpPr>
        <p:spPr>
          <a:xfrm>
            <a:off x="370041" y="1526506"/>
            <a:ext cx="11449051" cy="4386932"/>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noProof="0" dirty="0"/>
          </a:p>
        </p:txBody>
      </p:sp>
      <p:sp>
        <p:nvSpPr>
          <p:cNvPr id="9" name="Footer">
            <a:extLst>
              <a:ext uri="{FF2B5EF4-FFF2-40B4-BE49-F238E27FC236}">
                <a16:creationId xmlns:a16="http://schemas.microsoft.com/office/drawing/2014/main" id="{1E169D68-8D10-CFB2-9615-7988F8423B7D}"/>
              </a:ext>
            </a:extLst>
          </p:cNvPr>
          <p:cNvSpPr>
            <a:spLocks noGrp="1"/>
          </p:cNvSpPr>
          <p:nvPr>
            <p:ph type="ftr" sz="quarter" idx="3"/>
          </p:nvPr>
        </p:nvSpPr>
        <p:spPr>
          <a:xfrm>
            <a:off x="2316163" y="6240290"/>
            <a:ext cx="9013253" cy="365125"/>
          </a:xfrm>
          <a:prstGeom prst="rect">
            <a:avLst/>
          </a:prstGeom>
        </p:spPr>
        <p:txBody>
          <a:bodyPr vert="horz" lIns="0" tIns="0" rIns="0" bIns="0" rtlCol="0" anchor="ctr"/>
          <a:lstStyle>
            <a:lvl1pPr algn="l">
              <a:defRPr sz="1200">
                <a:solidFill>
                  <a:schemeClr val="tx1"/>
                </a:solidFill>
              </a:defRPr>
            </a:lvl1pPr>
          </a:lstStyle>
          <a:p>
            <a:pPr algn="r"/>
            <a:r>
              <a:rPr lang="en-GB"/>
              <a:t>Slough and Langley | CCI | UAL | BSc Data Science and AI | 29th January 2025</a:t>
            </a:r>
            <a:endParaRPr lang="en-GB" dirty="0"/>
          </a:p>
        </p:txBody>
      </p:sp>
      <p:sp>
        <p:nvSpPr>
          <p:cNvPr id="8" name="Slide number">
            <a:extLst>
              <a:ext uri="{FF2B5EF4-FFF2-40B4-BE49-F238E27FC236}">
                <a16:creationId xmlns:a16="http://schemas.microsoft.com/office/drawing/2014/main" id="{CE278A49-3611-FA62-47A2-28BCC96D6878}"/>
              </a:ext>
            </a:extLst>
          </p:cNvPr>
          <p:cNvSpPr>
            <a:spLocks noGrp="1"/>
          </p:cNvSpPr>
          <p:nvPr>
            <p:ph type="sldNum" sz="quarter" idx="4"/>
          </p:nvPr>
        </p:nvSpPr>
        <p:spPr>
          <a:xfrm>
            <a:off x="11329416" y="6240290"/>
            <a:ext cx="491109" cy="365125"/>
          </a:xfrm>
          <a:prstGeom prst="rect">
            <a:avLst/>
          </a:prstGeom>
        </p:spPr>
        <p:txBody>
          <a:bodyPr vert="horz" lIns="0" tIns="0" rIns="0" bIns="0" rtlCol="0" anchor="ctr"/>
          <a:lstStyle>
            <a:lvl1pPr algn="r">
              <a:defRPr sz="1200">
                <a:solidFill>
                  <a:schemeClr val="tx1"/>
                </a:solidFill>
              </a:defRPr>
            </a:lvl1pPr>
          </a:lstStyle>
          <a:p>
            <a:fld id="{2CC19541-5F6E-2C4C-BF21-196C1C8E2E31}" type="slidenum">
              <a:rPr lang="en-GB" smtClean="0"/>
              <a:pPr/>
              <a:t>‹#›</a:t>
            </a:fld>
            <a:r>
              <a:rPr lang="en-GB" dirty="0"/>
              <a:t> </a:t>
            </a:r>
          </a:p>
        </p:txBody>
      </p:sp>
    </p:spTree>
    <p:extLst>
      <p:ext uri="{BB962C8B-B14F-4D97-AF65-F5344CB8AC3E}">
        <p14:creationId xmlns:p14="http://schemas.microsoft.com/office/powerpoint/2010/main" val="3336082278"/>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4" r:id="rId17"/>
    <p:sldLayoutId id="2147483685" r:id="rId18"/>
    <p:sldLayoutId id="2147483686" r:id="rId19"/>
    <p:sldLayoutId id="2147483687" r:id="rId20"/>
    <p:sldLayoutId id="2147483688" r:id="rId21"/>
    <p:sldLayoutId id="2147483689" r:id="rId22"/>
    <p:sldLayoutId id="2147483690" r:id="rId23"/>
    <p:sldLayoutId id="2147483691" r:id="rId24"/>
    <p:sldLayoutId id="2147483692" r:id="rId25"/>
    <p:sldLayoutId id="2147483693" r:id="rId26"/>
    <p:sldLayoutId id="2147483694" r:id="rId27"/>
    <p:sldLayoutId id="2147483695" r:id="rId28"/>
    <p:sldLayoutId id="2147483696" r:id="rId29"/>
    <p:sldLayoutId id="2147483697" r:id="rId30"/>
    <p:sldLayoutId id="2147483698" r:id="rId31"/>
    <p:sldLayoutId id="2147483699" r:id="rId32"/>
  </p:sldLayoutIdLst>
  <p:hf hdr="0" dt="0"/>
  <p:txStyles>
    <p:titleStyle>
      <a:lvl1pPr algn="l" defTabSz="914400" rtl="0" eaLnBrk="1" latinLnBrk="0" hangingPunct="1">
        <a:lnSpc>
          <a:spcPct val="90000"/>
        </a:lnSpc>
        <a:spcBef>
          <a:spcPct val="0"/>
        </a:spcBef>
        <a:buNone/>
        <a:defRPr sz="3800" b="1" kern="1200" spc="-10" baseline="0">
          <a:solidFill>
            <a:schemeClr val="tx1"/>
          </a:solidFill>
          <a:latin typeface="+mj-lt"/>
          <a:ea typeface="+mj-ea"/>
          <a:cs typeface="+mj-cs"/>
        </a:defRPr>
      </a:lvl1pPr>
    </p:titleStyle>
    <p:bodyStyle>
      <a:lvl1pPr marL="432000" indent="-432000" algn="l" defTabSz="126000" rtl="0" eaLnBrk="1" latinLnBrk="0" hangingPunct="1">
        <a:lnSpc>
          <a:spcPct val="110000"/>
        </a:lnSpc>
        <a:spcBef>
          <a:spcPts val="0"/>
        </a:spcBef>
        <a:spcAft>
          <a:spcPts val="1200"/>
        </a:spcAft>
        <a:buClr>
          <a:schemeClr val="tx1"/>
        </a:buClr>
        <a:buSzPct val="80000"/>
        <a:buFont typeface="Wingdings 2" panose="05020102010507070707" pitchFamily="18" charset="2"/>
        <a:buChar char="¢"/>
        <a:tabLst/>
        <a:defRPr sz="2400" kern="1200" spc="-10" baseline="0">
          <a:solidFill>
            <a:schemeClr val="tx1"/>
          </a:solidFill>
          <a:latin typeface="+mn-lt"/>
          <a:ea typeface="+mn-ea"/>
          <a:cs typeface="+mn-cs"/>
        </a:defRPr>
      </a:lvl1pPr>
      <a:lvl2pPr marL="864000" indent="-432000" algn="l" defTabSz="126000" rtl="0" eaLnBrk="1" latinLnBrk="0" hangingPunct="1">
        <a:lnSpc>
          <a:spcPct val="110000"/>
        </a:lnSpc>
        <a:spcBef>
          <a:spcPts val="0"/>
        </a:spcBef>
        <a:spcAft>
          <a:spcPts val="1000"/>
        </a:spcAft>
        <a:buClr>
          <a:schemeClr val="tx1"/>
        </a:buClr>
        <a:buSzPct val="80000"/>
        <a:buFont typeface="Wingdings 2" panose="05020102010507070707" pitchFamily="18" charset="2"/>
        <a:buChar char=""/>
        <a:tabLst>
          <a:tab pos="126000" algn="l"/>
        </a:tabLst>
        <a:defRPr sz="2400" kern="1200" spc="-10" baseline="0">
          <a:solidFill>
            <a:schemeClr val="tx1"/>
          </a:solidFill>
          <a:latin typeface="+mn-lt"/>
          <a:ea typeface="+mn-ea"/>
          <a:cs typeface="+mn-cs"/>
        </a:defRPr>
      </a:lvl2pPr>
      <a:lvl3pPr marL="864000" indent="-432000" algn="l" defTabSz="126000" rtl="0" eaLnBrk="1" latinLnBrk="0" hangingPunct="1">
        <a:lnSpc>
          <a:spcPct val="110000"/>
        </a:lnSpc>
        <a:spcBef>
          <a:spcPts val="0"/>
        </a:spcBef>
        <a:spcAft>
          <a:spcPts val="1000"/>
        </a:spcAft>
        <a:buClrTx/>
        <a:buSzPct val="80000"/>
        <a:buFont typeface="Wingdings 2" panose="05020102010507070707" pitchFamily="18" charset="2"/>
        <a:buChar char=""/>
        <a:tabLst>
          <a:tab pos="126000" algn="l"/>
        </a:tabLst>
        <a:defRPr sz="2400" kern="1200" spc="-10" baseline="0">
          <a:solidFill>
            <a:schemeClr val="tx1"/>
          </a:solidFill>
          <a:latin typeface="+mn-lt"/>
          <a:ea typeface="+mn-ea"/>
          <a:cs typeface="+mn-cs"/>
        </a:defRPr>
      </a:lvl3pPr>
      <a:lvl4pPr marL="432000" indent="-432000" algn="l" defTabSz="126000" rtl="0" eaLnBrk="1" latinLnBrk="0" hangingPunct="1">
        <a:lnSpc>
          <a:spcPct val="110000"/>
        </a:lnSpc>
        <a:spcBef>
          <a:spcPts val="0"/>
        </a:spcBef>
        <a:spcAft>
          <a:spcPts val="0"/>
        </a:spcAft>
        <a:buClr>
          <a:schemeClr val="tx1"/>
        </a:buClr>
        <a:buSzPct val="80000"/>
        <a:buFont typeface="Wingdings 2" panose="05020102010507070707" pitchFamily="18" charset="2"/>
        <a:buChar char="¢"/>
        <a:tabLst/>
        <a:defRPr sz="2400" kern="1200" spc="-10" baseline="0">
          <a:solidFill>
            <a:schemeClr val="tx1"/>
          </a:solidFill>
          <a:latin typeface="+mn-lt"/>
          <a:ea typeface="+mn-ea"/>
          <a:cs typeface="+mn-cs"/>
        </a:defRPr>
      </a:lvl4pPr>
      <a:lvl5pPr marL="864000" indent="-432000" algn="l" defTabSz="126000" rtl="0" eaLnBrk="1" latinLnBrk="0" hangingPunct="1">
        <a:lnSpc>
          <a:spcPct val="110000"/>
        </a:lnSpc>
        <a:spcBef>
          <a:spcPts val="0"/>
        </a:spcBef>
        <a:spcAft>
          <a:spcPts val="0"/>
        </a:spcAft>
        <a:buClr>
          <a:schemeClr val="tx1"/>
        </a:buClr>
        <a:buSzPct val="80000"/>
        <a:buFont typeface="Wingdings 2" panose="05020102010507070707" pitchFamily="18" charset="2"/>
        <a:buChar char="¢"/>
        <a:tabLst>
          <a:tab pos="126000" algn="l"/>
        </a:tabLst>
        <a:defRPr sz="2400" kern="1200" spc="-10" baseline="0">
          <a:solidFill>
            <a:schemeClr val="tx1"/>
          </a:solidFill>
          <a:latin typeface="+mn-lt"/>
          <a:ea typeface="+mn-ea"/>
          <a:cs typeface="+mn-cs"/>
        </a:defRPr>
      </a:lvl5pPr>
      <a:lvl6pPr marL="864000" indent="-432000" algn="l" defTabSz="126000" rtl="0" eaLnBrk="1" latinLnBrk="0" hangingPunct="1">
        <a:lnSpc>
          <a:spcPct val="110000"/>
        </a:lnSpc>
        <a:spcBef>
          <a:spcPts val="0"/>
        </a:spcBef>
        <a:spcAft>
          <a:spcPts val="0"/>
        </a:spcAft>
        <a:buClr>
          <a:schemeClr val="tx1"/>
        </a:buClr>
        <a:buSzPct val="80000"/>
        <a:buFont typeface="Wingdings 2" panose="05020102010507070707" pitchFamily="18" charset="2"/>
        <a:buChar char="£"/>
        <a:tabLst>
          <a:tab pos="126000" algn="l"/>
        </a:tabLst>
        <a:defRPr sz="2400" kern="1200" spc="-10" baseline="0">
          <a:solidFill>
            <a:schemeClr val="tx1"/>
          </a:solidFill>
          <a:latin typeface="+mn-lt"/>
          <a:ea typeface="+mn-ea"/>
          <a:cs typeface="+mn-cs"/>
        </a:defRPr>
      </a:lvl6pPr>
      <a:lvl7pPr marL="432000" indent="-432000" algn="l" defTabSz="126000" rtl="0" eaLnBrk="1" latinLnBrk="0" hangingPunct="1">
        <a:lnSpc>
          <a:spcPct val="110000"/>
        </a:lnSpc>
        <a:spcBef>
          <a:spcPts val="0"/>
        </a:spcBef>
        <a:buFont typeface="+mj-lt"/>
        <a:buAutoNum type="arabicPeriod"/>
        <a:tabLst>
          <a:tab pos="126000" algn="l"/>
        </a:tabLst>
        <a:defRPr sz="2400" kern="1200" spc="-10" baseline="0">
          <a:solidFill>
            <a:schemeClr val="tx1"/>
          </a:solidFill>
          <a:latin typeface="+mn-lt"/>
          <a:ea typeface="+mn-ea"/>
          <a:cs typeface="+mn-cs"/>
        </a:defRPr>
      </a:lvl7pPr>
      <a:lvl8pPr marL="0" indent="0" algn="l" defTabSz="126000" rtl="0" eaLnBrk="1" latinLnBrk="0" hangingPunct="1">
        <a:lnSpc>
          <a:spcPct val="110000"/>
        </a:lnSpc>
        <a:spcBef>
          <a:spcPts val="0"/>
        </a:spcBef>
        <a:buFont typeface="Arial" panose="020B0604020202020204" pitchFamily="34" charset="0"/>
        <a:buNone/>
        <a:tabLst>
          <a:tab pos="126000" algn="l"/>
        </a:tabLst>
        <a:defRPr sz="2400" b="1" kern="1200" spc="-10" baseline="0">
          <a:solidFill>
            <a:schemeClr val="tx1"/>
          </a:solidFill>
          <a:latin typeface="+mn-lt"/>
          <a:ea typeface="+mn-ea"/>
          <a:cs typeface="+mn-cs"/>
        </a:defRPr>
      </a:lvl8pPr>
      <a:lvl9pPr marL="0" indent="0" algn="l" defTabSz="126000" rtl="0" eaLnBrk="1" latinLnBrk="0" hangingPunct="1">
        <a:lnSpc>
          <a:spcPct val="110000"/>
        </a:lnSpc>
        <a:spcBef>
          <a:spcPts val="0"/>
        </a:spcBef>
        <a:buFont typeface="Arial" panose="020B0604020202020204" pitchFamily="34" charset="0"/>
        <a:buNone/>
        <a:tabLst>
          <a:tab pos="126000" algn="l"/>
        </a:tabLst>
        <a:defRPr sz="2400" kern="1200" spc="-1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34">
          <p15:clr>
            <a:srgbClr val="F26B43"/>
          </p15:clr>
        </p15:guide>
        <p15:guide id="2" orient="horz" pos="414">
          <p15:clr>
            <a:srgbClr val="F26B43"/>
          </p15:clr>
        </p15:guide>
        <p15:guide id="9" pos="1368">
          <p15:clr>
            <a:srgbClr val="F26B43"/>
          </p15:clr>
        </p15:guide>
        <p15:guide id="10" pos="1459">
          <p15:clr>
            <a:srgbClr val="F26B43"/>
          </p15:clr>
        </p15:guide>
        <p15:guide id="11" pos="1980">
          <p15:clr>
            <a:srgbClr val="F26B43"/>
          </p15:clr>
        </p15:guide>
        <p15:guide id="12" pos="2071">
          <p15:clr>
            <a:srgbClr val="F26B43"/>
          </p15:clr>
        </p15:guide>
        <p15:guide id="13" pos="3182">
          <p15:clr>
            <a:srgbClr val="F26B43"/>
          </p15:clr>
        </p15:guide>
        <p15:guide id="14" pos="3273">
          <p15:clr>
            <a:srgbClr val="F26B43"/>
          </p15:clr>
        </p15:guide>
        <p15:guide id="17" pos="4407">
          <p15:clr>
            <a:srgbClr val="F26B43"/>
          </p15:clr>
        </p15:guide>
        <p15:guide id="18" pos="4498">
          <p15:clr>
            <a:srgbClr val="F26B43"/>
          </p15:clr>
        </p15:guide>
        <p15:guide id="20" pos="5087">
          <p15:clr>
            <a:srgbClr val="F26B43"/>
          </p15:clr>
        </p15:guide>
        <p15:guide id="21" pos="5609">
          <p15:clr>
            <a:srgbClr val="F26B43"/>
          </p15:clr>
        </p15:guide>
        <p15:guide id="22" pos="5700">
          <p15:clr>
            <a:srgbClr val="F26B43"/>
          </p15:clr>
        </p15:guide>
        <p15:guide id="29" orient="horz" pos="232">
          <p15:clr>
            <a:srgbClr val="F26B43"/>
          </p15:clr>
        </p15:guide>
        <p15:guide id="36" pos="756">
          <p15:clr>
            <a:srgbClr val="F26B43"/>
          </p15:clr>
        </p15:guide>
        <p15:guide id="37" pos="846">
          <p15:clr>
            <a:srgbClr val="F26B43"/>
          </p15:clr>
        </p15:guide>
        <p15:guide id="41" pos="2570">
          <p15:clr>
            <a:srgbClr val="F26B43"/>
          </p15:clr>
        </p15:guide>
        <p15:guide id="42" pos="2661">
          <p15:clr>
            <a:srgbClr val="F26B43"/>
          </p15:clr>
        </p15:guide>
        <p15:guide id="44" pos="3795">
          <p15:clr>
            <a:srgbClr val="F26B43"/>
          </p15:clr>
        </p15:guide>
        <p15:guide id="49" pos="4997">
          <p15:clr>
            <a:srgbClr val="F26B43"/>
          </p15:clr>
        </p15:guide>
        <p15:guide id="50" pos="7446">
          <p15:clr>
            <a:srgbClr val="F26B43"/>
          </p15:clr>
        </p15:guide>
        <p15:guide id="51" pos="6221">
          <p15:clr>
            <a:srgbClr val="F26B43"/>
          </p15:clr>
        </p15:guide>
        <p15:guide id="52" pos="6312">
          <p15:clr>
            <a:srgbClr val="F26B43"/>
          </p15:clr>
        </p15:guide>
        <p15:guide id="53" pos="6834">
          <p15:clr>
            <a:srgbClr val="F26B43"/>
          </p15:clr>
        </p15:guide>
        <p15:guide id="54" pos="6924">
          <p15:clr>
            <a:srgbClr val="F26B43"/>
          </p15:clr>
        </p15:guide>
        <p15:guide id="60" orient="horz" pos="4088">
          <p15:clr>
            <a:srgbClr val="F26B43"/>
          </p15:clr>
        </p15:guide>
        <p15:guide id="62" pos="3885">
          <p15:clr>
            <a:srgbClr val="F26B43"/>
          </p15:clr>
        </p15:guide>
        <p15:guide id="80" orient="horz" pos="595">
          <p15:clr>
            <a:srgbClr val="F26B43"/>
          </p15:clr>
        </p15:guide>
        <p15:guide id="81" orient="horz" pos="3725">
          <p15:clr>
            <a:srgbClr val="F26B43"/>
          </p15:clr>
        </p15:guide>
        <p15:guide id="82" orient="horz" pos="2341">
          <p15:clr>
            <a:srgbClr val="F26B43"/>
          </p15:clr>
        </p15:guide>
        <p15:guide id="83" orient="horz" pos="95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wav"/><Relationship Id="rId1" Type="http://schemas.microsoft.com/office/2007/relationships/media" Target="../media/media1.wav"/><Relationship Id="rId5" Type="http://schemas.microsoft.com/office/2007/relationships/hdphoto" Target="../media/hdphoto1.wdp"/><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4.sv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4.sv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4.sv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24.png"/><Relationship Id="rId4" Type="http://schemas.openxmlformats.org/officeDocument/2006/relationships/hyperlink" Target="http://bela.local/"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hyperlink" Target="http://bela.local/" TargetMode="External"/><Relationship Id="rId1" Type="http://schemas.openxmlformats.org/officeDocument/2006/relationships/slideLayout" Target="../slideLayouts/slideLayout2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A0F01-84D8-E579-F5E1-13753FFEEAF4}"/>
              </a:ext>
            </a:extLst>
          </p:cNvPr>
          <p:cNvSpPr>
            <a:spLocks noGrp="1"/>
          </p:cNvSpPr>
          <p:nvPr>
            <p:ph type="ctrTitle"/>
          </p:nvPr>
        </p:nvSpPr>
        <p:spPr/>
        <p:txBody>
          <a:bodyPr>
            <a:normAutofit/>
          </a:bodyPr>
          <a:lstStyle/>
          <a:p>
            <a:r>
              <a:rPr lang="en-GB" dirty="0"/>
              <a:t>Data Sonification</a:t>
            </a:r>
            <a:br>
              <a:rPr lang="en-GB" dirty="0"/>
            </a:br>
            <a:r>
              <a:rPr lang="en-GB" sz="3000" i="1" dirty="0">
                <a:solidFill>
                  <a:schemeClr val="tx1"/>
                </a:solidFill>
              </a:rPr>
              <a:t>The art of turning numbers (data) into sound through program/code</a:t>
            </a:r>
            <a:endParaRPr lang="en-GB" sz="3000" i="1" dirty="0"/>
          </a:p>
        </p:txBody>
      </p:sp>
      <p:sp>
        <p:nvSpPr>
          <p:cNvPr id="3" name="Subtitle 2">
            <a:extLst>
              <a:ext uri="{FF2B5EF4-FFF2-40B4-BE49-F238E27FC236}">
                <a16:creationId xmlns:a16="http://schemas.microsoft.com/office/drawing/2014/main" id="{1DEB95B3-55B0-0CC3-2389-15C3A313FD5E}"/>
              </a:ext>
            </a:extLst>
          </p:cNvPr>
          <p:cNvSpPr>
            <a:spLocks noGrp="1"/>
          </p:cNvSpPr>
          <p:nvPr>
            <p:ph type="subTitle" idx="1"/>
          </p:nvPr>
        </p:nvSpPr>
        <p:spPr>
          <a:xfrm>
            <a:off x="1524000" y="4079875"/>
            <a:ext cx="9144000" cy="1655762"/>
          </a:xfrm>
        </p:spPr>
        <p:txBody>
          <a:bodyPr/>
          <a:lstStyle/>
          <a:p>
            <a:r>
              <a:rPr lang="en-GB" dirty="0"/>
              <a:t>Dr. Kayalvizhi Jayavel</a:t>
            </a:r>
          </a:p>
        </p:txBody>
      </p:sp>
    </p:spTree>
    <p:extLst>
      <p:ext uri="{BB962C8B-B14F-4D97-AF65-F5344CB8AC3E}">
        <p14:creationId xmlns:p14="http://schemas.microsoft.com/office/powerpoint/2010/main" val="2851290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5EDF7-C2EB-EA9D-0EBF-F9F884A336CB}"/>
              </a:ext>
            </a:extLst>
          </p:cNvPr>
          <p:cNvSpPr>
            <a:spLocks noGrp="1"/>
          </p:cNvSpPr>
          <p:nvPr>
            <p:ph type="title"/>
          </p:nvPr>
        </p:nvSpPr>
        <p:spPr/>
        <p:txBody>
          <a:bodyPr/>
          <a:lstStyle/>
          <a:p>
            <a:r>
              <a:rPr lang="en-GB" dirty="0"/>
              <a:t>Can you give some examples for Data?</a:t>
            </a:r>
          </a:p>
        </p:txBody>
      </p:sp>
      <p:sp>
        <p:nvSpPr>
          <p:cNvPr id="4" name="Text Placeholder 3">
            <a:extLst>
              <a:ext uri="{FF2B5EF4-FFF2-40B4-BE49-F238E27FC236}">
                <a16:creationId xmlns:a16="http://schemas.microsoft.com/office/drawing/2014/main" id="{DD12A1F9-CFC4-A86C-EF8C-C0F11B20FEE8}"/>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1155937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3C54F4CE-85F0-46ED-80DA-9518C9251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1" name="Freeform: Shape 3080">
            <a:extLst>
              <a:ext uri="{FF2B5EF4-FFF2-40B4-BE49-F238E27FC236}">
                <a16:creationId xmlns:a16="http://schemas.microsoft.com/office/drawing/2014/main" id="{DADD1FCA-8ACB-4958-81DD-4CDD6D3E1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802086" cy="6858000"/>
          </a:xfrm>
          <a:custGeom>
            <a:avLst/>
            <a:gdLst>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9647 w 5734864"/>
              <a:gd name="connsiteY33" fmla="*/ 1936120 h 6858000"/>
              <a:gd name="connsiteX34" fmla="*/ 714660 w 5734864"/>
              <a:gd name="connsiteY34" fmla="*/ 1982709 h 6858000"/>
              <a:gd name="connsiteX35" fmla="*/ 710759 w 5734864"/>
              <a:gd name="connsiteY35" fmla="*/ 2013010 h 6858000"/>
              <a:gd name="connsiteX36" fmla="*/ 697927 w 5734864"/>
              <a:gd name="connsiteY36" fmla="*/ 2069833 h 6858000"/>
              <a:gd name="connsiteX37" fmla="*/ 693594 w 5734864"/>
              <a:gd name="connsiteY37" fmla="*/ 2103731 h 6858000"/>
              <a:gd name="connsiteX38" fmla="*/ 691109 w 5734864"/>
              <a:gd name="connsiteY38" fmla="*/ 2124027 h 6858000"/>
              <a:gd name="connsiteX39" fmla="*/ 676593 w 5734864"/>
              <a:gd name="connsiteY39" fmla="*/ 2176182 h 6858000"/>
              <a:gd name="connsiteX40" fmla="*/ 633227 w 5734864"/>
              <a:gd name="connsiteY40" fmla="*/ 2258036 h 6858000"/>
              <a:gd name="connsiteX41" fmla="*/ 625564 w 5734864"/>
              <a:gd name="connsiteY41" fmla="*/ 2284567 h 6858000"/>
              <a:gd name="connsiteX42" fmla="*/ 627074 w 5734864"/>
              <a:gd name="connsiteY42" fmla="*/ 2289605 h 6858000"/>
              <a:gd name="connsiteX43" fmla="*/ 614574 w 5734864"/>
              <a:gd name="connsiteY43" fmla="*/ 2308717 h 6858000"/>
              <a:gd name="connsiteX44" fmla="*/ 606890 w 5734864"/>
              <a:gd name="connsiteY44" fmla="*/ 2320662 h 6858000"/>
              <a:gd name="connsiteX45" fmla="*/ 605558 w 5734864"/>
              <a:gd name="connsiteY45" fmla="*/ 2327897 h 6858000"/>
              <a:gd name="connsiteX46" fmla="*/ 602202 w 5734864"/>
              <a:gd name="connsiteY46" fmla="*/ 2357749 h 6858000"/>
              <a:gd name="connsiteX47" fmla="*/ 600213 w 5734864"/>
              <a:gd name="connsiteY47" fmla="*/ 2364905 h 6858000"/>
              <a:gd name="connsiteX48" fmla="*/ 597160 w 5734864"/>
              <a:gd name="connsiteY48" fmla="*/ 2388351 h 6858000"/>
              <a:gd name="connsiteX49" fmla="*/ 597982 w 5734864"/>
              <a:gd name="connsiteY49" fmla="*/ 2402296 h 6858000"/>
              <a:gd name="connsiteX50" fmla="*/ 593150 w 5734864"/>
              <a:gd name="connsiteY50" fmla="*/ 2420015 h 6858000"/>
              <a:gd name="connsiteX51" fmla="*/ 592833 w 5734864"/>
              <a:gd name="connsiteY51" fmla="*/ 2422749 h 6858000"/>
              <a:gd name="connsiteX52" fmla="*/ 594479 w 5734864"/>
              <a:gd name="connsiteY52" fmla="*/ 2426002 h 6858000"/>
              <a:gd name="connsiteX53" fmla="*/ 591963 w 5734864"/>
              <a:gd name="connsiteY53" fmla="*/ 2431950 h 6858000"/>
              <a:gd name="connsiteX54" fmla="*/ 591544 w 5734864"/>
              <a:gd name="connsiteY54" fmla="*/ 2433897 h 6858000"/>
              <a:gd name="connsiteX55" fmla="*/ 589519 w 5734864"/>
              <a:gd name="connsiteY55" fmla="*/ 2451398 h 6858000"/>
              <a:gd name="connsiteX56" fmla="*/ 590037 w 5734864"/>
              <a:gd name="connsiteY56" fmla="*/ 2455536 h 6858000"/>
              <a:gd name="connsiteX57" fmla="*/ 588179 w 5734864"/>
              <a:gd name="connsiteY57" fmla="*/ 2462981 h 6858000"/>
              <a:gd name="connsiteX58" fmla="*/ 583434 w 5734864"/>
              <a:gd name="connsiteY58" fmla="*/ 2503991 h 6858000"/>
              <a:gd name="connsiteX59" fmla="*/ 567942 w 5734864"/>
              <a:gd name="connsiteY59" fmla="*/ 2652936 h 6858000"/>
              <a:gd name="connsiteX60" fmla="*/ 573869 w 5734864"/>
              <a:gd name="connsiteY60" fmla="*/ 2670188 h 6858000"/>
              <a:gd name="connsiteX61" fmla="*/ 575243 w 5734864"/>
              <a:gd name="connsiteY61" fmla="*/ 2688114 h 6858000"/>
              <a:gd name="connsiteX62" fmla="*/ 573824 w 5734864"/>
              <a:gd name="connsiteY62" fmla="*/ 2689856 h 6858000"/>
              <a:gd name="connsiteX63" fmla="*/ 570699 w 5734864"/>
              <a:gd name="connsiteY63" fmla="*/ 2709353 h 6858000"/>
              <a:gd name="connsiteX64" fmla="*/ 573192 w 5734864"/>
              <a:gd name="connsiteY64" fmla="*/ 2714527 h 6858000"/>
              <a:gd name="connsiteX65" fmla="*/ 572044 w 5734864"/>
              <a:gd name="connsiteY65" fmla="*/ 2728187 h 6858000"/>
              <a:gd name="connsiteX66" fmla="*/ 572465 w 5734864"/>
              <a:gd name="connsiteY66" fmla="*/ 2755863 h 6858000"/>
              <a:gd name="connsiteX67" fmla="*/ 570028 w 5734864"/>
              <a:gd name="connsiteY67" fmla="*/ 2760324 h 6858000"/>
              <a:gd name="connsiteX68" fmla="*/ 566748 w 5734864"/>
              <a:gd name="connsiteY68" fmla="*/ 2800948 h 6858000"/>
              <a:gd name="connsiteX69" fmla="*/ 565509 w 5734864"/>
              <a:gd name="connsiteY69" fmla="*/ 2801167 h 6858000"/>
              <a:gd name="connsiteX70" fmla="*/ 559367 w 5734864"/>
              <a:gd name="connsiteY70" fmla="*/ 2811129 h 6858000"/>
              <a:gd name="connsiteX71" fmla="*/ 550354 w 5734864"/>
              <a:gd name="connsiteY71" fmla="*/ 2830949 h 6858000"/>
              <a:gd name="connsiteX72" fmla="*/ 514795 w 5734864"/>
              <a:gd name="connsiteY72" fmla="*/ 2872433 h 6858000"/>
              <a:gd name="connsiteX73" fmla="*/ 509875 w 5734864"/>
              <a:gd name="connsiteY73" fmla="*/ 2923099 h 6858000"/>
              <a:gd name="connsiteX74" fmla="*/ 509577 w 5734864"/>
              <a:gd name="connsiteY74" fmla="*/ 2923197 h 6858000"/>
              <a:gd name="connsiteX75" fmla="*/ 507597 w 5734864"/>
              <a:gd name="connsiteY75" fmla="*/ 2931868 h 6858000"/>
              <a:gd name="connsiteX76" fmla="*/ 507379 w 5734864"/>
              <a:gd name="connsiteY76" fmla="*/ 2938322 h 6858000"/>
              <a:gd name="connsiteX77" fmla="*/ 504725 w 5734864"/>
              <a:gd name="connsiteY77" fmla="*/ 2954519 h 6858000"/>
              <a:gd name="connsiteX78" fmla="*/ 502018 w 5734864"/>
              <a:gd name="connsiteY78" fmla="*/ 2959643 h 6858000"/>
              <a:gd name="connsiteX79" fmla="*/ 498360 w 5734864"/>
              <a:gd name="connsiteY79" fmla="*/ 2961019 h 6858000"/>
              <a:gd name="connsiteX80" fmla="*/ 498483 w 5734864"/>
              <a:gd name="connsiteY80" fmla="*/ 2962590 h 6858000"/>
              <a:gd name="connsiteX81" fmla="*/ 484403 w 5734864"/>
              <a:gd name="connsiteY81" fmla="*/ 2990538 h 6858000"/>
              <a:gd name="connsiteX82" fmla="*/ 463075 w 5734864"/>
              <a:gd name="connsiteY82" fmla="*/ 3055956 h 6858000"/>
              <a:gd name="connsiteX83" fmla="*/ 455013 w 5734864"/>
              <a:gd name="connsiteY83" fmla="*/ 3094482 h 6858000"/>
              <a:gd name="connsiteX84" fmla="*/ 428391 w 5734864"/>
              <a:gd name="connsiteY84" fmla="*/ 3198850 h 6858000"/>
              <a:gd name="connsiteX85" fmla="*/ 401440 w 5734864"/>
              <a:gd name="connsiteY85" fmla="*/ 3307560 h 6858000"/>
              <a:gd name="connsiteX86" fmla="*/ 386076 w 5734864"/>
              <a:gd name="connsiteY86" fmla="*/ 3373943 h 6858000"/>
              <a:gd name="connsiteX87" fmla="*/ 374726 w 5734864"/>
              <a:gd name="connsiteY87" fmla="*/ 3381364 h 6858000"/>
              <a:gd name="connsiteX88" fmla="*/ 369145 w 5734864"/>
              <a:gd name="connsiteY88" fmla="*/ 3383729 h 6858000"/>
              <a:gd name="connsiteX89" fmla="*/ 364294 w 5734864"/>
              <a:gd name="connsiteY89" fmla="*/ 3414159 h 6858000"/>
              <a:gd name="connsiteX90" fmla="*/ 366450 w 5734864"/>
              <a:gd name="connsiteY90" fmla="*/ 3436925 h 6858000"/>
              <a:gd name="connsiteX91" fmla="*/ 351743 w 5734864"/>
              <a:gd name="connsiteY91" fmla="*/ 3521619 h 6858000"/>
              <a:gd name="connsiteX92" fmla="*/ 345784 w 5734864"/>
              <a:gd name="connsiteY92" fmla="*/ 3603757 h 6858000"/>
              <a:gd name="connsiteX93" fmla="*/ 344198 w 5734864"/>
              <a:gd name="connsiteY93" fmla="*/ 3652424 h 6858000"/>
              <a:gd name="connsiteX94" fmla="*/ 352450 w 5734864"/>
              <a:gd name="connsiteY94" fmla="*/ 3665222 h 6858000"/>
              <a:gd name="connsiteX95" fmla="*/ 342621 w 5734864"/>
              <a:gd name="connsiteY95" fmla="*/ 3700804 h 6858000"/>
              <a:gd name="connsiteX96" fmla="*/ 341514 w 5734864"/>
              <a:gd name="connsiteY96" fmla="*/ 3734774 h 6858000"/>
              <a:gd name="connsiteX97" fmla="*/ 340607 w 5734864"/>
              <a:gd name="connsiteY97" fmla="*/ 3785153 h 6858000"/>
              <a:gd name="connsiteX98" fmla="*/ 340707 w 5734864"/>
              <a:gd name="connsiteY98" fmla="*/ 3788177 h 6858000"/>
              <a:gd name="connsiteX99" fmla="*/ 340361 w 5734864"/>
              <a:gd name="connsiteY99" fmla="*/ 3798803 h 6858000"/>
              <a:gd name="connsiteX100" fmla="*/ 339642 w 5734864"/>
              <a:gd name="connsiteY100" fmla="*/ 3838750 h 6858000"/>
              <a:gd name="connsiteX101" fmla="*/ 360295 w 5734864"/>
              <a:gd name="connsiteY101" fmla="*/ 4015196 h 6858000"/>
              <a:gd name="connsiteX102" fmla="*/ 339043 w 5734864"/>
              <a:gd name="connsiteY102" fmla="*/ 4052778 h 6858000"/>
              <a:gd name="connsiteX103" fmla="*/ 339343 w 5734864"/>
              <a:gd name="connsiteY103" fmla="*/ 4096257 h 6858000"/>
              <a:gd name="connsiteX104" fmla="*/ 340786 w 5734864"/>
              <a:gd name="connsiteY104" fmla="*/ 4321136 h 6858000"/>
              <a:gd name="connsiteX105" fmla="*/ 343158 w 5734864"/>
              <a:gd name="connsiteY105" fmla="*/ 4429174 h 6858000"/>
              <a:gd name="connsiteX106" fmla="*/ 334599 w 5734864"/>
              <a:gd name="connsiteY106" fmla="*/ 4449938 h 6858000"/>
              <a:gd name="connsiteX107" fmla="*/ 332890 w 5734864"/>
              <a:gd name="connsiteY107" fmla="*/ 4453515 h 6858000"/>
              <a:gd name="connsiteX108" fmla="*/ 331105 w 5734864"/>
              <a:gd name="connsiteY108" fmla="*/ 4467941 h 6858000"/>
              <a:gd name="connsiteX109" fmla="*/ 324289 w 5734864"/>
              <a:gd name="connsiteY109" fmla="*/ 4471861 h 6858000"/>
              <a:gd name="connsiteX110" fmla="*/ 317079 w 5734864"/>
              <a:gd name="connsiteY110" fmla="*/ 4493468 h 6858000"/>
              <a:gd name="connsiteX111" fmla="*/ 315557 w 5734864"/>
              <a:gd name="connsiteY111" fmla="*/ 4520067 h 6858000"/>
              <a:gd name="connsiteX112" fmla="*/ 315240 w 5734864"/>
              <a:gd name="connsiteY112" fmla="*/ 4536872 h 6858000"/>
              <a:gd name="connsiteX113" fmla="*/ 316200 w 5734864"/>
              <a:gd name="connsiteY113" fmla="*/ 4538297 h 6858000"/>
              <a:gd name="connsiteX114" fmla="*/ 317507 w 5734864"/>
              <a:gd name="connsiteY114" fmla="*/ 4547582 h 6858000"/>
              <a:gd name="connsiteX115" fmla="*/ 323078 w 5734864"/>
              <a:gd name="connsiteY115" fmla="*/ 4592102 h 6858000"/>
              <a:gd name="connsiteX116" fmla="*/ 328722 w 5734864"/>
              <a:gd name="connsiteY116" fmla="*/ 4667914 h 6858000"/>
              <a:gd name="connsiteX117" fmla="*/ 335597 w 5734864"/>
              <a:gd name="connsiteY117" fmla="*/ 4695035 h 6858000"/>
              <a:gd name="connsiteX118" fmla="*/ 339485 w 5734864"/>
              <a:gd name="connsiteY118" fmla="*/ 4695979 h 6858000"/>
              <a:gd name="connsiteX119" fmla="*/ 341089 w 5734864"/>
              <a:gd name="connsiteY119" fmla="*/ 4704268 h 6858000"/>
              <a:gd name="connsiteX120" fmla="*/ 342177 w 5734864"/>
              <a:gd name="connsiteY120" fmla="*/ 4706060 h 6858000"/>
              <a:gd name="connsiteX121" fmla="*/ 347751 w 5734864"/>
              <a:gd name="connsiteY121" fmla="*/ 4716754 h 6858000"/>
              <a:gd name="connsiteX122" fmla="*/ 344125 w 5734864"/>
              <a:gd name="connsiteY122" fmla="*/ 4764669 h 6858000"/>
              <a:gd name="connsiteX123" fmla="*/ 340188 w 5734864"/>
              <a:gd name="connsiteY123" fmla="*/ 4779386 h 6858000"/>
              <a:gd name="connsiteX124" fmla="*/ 335146 w 5734864"/>
              <a:gd name="connsiteY124" fmla="*/ 4787491 h 6858000"/>
              <a:gd name="connsiteX125" fmla="*/ 319124 w 5734864"/>
              <a:gd name="connsiteY125" fmla="*/ 4843514 h 6858000"/>
              <a:gd name="connsiteX126" fmla="*/ 305956 w 5734864"/>
              <a:gd name="connsiteY126" fmla="*/ 4881505 h 6858000"/>
              <a:gd name="connsiteX127" fmla="*/ 301062 w 5734864"/>
              <a:gd name="connsiteY127" fmla="*/ 4889332 h 6858000"/>
              <a:gd name="connsiteX128" fmla="*/ 302141 w 5734864"/>
              <a:gd name="connsiteY128" fmla="*/ 4899400 h 6858000"/>
              <a:gd name="connsiteX129" fmla="*/ 304424 w 5734864"/>
              <a:gd name="connsiteY129" fmla="*/ 4902664 h 6858000"/>
              <a:gd name="connsiteX130" fmla="*/ 293123 w 5734864"/>
              <a:gd name="connsiteY130" fmla="*/ 4932769 h 6858000"/>
              <a:gd name="connsiteX131" fmla="*/ 292275 w 5734864"/>
              <a:gd name="connsiteY131" fmla="*/ 4936482 h 6858000"/>
              <a:gd name="connsiteX132" fmla="*/ 288304 w 5734864"/>
              <a:gd name="connsiteY132" fmla="*/ 4962325 h 6858000"/>
              <a:gd name="connsiteX133" fmla="*/ 287420 w 5734864"/>
              <a:gd name="connsiteY133" fmla="*/ 5042193 h 6858000"/>
              <a:gd name="connsiteX134" fmla="*/ 287020 w 5734864"/>
              <a:gd name="connsiteY134" fmla="*/ 5065655 h 6858000"/>
              <a:gd name="connsiteX135" fmla="*/ 288488 w 5734864"/>
              <a:gd name="connsiteY135" fmla="*/ 5082216 h 6858000"/>
              <a:gd name="connsiteX136" fmla="*/ 282763 w 5734864"/>
              <a:gd name="connsiteY136" fmla="*/ 5127114 h 6858000"/>
              <a:gd name="connsiteX137" fmla="*/ 269316 w 5734864"/>
              <a:gd name="connsiteY137" fmla="*/ 5202682 h 6858000"/>
              <a:gd name="connsiteX138" fmla="*/ 269174 w 5734864"/>
              <a:gd name="connsiteY138" fmla="*/ 5230835 h 6858000"/>
              <a:gd name="connsiteX139" fmla="*/ 272679 w 5734864"/>
              <a:gd name="connsiteY139" fmla="*/ 5232660 h 6858000"/>
              <a:gd name="connsiteX140" fmla="*/ 272160 w 5734864"/>
              <a:gd name="connsiteY140" fmla="*/ 5241150 h 6858000"/>
              <a:gd name="connsiteX141" fmla="*/ 272760 w 5734864"/>
              <a:gd name="connsiteY141" fmla="*/ 5243156 h 6858000"/>
              <a:gd name="connsiteX142" fmla="*/ 275462 w 5734864"/>
              <a:gd name="connsiteY142" fmla="*/ 5254919 h 6858000"/>
              <a:gd name="connsiteX143" fmla="*/ 262897 w 5734864"/>
              <a:gd name="connsiteY143" fmla="*/ 5286259 h 6858000"/>
              <a:gd name="connsiteX144" fmla="*/ 252761 w 5734864"/>
              <a:gd name="connsiteY144" fmla="*/ 5357801 h 6858000"/>
              <a:gd name="connsiteX145" fmla="*/ 242360 w 5734864"/>
              <a:gd name="connsiteY145" fmla="*/ 5460080 h 6858000"/>
              <a:gd name="connsiteX146" fmla="*/ 229880 w 5734864"/>
              <a:gd name="connsiteY146" fmla="*/ 5539714 h 6858000"/>
              <a:gd name="connsiteX147" fmla="*/ 204283 w 5734864"/>
              <a:gd name="connsiteY147" fmla="*/ 5639080 h 6858000"/>
              <a:gd name="connsiteX148" fmla="*/ 198948 w 5734864"/>
              <a:gd name="connsiteY148" fmla="*/ 5710958 h 6858000"/>
              <a:gd name="connsiteX149" fmla="*/ 192367 w 5734864"/>
              <a:gd name="connsiteY149" fmla="*/ 5719859 h 6858000"/>
              <a:gd name="connsiteX150" fmla="*/ 188035 w 5734864"/>
              <a:gd name="connsiteY150" fmla="*/ 5729935 h 6858000"/>
              <a:gd name="connsiteX151" fmla="*/ 188428 w 5734864"/>
              <a:gd name="connsiteY151" fmla="*/ 5731182 h 6858000"/>
              <a:gd name="connsiteX152" fmla="*/ 181635 w 5734864"/>
              <a:gd name="connsiteY152" fmla="*/ 5753538 h 6858000"/>
              <a:gd name="connsiteX153" fmla="*/ 169744 w 5734864"/>
              <a:gd name="connsiteY153" fmla="*/ 5796307 h 6858000"/>
              <a:gd name="connsiteX154" fmla="*/ 170351 w 5734864"/>
              <a:gd name="connsiteY154" fmla="*/ 5796644 h 6858000"/>
              <a:gd name="connsiteX155" fmla="*/ 171559 w 5734864"/>
              <a:gd name="connsiteY155" fmla="*/ 5803435 h 6858000"/>
              <a:gd name="connsiteX156" fmla="*/ 172284 w 5734864"/>
              <a:gd name="connsiteY156" fmla="*/ 5816391 h 6858000"/>
              <a:gd name="connsiteX157" fmla="*/ 182542 w 5734864"/>
              <a:gd name="connsiteY157" fmla="*/ 5846382 h 6858000"/>
              <a:gd name="connsiteX158" fmla="*/ 175877 w 5734864"/>
              <a:gd name="connsiteY158" fmla="*/ 5871336 h 6858000"/>
              <a:gd name="connsiteX159" fmla="*/ 174910 w 5734864"/>
              <a:gd name="connsiteY159" fmla="*/ 5876376 h 6858000"/>
              <a:gd name="connsiteX160" fmla="*/ 175047 w 5734864"/>
              <a:gd name="connsiteY160" fmla="*/ 5876483 h 6858000"/>
              <a:gd name="connsiteX161" fmla="*/ 174335 w 5734864"/>
              <a:gd name="connsiteY161" fmla="*/ 5881814 h 6858000"/>
              <a:gd name="connsiteX162" fmla="*/ 171273 w 5734864"/>
              <a:gd name="connsiteY162" fmla="*/ 5895339 h 6858000"/>
              <a:gd name="connsiteX163" fmla="*/ 171658 w 5734864"/>
              <a:gd name="connsiteY163" fmla="*/ 5898749 h 6858000"/>
              <a:gd name="connsiteX164" fmla="*/ 174658 w 5734864"/>
              <a:gd name="connsiteY164" fmla="*/ 5919558 h 6858000"/>
              <a:gd name="connsiteX165" fmla="*/ 169099 w 5734864"/>
              <a:gd name="connsiteY165" fmla="*/ 5984417 h 6858000"/>
              <a:gd name="connsiteX166" fmla="*/ 162007 w 5734864"/>
              <a:gd name="connsiteY166" fmla="*/ 6049043 h 6858000"/>
              <a:gd name="connsiteX167" fmla="*/ 156875 w 5734864"/>
              <a:gd name="connsiteY167" fmla="*/ 6114000 h 6858000"/>
              <a:gd name="connsiteX168" fmla="*/ 165441 w 5734864"/>
              <a:gd name="connsiteY168" fmla="*/ 6146938 h 6858000"/>
              <a:gd name="connsiteX169" fmla="*/ 165177 w 5734864"/>
              <a:gd name="connsiteY169" fmla="*/ 6150658 h 6858000"/>
              <a:gd name="connsiteX170" fmla="*/ 161772 w 5734864"/>
              <a:gd name="connsiteY170" fmla="*/ 6160011 h 6858000"/>
              <a:gd name="connsiteX171" fmla="*/ 160051 w 5734864"/>
              <a:gd name="connsiteY171" fmla="*/ 6163393 h 6858000"/>
              <a:gd name="connsiteX172" fmla="*/ 158473 w 5734864"/>
              <a:gd name="connsiteY172" fmla="*/ 6168628 h 6858000"/>
              <a:gd name="connsiteX173" fmla="*/ 158573 w 5734864"/>
              <a:gd name="connsiteY173" fmla="*/ 6168799 h 6858000"/>
              <a:gd name="connsiteX174" fmla="*/ 146463 w 5734864"/>
              <a:gd name="connsiteY174" fmla="*/ 6196671 h 6858000"/>
              <a:gd name="connsiteX175" fmla="*/ 150209 w 5734864"/>
              <a:gd name="connsiteY175" fmla="*/ 6232365 h 6858000"/>
              <a:gd name="connsiteX176" fmla="*/ 148544 w 5734864"/>
              <a:gd name="connsiteY176" fmla="*/ 6246162 h 6858000"/>
              <a:gd name="connsiteX177" fmla="*/ 148403 w 5734864"/>
              <a:gd name="connsiteY177" fmla="*/ 6253754 h 6858000"/>
              <a:gd name="connsiteX178" fmla="*/ 138880 w 5734864"/>
              <a:gd name="connsiteY178" fmla="*/ 6276449 h 6858000"/>
              <a:gd name="connsiteX179" fmla="*/ 138683 w 5734864"/>
              <a:gd name="connsiteY179" fmla="*/ 6279721 h 6858000"/>
              <a:gd name="connsiteX180" fmla="*/ 130721 w 5734864"/>
              <a:gd name="connsiteY180" fmla="*/ 6293675 h 6858000"/>
              <a:gd name="connsiteX181" fmla="*/ 120717 w 5734864"/>
              <a:gd name="connsiteY181" fmla="*/ 6313967 h 6858000"/>
              <a:gd name="connsiteX182" fmla="*/ 120841 w 5734864"/>
              <a:gd name="connsiteY182" fmla="*/ 6315437 h 6858000"/>
              <a:gd name="connsiteX183" fmla="*/ 115208 w 5734864"/>
              <a:gd name="connsiteY183" fmla="*/ 6324024 h 6858000"/>
              <a:gd name="connsiteX184" fmla="*/ 101217 w 5734864"/>
              <a:gd name="connsiteY184" fmla="*/ 6365923 h 6858000"/>
              <a:gd name="connsiteX185" fmla="*/ 74946 w 5734864"/>
              <a:gd name="connsiteY185" fmla="*/ 6556817 h 6858000"/>
              <a:gd name="connsiteX186" fmla="*/ 16001 w 5734864"/>
              <a:gd name="connsiteY186" fmla="*/ 6808678 h 6858000"/>
              <a:gd name="connsiteX187" fmla="*/ 0 w 5734864"/>
              <a:gd name="connsiteY187" fmla="*/ 6858000 h 6858000"/>
              <a:gd name="connsiteX188" fmla="*/ 5734864 w 5734864"/>
              <a:gd name="connsiteY188" fmla="*/ 685800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4660 w 5734864"/>
              <a:gd name="connsiteY33" fmla="*/ 1982709 h 6858000"/>
              <a:gd name="connsiteX34" fmla="*/ 710759 w 5734864"/>
              <a:gd name="connsiteY34" fmla="*/ 2013010 h 6858000"/>
              <a:gd name="connsiteX35" fmla="*/ 697927 w 5734864"/>
              <a:gd name="connsiteY35" fmla="*/ 2069833 h 6858000"/>
              <a:gd name="connsiteX36" fmla="*/ 693594 w 5734864"/>
              <a:gd name="connsiteY36" fmla="*/ 2103731 h 6858000"/>
              <a:gd name="connsiteX37" fmla="*/ 691109 w 5734864"/>
              <a:gd name="connsiteY37" fmla="*/ 2124027 h 6858000"/>
              <a:gd name="connsiteX38" fmla="*/ 676593 w 5734864"/>
              <a:gd name="connsiteY38" fmla="*/ 2176182 h 6858000"/>
              <a:gd name="connsiteX39" fmla="*/ 633227 w 5734864"/>
              <a:gd name="connsiteY39" fmla="*/ 2258036 h 6858000"/>
              <a:gd name="connsiteX40" fmla="*/ 625564 w 5734864"/>
              <a:gd name="connsiteY40" fmla="*/ 2284567 h 6858000"/>
              <a:gd name="connsiteX41" fmla="*/ 627074 w 5734864"/>
              <a:gd name="connsiteY41" fmla="*/ 2289605 h 6858000"/>
              <a:gd name="connsiteX42" fmla="*/ 614574 w 5734864"/>
              <a:gd name="connsiteY42" fmla="*/ 2308717 h 6858000"/>
              <a:gd name="connsiteX43" fmla="*/ 606890 w 5734864"/>
              <a:gd name="connsiteY43" fmla="*/ 2320662 h 6858000"/>
              <a:gd name="connsiteX44" fmla="*/ 605558 w 5734864"/>
              <a:gd name="connsiteY44" fmla="*/ 2327897 h 6858000"/>
              <a:gd name="connsiteX45" fmla="*/ 602202 w 5734864"/>
              <a:gd name="connsiteY45" fmla="*/ 2357749 h 6858000"/>
              <a:gd name="connsiteX46" fmla="*/ 600213 w 5734864"/>
              <a:gd name="connsiteY46" fmla="*/ 2364905 h 6858000"/>
              <a:gd name="connsiteX47" fmla="*/ 597160 w 5734864"/>
              <a:gd name="connsiteY47" fmla="*/ 2388351 h 6858000"/>
              <a:gd name="connsiteX48" fmla="*/ 597982 w 5734864"/>
              <a:gd name="connsiteY48" fmla="*/ 2402296 h 6858000"/>
              <a:gd name="connsiteX49" fmla="*/ 593150 w 5734864"/>
              <a:gd name="connsiteY49" fmla="*/ 2420015 h 6858000"/>
              <a:gd name="connsiteX50" fmla="*/ 592833 w 5734864"/>
              <a:gd name="connsiteY50" fmla="*/ 2422749 h 6858000"/>
              <a:gd name="connsiteX51" fmla="*/ 594479 w 5734864"/>
              <a:gd name="connsiteY51" fmla="*/ 2426002 h 6858000"/>
              <a:gd name="connsiteX52" fmla="*/ 591963 w 5734864"/>
              <a:gd name="connsiteY52" fmla="*/ 2431950 h 6858000"/>
              <a:gd name="connsiteX53" fmla="*/ 591544 w 5734864"/>
              <a:gd name="connsiteY53" fmla="*/ 2433897 h 6858000"/>
              <a:gd name="connsiteX54" fmla="*/ 589519 w 5734864"/>
              <a:gd name="connsiteY54" fmla="*/ 2451398 h 6858000"/>
              <a:gd name="connsiteX55" fmla="*/ 590037 w 5734864"/>
              <a:gd name="connsiteY55" fmla="*/ 2455536 h 6858000"/>
              <a:gd name="connsiteX56" fmla="*/ 588179 w 5734864"/>
              <a:gd name="connsiteY56" fmla="*/ 2462981 h 6858000"/>
              <a:gd name="connsiteX57" fmla="*/ 583434 w 5734864"/>
              <a:gd name="connsiteY57" fmla="*/ 2503991 h 6858000"/>
              <a:gd name="connsiteX58" fmla="*/ 567942 w 5734864"/>
              <a:gd name="connsiteY58" fmla="*/ 2652936 h 6858000"/>
              <a:gd name="connsiteX59" fmla="*/ 573869 w 5734864"/>
              <a:gd name="connsiteY59" fmla="*/ 2670188 h 6858000"/>
              <a:gd name="connsiteX60" fmla="*/ 575243 w 5734864"/>
              <a:gd name="connsiteY60" fmla="*/ 2688114 h 6858000"/>
              <a:gd name="connsiteX61" fmla="*/ 573824 w 5734864"/>
              <a:gd name="connsiteY61" fmla="*/ 2689856 h 6858000"/>
              <a:gd name="connsiteX62" fmla="*/ 570699 w 5734864"/>
              <a:gd name="connsiteY62" fmla="*/ 2709353 h 6858000"/>
              <a:gd name="connsiteX63" fmla="*/ 573192 w 5734864"/>
              <a:gd name="connsiteY63" fmla="*/ 2714527 h 6858000"/>
              <a:gd name="connsiteX64" fmla="*/ 572044 w 5734864"/>
              <a:gd name="connsiteY64" fmla="*/ 2728187 h 6858000"/>
              <a:gd name="connsiteX65" fmla="*/ 572465 w 5734864"/>
              <a:gd name="connsiteY65" fmla="*/ 2755863 h 6858000"/>
              <a:gd name="connsiteX66" fmla="*/ 570028 w 5734864"/>
              <a:gd name="connsiteY66" fmla="*/ 2760324 h 6858000"/>
              <a:gd name="connsiteX67" fmla="*/ 566748 w 5734864"/>
              <a:gd name="connsiteY67" fmla="*/ 2800948 h 6858000"/>
              <a:gd name="connsiteX68" fmla="*/ 565509 w 5734864"/>
              <a:gd name="connsiteY68" fmla="*/ 2801167 h 6858000"/>
              <a:gd name="connsiteX69" fmla="*/ 559367 w 5734864"/>
              <a:gd name="connsiteY69" fmla="*/ 2811129 h 6858000"/>
              <a:gd name="connsiteX70" fmla="*/ 550354 w 5734864"/>
              <a:gd name="connsiteY70" fmla="*/ 2830949 h 6858000"/>
              <a:gd name="connsiteX71" fmla="*/ 514795 w 5734864"/>
              <a:gd name="connsiteY71" fmla="*/ 2872433 h 6858000"/>
              <a:gd name="connsiteX72" fmla="*/ 509875 w 5734864"/>
              <a:gd name="connsiteY72" fmla="*/ 2923099 h 6858000"/>
              <a:gd name="connsiteX73" fmla="*/ 509577 w 5734864"/>
              <a:gd name="connsiteY73" fmla="*/ 2923197 h 6858000"/>
              <a:gd name="connsiteX74" fmla="*/ 507597 w 5734864"/>
              <a:gd name="connsiteY74" fmla="*/ 2931868 h 6858000"/>
              <a:gd name="connsiteX75" fmla="*/ 507379 w 5734864"/>
              <a:gd name="connsiteY75" fmla="*/ 2938322 h 6858000"/>
              <a:gd name="connsiteX76" fmla="*/ 504725 w 5734864"/>
              <a:gd name="connsiteY76" fmla="*/ 2954519 h 6858000"/>
              <a:gd name="connsiteX77" fmla="*/ 502018 w 5734864"/>
              <a:gd name="connsiteY77" fmla="*/ 2959643 h 6858000"/>
              <a:gd name="connsiteX78" fmla="*/ 498360 w 5734864"/>
              <a:gd name="connsiteY78" fmla="*/ 2961019 h 6858000"/>
              <a:gd name="connsiteX79" fmla="*/ 498483 w 5734864"/>
              <a:gd name="connsiteY79" fmla="*/ 2962590 h 6858000"/>
              <a:gd name="connsiteX80" fmla="*/ 484403 w 5734864"/>
              <a:gd name="connsiteY80" fmla="*/ 2990538 h 6858000"/>
              <a:gd name="connsiteX81" fmla="*/ 463075 w 5734864"/>
              <a:gd name="connsiteY81" fmla="*/ 3055956 h 6858000"/>
              <a:gd name="connsiteX82" fmla="*/ 455013 w 5734864"/>
              <a:gd name="connsiteY82" fmla="*/ 3094482 h 6858000"/>
              <a:gd name="connsiteX83" fmla="*/ 428391 w 5734864"/>
              <a:gd name="connsiteY83" fmla="*/ 3198850 h 6858000"/>
              <a:gd name="connsiteX84" fmla="*/ 401440 w 5734864"/>
              <a:gd name="connsiteY84" fmla="*/ 3307560 h 6858000"/>
              <a:gd name="connsiteX85" fmla="*/ 386076 w 5734864"/>
              <a:gd name="connsiteY85" fmla="*/ 3373943 h 6858000"/>
              <a:gd name="connsiteX86" fmla="*/ 374726 w 5734864"/>
              <a:gd name="connsiteY86" fmla="*/ 3381364 h 6858000"/>
              <a:gd name="connsiteX87" fmla="*/ 369145 w 5734864"/>
              <a:gd name="connsiteY87" fmla="*/ 3383729 h 6858000"/>
              <a:gd name="connsiteX88" fmla="*/ 364294 w 5734864"/>
              <a:gd name="connsiteY88" fmla="*/ 3414159 h 6858000"/>
              <a:gd name="connsiteX89" fmla="*/ 366450 w 5734864"/>
              <a:gd name="connsiteY89" fmla="*/ 3436925 h 6858000"/>
              <a:gd name="connsiteX90" fmla="*/ 351743 w 5734864"/>
              <a:gd name="connsiteY90" fmla="*/ 3521619 h 6858000"/>
              <a:gd name="connsiteX91" fmla="*/ 345784 w 5734864"/>
              <a:gd name="connsiteY91" fmla="*/ 3603757 h 6858000"/>
              <a:gd name="connsiteX92" fmla="*/ 344198 w 5734864"/>
              <a:gd name="connsiteY92" fmla="*/ 3652424 h 6858000"/>
              <a:gd name="connsiteX93" fmla="*/ 352450 w 5734864"/>
              <a:gd name="connsiteY93" fmla="*/ 3665222 h 6858000"/>
              <a:gd name="connsiteX94" fmla="*/ 342621 w 5734864"/>
              <a:gd name="connsiteY94" fmla="*/ 3700804 h 6858000"/>
              <a:gd name="connsiteX95" fmla="*/ 341514 w 5734864"/>
              <a:gd name="connsiteY95" fmla="*/ 3734774 h 6858000"/>
              <a:gd name="connsiteX96" fmla="*/ 340607 w 5734864"/>
              <a:gd name="connsiteY96" fmla="*/ 3785153 h 6858000"/>
              <a:gd name="connsiteX97" fmla="*/ 340707 w 5734864"/>
              <a:gd name="connsiteY97" fmla="*/ 3788177 h 6858000"/>
              <a:gd name="connsiteX98" fmla="*/ 340361 w 5734864"/>
              <a:gd name="connsiteY98" fmla="*/ 3798803 h 6858000"/>
              <a:gd name="connsiteX99" fmla="*/ 339642 w 5734864"/>
              <a:gd name="connsiteY99" fmla="*/ 3838750 h 6858000"/>
              <a:gd name="connsiteX100" fmla="*/ 360295 w 5734864"/>
              <a:gd name="connsiteY100" fmla="*/ 4015196 h 6858000"/>
              <a:gd name="connsiteX101" fmla="*/ 339043 w 5734864"/>
              <a:gd name="connsiteY101" fmla="*/ 4052778 h 6858000"/>
              <a:gd name="connsiteX102" fmla="*/ 339343 w 5734864"/>
              <a:gd name="connsiteY102" fmla="*/ 4096257 h 6858000"/>
              <a:gd name="connsiteX103" fmla="*/ 340786 w 5734864"/>
              <a:gd name="connsiteY103" fmla="*/ 4321136 h 6858000"/>
              <a:gd name="connsiteX104" fmla="*/ 343158 w 5734864"/>
              <a:gd name="connsiteY104" fmla="*/ 4429174 h 6858000"/>
              <a:gd name="connsiteX105" fmla="*/ 334599 w 5734864"/>
              <a:gd name="connsiteY105" fmla="*/ 4449938 h 6858000"/>
              <a:gd name="connsiteX106" fmla="*/ 332890 w 5734864"/>
              <a:gd name="connsiteY106" fmla="*/ 4453515 h 6858000"/>
              <a:gd name="connsiteX107" fmla="*/ 331105 w 5734864"/>
              <a:gd name="connsiteY107" fmla="*/ 4467941 h 6858000"/>
              <a:gd name="connsiteX108" fmla="*/ 324289 w 5734864"/>
              <a:gd name="connsiteY108" fmla="*/ 4471861 h 6858000"/>
              <a:gd name="connsiteX109" fmla="*/ 317079 w 5734864"/>
              <a:gd name="connsiteY109" fmla="*/ 4493468 h 6858000"/>
              <a:gd name="connsiteX110" fmla="*/ 315557 w 5734864"/>
              <a:gd name="connsiteY110" fmla="*/ 4520067 h 6858000"/>
              <a:gd name="connsiteX111" fmla="*/ 315240 w 5734864"/>
              <a:gd name="connsiteY111" fmla="*/ 4536872 h 6858000"/>
              <a:gd name="connsiteX112" fmla="*/ 316200 w 5734864"/>
              <a:gd name="connsiteY112" fmla="*/ 4538297 h 6858000"/>
              <a:gd name="connsiteX113" fmla="*/ 317507 w 5734864"/>
              <a:gd name="connsiteY113" fmla="*/ 4547582 h 6858000"/>
              <a:gd name="connsiteX114" fmla="*/ 323078 w 5734864"/>
              <a:gd name="connsiteY114" fmla="*/ 4592102 h 6858000"/>
              <a:gd name="connsiteX115" fmla="*/ 328722 w 5734864"/>
              <a:gd name="connsiteY115" fmla="*/ 4667914 h 6858000"/>
              <a:gd name="connsiteX116" fmla="*/ 335597 w 5734864"/>
              <a:gd name="connsiteY116" fmla="*/ 4695035 h 6858000"/>
              <a:gd name="connsiteX117" fmla="*/ 339485 w 5734864"/>
              <a:gd name="connsiteY117" fmla="*/ 4695979 h 6858000"/>
              <a:gd name="connsiteX118" fmla="*/ 341089 w 5734864"/>
              <a:gd name="connsiteY118" fmla="*/ 4704268 h 6858000"/>
              <a:gd name="connsiteX119" fmla="*/ 342177 w 5734864"/>
              <a:gd name="connsiteY119" fmla="*/ 4706060 h 6858000"/>
              <a:gd name="connsiteX120" fmla="*/ 347751 w 5734864"/>
              <a:gd name="connsiteY120" fmla="*/ 4716754 h 6858000"/>
              <a:gd name="connsiteX121" fmla="*/ 344125 w 5734864"/>
              <a:gd name="connsiteY121" fmla="*/ 4764669 h 6858000"/>
              <a:gd name="connsiteX122" fmla="*/ 340188 w 5734864"/>
              <a:gd name="connsiteY122" fmla="*/ 4779386 h 6858000"/>
              <a:gd name="connsiteX123" fmla="*/ 335146 w 5734864"/>
              <a:gd name="connsiteY123" fmla="*/ 4787491 h 6858000"/>
              <a:gd name="connsiteX124" fmla="*/ 319124 w 5734864"/>
              <a:gd name="connsiteY124" fmla="*/ 4843514 h 6858000"/>
              <a:gd name="connsiteX125" fmla="*/ 305956 w 5734864"/>
              <a:gd name="connsiteY125" fmla="*/ 4881505 h 6858000"/>
              <a:gd name="connsiteX126" fmla="*/ 301062 w 5734864"/>
              <a:gd name="connsiteY126" fmla="*/ 4889332 h 6858000"/>
              <a:gd name="connsiteX127" fmla="*/ 302141 w 5734864"/>
              <a:gd name="connsiteY127" fmla="*/ 4899400 h 6858000"/>
              <a:gd name="connsiteX128" fmla="*/ 304424 w 5734864"/>
              <a:gd name="connsiteY128" fmla="*/ 4902664 h 6858000"/>
              <a:gd name="connsiteX129" fmla="*/ 293123 w 5734864"/>
              <a:gd name="connsiteY129" fmla="*/ 4932769 h 6858000"/>
              <a:gd name="connsiteX130" fmla="*/ 292275 w 5734864"/>
              <a:gd name="connsiteY130" fmla="*/ 4936482 h 6858000"/>
              <a:gd name="connsiteX131" fmla="*/ 288304 w 5734864"/>
              <a:gd name="connsiteY131" fmla="*/ 4962325 h 6858000"/>
              <a:gd name="connsiteX132" fmla="*/ 287420 w 5734864"/>
              <a:gd name="connsiteY132" fmla="*/ 5042193 h 6858000"/>
              <a:gd name="connsiteX133" fmla="*/ 287020 w 5734864"/>
              <a:gd name="connsiteY133" fmla="*/ 5065655 h 6858000"/>
              <a:gd name="connsiteX134" fmla="*/ 288488 w 5734864"/>
              <a:gd name="connsiteY134" fmla="*/ 5082216 h 6858000"/>
              <a:gd name="connsiteX135" fmla="*/ 282763 w 5734864"/>
              <a:gd name="connsiteY135" fmla="*/ 5127114 h 6858000"/>
              <a:gd name="connsiteX136" fmla="*/ 269316 w 5734864"/>
              <a:gd name="connsiteY136" fmla="*/ 5202682 h 6858000"/>
              <a:gd name="connsiteX137" fmla="*/ 269174 w 5734864"/>
              <a:gd name="connsiteY137" fmla="*/ 5230835 h 6858000"/>
              <a:gd name="connsiteX138" fmla="*/ 272679 w 5734864"/>
              <a:gd name="connsiteY138" fmla="*/ 5232660 h 6858000"/>
              <a:gd name="connsiteX139" fmla="*/ 272160 w 5734864"/>
              <a:gd name="connsiteY139" fmla="*/ 5241150 h 6858000"/>
              <a:gd name="connsiteX140" fmla="*/ 272760 w 5734864"/>
              <a:gd name="connsiteY140" fmla="*/ 5243156 h 6858000"/>
              <a:gd name="connsiteX141" fmla="*/ 275462 w 5734864"/>
              <a:gd name="connsiteY141" fmla="*/ 5254919 h 6858000"/>
              <a:gd name="connsiteX142" fmla="*/ 262897 w 5734864"/>
              <a:gd name="connsiteY142" fmla="*/ 5286259 h 6858000"/>
              <a:gd name="connsiteX143" fmla="*/ 252761 w 5734864"/>
              <a:gd name="connsiteY143" fmla="*/ 5357801 h 6858000"/>
              <a:gd name="connsiteX144" fmla="*/ 242360 w 5734864"/>
              <a:gd name="connsiteY144" fmla="*/ 5460080 h 6858000"/>
              <a:gd name="connsiteX145" fmla="*/ 229880 w 5734864"/>
              <a:gd name="connsiteY145" fmla="*/ 5539714 h 6858000"/>
              <a:gd name="connsiteX146" fmla="*/ 204283 w 5734864"/>
              <a:gd name="connsiteY146" fmla="*/ 5639080 h 6858000"/>
              <a:gd name="connsiteX147" fmla="*/ 198948 w 5734864"/>
              <a:gd name="connsiteY147" fmla="*/ 5710958 h 6858000"/>
              <a:gd name="connsiteX148" fmla="*/ 192367 w 5734864"/>
              <a:gd name="connsiteY148" fmla="*/ 5719859 h 6858000"/>
              <a:gd name="connsiteX149" fmla="*/ 188035 w 5734864"/>
              <a:gd name="connsiteY149" fmla="*/ 5729935 h 6858000"/>
              <a:gd name="connsiteX150" fmla="*/ 188428 w 5734864"/>
              <a:gd name="connsiteY150" fmla="*/ 5731182 h 6858000"/>
              <a:gd name="connsiteX151" fmla="*/ 181635 w 5734864"/>
              <a:gd name="connsiteY151" fmla="*/ 5753538 h 6858000"/>
              <a:gd name="connsiteX152" fmla="*/ 169744 w 5734864"/>
              <a:gd name="connsiteY152" fmla="*/ 5796307 h 6858000"/>
              <a:gd name="connsiteX153" fmla="*/ 170351 w 5734864"/>
              <a:gd name="connsiteY153" fmla="*/ 5796644 h 6858000"/>
              <a:gd name="connsiteX154" fmla="*/ 171559 w 5734864"/>
              <a:gd name="connsiteY154" fmla="*/ 5803435 h 6858000"/>
              <a:gd name="connsiteX155" fmla="*/ 172284 w 5734864"/>
              <a:gd name="connsiteY155" fmla="*/ 5816391 h 6858000"/>
              <a:gd name="connsiteX156" fmla="*/ 182542 w 5734864"/>
              <a:gd name="connsiteY156" fmla="*/ 5846382 h 6858000"/>
              <a:gd name="connsiteX157" fmla="*/ 175877 w 5734864"/>
              <a:gd name="connsiteY157" fmla="*/ 5871336 h 6858000"/>
              <a:gd name="connsiteX158" fmla="*/ 174910 w 5734864"/>
              <a:gd name="connsiteY158" fmla="*/ 5876376 h 6858000"/>
              <a:gd name="connsiteX159" fmla="*/ 175047 w 5734864"/>
              <a:gd name="connsiteY159" fmla="*/ 5876483 h 6858000"/>
              <a:gd name="connsiteX160" fmla="*/ 174335 w 5734864"/>
              <a:gd name="connsiteY160" fmla="*/ 5881814 h 6858000"/>
              <a:gd name="connsiteX161" fmla="*/ 171273 w 5734864"/>
              <a:gd name="connsiteY161" fmla="*/ 5895339 h 6858000"/>
              <a:gd name="connsiteX162" fmla="*/ 171658 w 5734864"/>
              <a:gd name="connsiteY162" fmla="*/ 5898749 h 6858000"/>
              <a:gd name="connsiteX163" fmla="*/ 174658 w 5734864"/>
              <a:gd name="connsiteY163" fmla="*/ 5919558 h 6858000"/>
              <a:gd name="connsiteX164" fmla="*/ 169099 w 5734864"/>
              <a:gd name="connsiteY164" fmla="*/ 5984417 h 6858000"/>
              <a:gd name="connsiteX165" fmla="*/ 162007 w 5734864"/>
              <a:gd name="connsiteY165" fmla="*/ 6049043 h 6858000"/>
              <a:gd name="connsiteX166" fmla="*/ 156875 w 5734864"/>
              <a:gd name="connsiteY166" fmla="*/ 6114000 h 6858000"/>
              <a:gd name="connsiteX167" fmla="*/ 165441 w 5734864"/>
              <a:gd name="connsiteY167" fmla="*/ 6146938 h 6858000"/>
              <a:gd name="connsiteX168" fmla="*/ 165177 w 5734864"/>
              <a:gd name="connsiteY168" fmla="*/ 6150658 h 6858000"/>
              <a:gd name="connsiteX169" fmla="*/ 161772 w 5734864"/>
              <a:gd name="connsiteY169" fmla="*/ 6160011 h 6858000"/>
              <a:gd name="connsiteX170" fmla="*/ 160051 w 5734864"/>
              <a:gd name="connsiteY170" fmla="*/ 6163393 h 6858000"/>
              <a:gd name="connsiteX171" fmla="*/ 158473 w 5734864"/>
              <a:gd name="connsiteY171" fmla="*/ 6168628 h 6858000"/>
              <a:gd name="connsiteX172" fmla="*/ 158573 w 5734864"/>
              <a:gd name="connsiteY172" fmla="*/ 6168799 h 6858000"/>
              <a:gd name="connsiteX173" fmla="*/ 146463 w 5734864"/>
              <a:gd name="connsiteY173" fmla="*/ 6196671 h 6858000"/>
              <a:gd name="connsiteX174" fmla="*/ 150209 w 5734864"/>
              <a:gd name="connsiteY174" fmla="*/ 6232365 h 6858000"/>
              <a:gd name="connsiteX175" fmla="*/ 148544 w 5734864"/>
              <a:gd name="connsiteY175" fmla="*/ 6246162 h 6858000"/>
              <a:gd name="connsiteX176" fmla="*/ 148403 w 5734864"/>
              <a:gd name="connsiteY176" fmla="*/ 6253754 h 6858000"/>
              <a:gd name="connsiteX177" fmla="*/ 138880 w 5734864"/>
              <a:gd name="connsiteY177" fmla="*/ 6276449 h 6858000"/>
              <a:gd name="connsiteX178" fmla="*/ 138683 w 5734864"/>
              <a:gd name="connsiteY178" fmla="*/ 6279721 h 6858000"/>
              <a:gd name="connsiteX179" fmla="*/ 130721 w 5734864"/>
              <a:gd name="connsiteY179" fmla="*/ 6293675 h 6858000"/>
              <a:gd name="connsiteX180" fmla="*/ 120717 w 5734864"/>
              <a:gd name="connsiteY180" fmla="*/ 6313967 h 6858000"/>
              <a:gd name="connsiteX181" fmla="*/ 120841 w 5734864"/>
              <a:gd name="connsiteY181" fmla="*/ 6315437 h 6858000"/>
              <a:gd name="connsiteX182" fmla="*/ 115208 w 5734864"/>
              <a:gd name="connsiteY182" fmla="*/ 6324024 h 6858000"/>
              <a:gd name="connsiteX183" fmla="*/ 101217 w 5734864"/>
              <a:gd name="connsiteY183" fmla="*/ 6365923 h 6858000"/>
              <a:gd name="connsiteX184" fmla="*/ 74946 w 5734864"/>
              <a:gd name="connsiteY184" fmla="*/ 6556817 h 6858000"/>
              <a:gd name="connsiteX185" fmla="*/ 16001 w 5734864"/>
              <a:gd name="connsiteY185" fmla="*/ 6808678 h 6858000"/>
              <a:gd name="connsiteX186" fmla="*/ 0 w 5734864"/>
              <a:gd name="connsiteY186" fmla="*/ 6858000 h 6858000"/>
              <a:gd name="connsiteX187" fmla="*/ 5734864 w 5734864"/>
              <a:gd name="connsiteY187" fmla="*/ 6858000 h 6858000"/>
              <a:gd name="connsiteX188" fmla="*/ 5734864 w 5734864"/>
              <a:gd name="connsiteY188" fmla="*/ 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7865 w 5734864"/>
              <a:gd name="connsiteY13" fmla="*/ 1070795 h 6858000"/>
              <a:gd name="connsiteX14" fmla="*/ 862786 w 5734864"/>
              <a:gd name="connsiteY14" fmla="*/ 1238994 h 6858000"/>
              <a:gd name="connsiteX15" fmla="*/ 859345 w 5734864"/>
              <a:gd name="connsiteY15" fmla="*/ 1380427 h 6858000"/>
              <a:gd name="connsiteX16" fmla="*/ 855172 w 5734864"/>
              <a:gd name="connsiteY16" fmla="*/ 1435262 h 6858000"/>
              <a:gd name="connsiteX17" fmla="*/ 860494 w 5734864"/>
              <a:gd name="connsiteY17" fmla="*/ 1453861 h 6858000"/>
              <a:gd name="connsiteX18" fmla="*/ 853731 w 5734864"/>
              <a:gd name="connsiteY18" fmla="*/ 1467047 h 6858000"/>
              <a:gd name="connsiteX19" fmla="*/ 845847 w 5734864"/>
              <a:gd name="connsiteY19" fmla="*/ 1502307 h 6858000"/>
              <a:gd name="connsiteX20" fmla="*/ 817613 w 5734864"/>
              <a:gd name="connsiteY20" fmla="*/ 1565166 h 6858000"/>
              <a:gd name="connsiteX21" fmla="*/ 804223 w 5734864"/>
              <a:gd name="connsiteY21" fmla="*/ 1601941 h 6858000"/>
              <a:gd name="connsiteX22" fmla="*/ 791773 w 5734864"/>
              <a:gd name="connsiteY22" fmla="*/ 1627005 h 6858000"/>
              <a:gd name="connsiteX23" fmla="*/ 774645 w 5734864"/>
              <a:gd name="connsiteY23" fmla="*/ 1699922 h 6858000"/>
              <a:gd name="connsiteX24" fmla="*/ 752343 w 5734864"/>
              <a:gd name="connsiteY24" fmla="*/ 1824604 h 6858000"/>
              <a:gd name="connsiteX25" fmla="*/ 746254 w 5734864"/>
              <a:gd name="connsiteY25" fmla="*/ 1850222 h 6858000"/>
              <a:gd name="connsiteX26" fmla="*/ 728600 w 5734864"/>
              <a:gd name="connsiteY26" fmla="*/ 1869603 h 6858000"/>
              <a:gd name="connsiteX27" fmla="*/ 724396 w 5734864"/>
              <a:gd name="connsiteY27" fmla="*/ 1883104 h 6858000"/>
              <a:gd name="connsiteX28" fmla="*/ 722165 w 5734864"/>
              <a:gd name="connsiteY28" fmla="*/ 1885924 h 6858000"/>
              <a:gd name="connsiteX29" fmla="*/ 721338 w 5734864"/>
              <a:gd name="connsiteY29" fmla="*/ 1887123 h 6858000"/>
              <a:gd name="connsiteX30" fmla="*/ 714840 w 5734864"/>
              <a:gd name="connsiteY30" fmla="*/ 1902274 h 6858000"/>
              <a:gd name="connsiteX31" fmla="*/ 722847 w 5734864"/>
              <a:gd name="connsiteY31" fmla="*/ 1929891 h 6858000"/>
              <a:gd name="connsiteX32" fmla="*/ 714660 w 5734864"/>
              <a:gd name="connsiteY32" fmla="*/ 1982709 h 6858000"/>
              <a:gd name="connsiteX33" fmla="*/ 710759 w 5734864"/>
              <a:gd name="connsiteY33" fmla="*/ 2013010 h 6858000"/>
              <a:gd name="connsiteX34" fmla="*/ 697927 w 5734864"/>
              <a:gd name="connsiteY34" fmla="*/ 2069833 h 6858000"/>
              <a:gd name="connsiteX35" fmla="*/ 693594 w 5734864"/>
              <a:gd name="connsiteY35" fmla="*/ 2103731 h 6858000"/>
              <a:gd name="connsiteX36" fmla="*/ 691109 w 5734864"/>
              <a:gd name="connsiteY36" fmla="*/ 2124027 h 6858000"/>
              <a:gd name="connsiteX37" fmla="*/ 676593 w 5734864"/>
              <a:gd name="connsiteY37" fmla="*/ 2176182 h 6858000"/>
              <a:gd name="connsiteX38" fmla="*/ 633227 w 5734864"/>
              <a:gd name="connsiteY38" fmla="*/ 2258036 h 6858000"/>
              <a:gd name="connsiteX39" fmla="*/ 625564 w 5734864"/>
              <a:gd name="connsiteY39" fmla="*/ 2284567 h 6858000"/>
              <a:gd name="connsiteX40" fmla="*/ 627074 w 5734864"/>
              <a:gd name="connsiteY40" fmla="*/ 2289605 h 6858000"/>
              <a:gd name="connsiteX41" fmla="*/ 614574 w 5734864"/>
              <a:gd name="connsiteY41" fmla="*/ 2308717 h 6858000"/>
              <a:gd name="connsiteX42" fmla="*/ 606890 w 5734864"/>
              <a:gd name="connsiteY42" fmla="*/ 2320662 h 6858000"/>
              <a:gd name="connsiteX43" fmla="*/ 605558 w 5734864"/>
              <a:gd name="connsiteY43" fmla="*/ 2327897 h 6858000"/>
              <a:gd name="connsiteX44" fmla="*/ 602202 w 5734864"/>
              <a:gd name="connsiteY44" fmla="*/ 2357749 h 6858000"/>
              <a:gd name="connsiteX45" fmla="*/ 600213 w 5734864"/>
              <a:gd name="connsiteY45" fmla="*/ 2364905 h 6858000"/>
              <a:gd name="connsiteX46" fmla="*/ 597160 w 5734864"/>
              <a:gd name="connsiteY46" fmla="*/ 2388351 h 6858000"/>
              <a:gd name="connsiteX47" fmla="*/ 597982 w 5734864"/>
              <a:gd name="connsiteY47" fmla="*/ 2402296 h 6858000"/>
              <a:gd name="connsiteX48" fmla="*/ 593150 w 5734864"/>
              <a:gd name="connsiteY48" fmla="*/ 2420015 h 6858000"/>
              <a:gd name="connsiteX49" fmla="*/ 592833 w 5734864"/>
              <a:gd name="connsiteY49" fmla="*/ 2422749 h 6858000"/>
              <a:gd name="connsiteX50" fmla="*/ 594479 w 5734864"/>
              <a:gd name="connsiteY50" fmla="*/ 2426002 h 6858000"/>
              <a:gd name="connsiteX51" fmla="*/ 591963 w 5734864"/>
              <a:gd name="connsiteY51" fmla="*/ 2431950 h 6858000"/>
              <a:gd name="connsiteX52" fmla="*/ 591544 w 5734864"/>
              <a:gd name="connsiteY52" fmla="*/ 2433897 h 6858000"/>
              <a:gd name="connsiteX53" fmla="*/ 589519 w 5734864"/>
              <a:gd name="connsiteY53" fmla="*/ 2451398 h 6858000"/>
              <a:gd name="connsiteX54" fmla="*/ 590037 w 5734864"/>
              <a:gd name="connsiteY54" fmla="*/ 2455536 h 6858000"/>
              <a:gd name="connsiteX55" fmla="*/ 588179 w 5734864"/>
              <a:gd name="connsiteY55" fmla="*/ 2462981 h 6858000"/>
              <a:gd name="connsiteX56" fmla="*/ 583434 w 5734864"/>
              <a:gd name="connsiteY56" fmla="*/ 2503991 h 6858000"/>
              <a:gd name="connsiteX57" fmla="*/ 567942 w 5734864"/>
              <a:gd name="connsiteY57" fmla="*/ 2652936 h 6858000"/>
              <a:gd name="connsiteX58" fmla="*/ 573869 w 5734864"/>
              <a:gd name="connsiteY58" fmla="*/ 2670188 h 6858000"/>
              <a:gd name="connsiteX59" fmla="*/ 575243 w 5734864"/>
              <a:gd name="connsiteY59" fmla="*/ 2688114 h 6858000"/>
              <a:gd name="connsiteX60" fmla="*/ 573824 w 5734864"/>
              <a:gd name="connsiteY60" fmla="*/ 2689856 h 6858000"/>
              <a:gd name="connsiteX61" fmla="*/ 570699 w 5734864"/>
              <a:gd name="connsiteY61" fmla="*/ 2709353 h 6858000"/>
              <a:gd name="connsiteX62" fmla="*/ 573192 w 5734864"/>
              <a:gd name="connsiteY62" fmla="*/ 2714527 h 6858000"/>
              <a:gd name="connsiteX63" fmla="*/ 572044 w 5734864"/>
              <a:gd name="connsiteY63" fmla="*/ 2728187 h 6858000"/>
              <a:gd name="connsiteX64" fmla="*/ 572465 w 5734864"/>
              <a:gd name="connsiteY64" fmla="*/ 2755863 h 6858000"/>
              <a:gd name="connsiteX65" fmla="*/ 570028 w 5734864"/>
              <a:gd name="connsiteY65" fmla="*/ 2760324 h 6858000"/>
              <a:gd name="connsiteX66" fmla="*/ 566748 w 5734864"/>
              <a:gd name="connsiteY66" fmla="*/ 2800948 h 6858000"/>
              <a:gd name="connsiteX67" fmla="*/ 565509 w 5734864"/>
              <a:gd name="connsiteY67" fmla="*/ 2801167 h 6858000"/>
              <a:gd name="connsiteX68" fmla="*/ 559367 w 5734864"/>
              <a:gd name="connsiteY68" fmla="*/ 2811129 h 6858000"/>
              <a:gd name="connsiteX69" fmla="*/ 550354 w 5734864"/>
              <a:gd name="connsiteY69" fmla="*/ 2830949 h 6858000"/>
              <a:gd name="connsiteX70" fmla="*/ 514795 w 5734864"/>
              <a:gd name="connsiteY70" fmla="*/ 2872433 h 6858000"/>
              <a:gd name="connsiteX71" fmla="*/ 509875 w 5734864"/>
              <a:gd name="connsiteY71" fmla="*/ 2923099 h 6858000"/>
              <a:gd name="connsiteX72" fmla="*/ 509577 w 5734864"/>
              <a:gd name="connsiteY72" fmla="*/ 2923197 h 6858000"/>
              <a:gd name="connsiteX73" fmla="*/ 507597 w 5734864"/>
              <a:gd name="connsiteY73" fmla="*/ 2931868 h 6858000"/>
              <a:gd name="connsiteX74" fmla="*/ 507379 w 5734864"/>
              <a:gd name="connsiteY74" fmla="*/ 2938322 h 6858000"/>
              <a:gd name="connsiteX75" fmla="*/ 504725 w 5734864"/>
              <a:gd name="connsiteY75" fmla="*/ 2954519 h 6858000"/>
              <a:gd name="connsiteX76" fmla="*/ 502018 w 5734864"/>
              <a:gd name="connsiteY76" fmla="*/ 2959643 h 6858000"/>
              <a:gd name="connsiteX77" fmla="*/ 498360 w 5734864"/>
              <a:gd name="connsiteY77" fmla="*/ 2961019 h 6858000"/>
              <a:gd name="connsiteX78" fmla="*/ 498483 w 5734864"/>
              <a:gd name="connsiteY78" fmla="*/ 2962590 h 6858000"/>
              <a:gd name="connsiteX79" fmla="*/ 484403 w 5734864"/>
              <a:gd name="connsiteY79" fmla="*/ 2990538 h 6858000"/>
              <a:gd name="connsiteX80" fmla="*/ 463075 w 5734864"/>
              <a:gd name="connsiteY80" fmla="*/ 3055956 h 6858000"/>
              <a:gd name="connsiteX81" fmla="*/ 455013 w 5734864"/>
              <a:gd name="connsiteY81" fmla="*/ 3094482 h 6858000"/>
              <a:gd name="connsiteX82" fmla="*/ 428391 w 5734864"/>
              <a:gd name="connsiteY82" fmla="*/ 3198850 h 6858000"/>
              <a:gd name="connsiteX83" fmla="*/ 401440 w 5734864"/>
              <a:gd name="connsiteY83" fmla="*/ 3307560 h 6858000"/>
              <a:gd name="connsiteX84" fmla="*/ 386076 w 5734864"/>
              <a:gd name="connsiteY84" fmla="*/ 3373943 h 6858000"/>
              <a:gd name="connsiteX85" fmla="*/ 374726 w 5734864"/>
              <a:gd name="connsiteY85" fmla="*/ 3381364 h 6858000"/>
              <a:gd name="connsiteX86" fmla="*/ 369145 w 5734864"/>
              <a:gd name="connsiteY86" fmla="*/ 3383729 h 6858000"/>
              <a:gd name="connsiteX87" fmla="*/ 364294 w 5734864"/>
              <a:gd name="connsiteY87" fmla="*/ 3414159 h 6858000"/>
              <a:gd name="connsiteX88" fmla="*/ 366450 w 5734864"/>
              <a:gd name="connsiteY88" fmla="*/ 3436925 h 6858000"/>
              <a:gd name="connsiteX89" fmla="*/ 351743 w 5734864"/>
              <a:gd name="connsiteY89" fmla="*/ 3521619 h 6858000"/>
              <a:gd name="connsiteX90" fmla="*/ 345784 w 5734864"/>
              <a:gd name="connsiteY90" fmla="*/ 3603757 h 6858000"/>
              <a:gd name="connsiteX91" fmla="*/ 344198 w 5734864"/>
              <a:gd name="connsiteY91" fmla="*/ 3652424 h 6858000"/>
              <a:gd name="connsiteX92" fmla="*/ 352450 w 5734864"/>
              <a:gd name="connsiteY92" fmla="*/ 3665222 h 6858000"/>
              <a:gd name="connsiteX93" fmla="*/ 342621 w 5734864"/>
              <a:gd name="connsiteY93" fmla="*/ 3700804 h 6858000"/>
              <a:gd name="connsiteX94" fmla="*/ 341514 w 5734864"/>
              <a:gd name="connsiteY94" fmla="*/ 3734774 h 6858000"/>
              <a:gd name="connsiteX95" fmla="*/ 340607 w 5734864"/>
              <a:gd name="connsiteY95" fmla="*/ 3785153 h 6858000"/>
              <a:gd name="connsiteX96" fmla="*/ 340707 w 5734864"/>
              <a:gd name="connsiteY96" fmla="*/ 3788177 h 6858000"/>
              <a:gd name="connsiteX97" fmla="*/ 340361 w 5734864"/>
              <a:gd name="connsiteY97" fmla="*/ 3798803 h 6858000"/>
              <a:gd name="connsiteX98" fmla="*/ 339642 w 5734864"/>
              <a:gd name="connsiteY98" fmla="*/ 3838750 h 6858000"/>
              <a:gd name="connsiteX99" fmla="*/ 360295 w 5734864"/>
              <a:gd name="connsiteY99" fmla="*/ 4015196 h 6858000"/>
              <a:gd name="connsiteX100" fmla="*/ 339043 w 5734864"/>
              <a:gd name="connsiteY100" fmla="*/ 4052778 h 6858000"/>
              <a:gd name="connsiteX101" fmla="*/ 339343 w 5734864"/>
              <a:gd name="connsiteY101" fmla="*/ 4096257 h 6858000"/>
              <a:gd name="connsiteX102" fmla="*/ 340786 w 5734864"/>
              <a:gd name="connsiteY102" fmla="*/ 4321136 h 6858000"/>
              <a:gd name="connsiteX103" fmla="*/ 343158 w 5734864"/>
              <a:gd name="connsiteY103" fmla="*/ 4429174 h 6858000"/>
              <a:gd name="connsiteX104" fmla="*/ 334599 w 5734864"/>
              <a:gd name="connsiteY104" fmla="*/ 4449938 h 6858000"/>
              <a:gd name="connsiteX105" fmla="*/ 332890 w 5734864"/>
              <a:gd name="connsiteY105" fmla="*/ 4453515 h 6858000"/>
              <a:gd name="connsiteX106" fmla="*/ 331105 w 5734864"/>
              <a:gd name="connsiteY106" fmla="*/ 4467941 h 6858000"/>
              <a:gd name="connsiteX107" fmla="*/ 324289 w 5734864"/>
              <a:gd name="connsiteY107" fmla="*/ 4471861 h 6858000"/>
              <a:gd name="connsiteX108" fmla="*/ 317079 w 5734864"/>
              <a:gd name="connsiteY108" fmla="*/ 4493468 h 6858000"/>
              <a:gd name="connsiteX109" fmla="*/ 315557 w 5734864"/>
              <a:gd name="connsiteY109" fmla="*/ 4520067 h 6858000"/>
              <a:gd name="connsiteX110" fmla="*/ 315240 w 5734864"/>
              <a:gd name="connsiteY110" fmla="*/ 4536872 h 6858000"/>
              <a:gd name="connsiteX111" fmla="*/ 316200 w 5734864"/>
              <a:gd name="connsiteY111" fmla="*/ 4538297 h 6858000"/>
              <a:gd name="connsiteX112" fmla="*/ 317507 w 5734864"/>
              <a:gd name="connsiteY112" fmla="*/ 4547582 h 6858000"/>
              <a:gd name="connsiteX113" fmla="*/ 323078 w 5734864"/>
              <a:gd name="connsiteY113" fmla="*/ 4592102 h 6858000"/>
              <a:gd name="connsiteX114" fmla="*/ 328722 w 5734864"/>
              <a:gd name="connsiteY114" fmla="*/ 4667914 h 6858000"/>
              <a:gd name="connsiteX115" fmla="*/ 335597 w 5734864"/>
              <a:gd name="connsiteY115" fmla="*/ 4695035 h 6858000"/>
              <a:gd name="connsiteX116" fmla="*/ 339485 w 5734864"/>
              <a:gd name="connsiteY116" fmla="*/ 4695979 h 6858000"/>
              <a:gd name="connsiteX117" fmla="*/ 341089 w 5734864"/>
              <a:gd name="connsiteY117" fmla="*/ 4704268 h 6858000"/>
              <a:gd name="connsiteX118" fmla="*/ 342177 w 5734864"/>
              <a:gd name="connsiteY118" fmla="*/ 4706060 h 6858000"/>
              <a:gd name="connsiteX119" fmla="*/ 347751 w 5734864"/>
              <a:gd name="connsiteY119" fmla="*/ 4716754 h 6858000"/>
              <a:gd name="connsiteX120" fmla="*/ 344125 w 5734864"/>
              <a:gd name="connsiteY120" fmla="*/ 4764669 h 6858000"/>
              <a:gd name="connsiteX121" fmla="*/ 340188 w 5734864"/>
              <a:gd name="connsiteY121" fmla="*/ 4779386 h 6858000"/>
              <a:gd name="connsiteX122" fmla="*/ 335146 w 5734864"/>
              <a:gd name="connsiteY122" fmla="*/ 4787491 h 6858000"/>
              <a:gd name="connsiteX123" fmla="*/ 319124 w 5734864"/>
              <a:gd name="connsiteY123" fmla="*/ 4843514 h 6858000"/>
              <a:gd name="connsiteX124" fmla="*/ 305956 w 5734864"/>
              <a:gd name="connsiteY124" fmla="*/ 4881505 h 6858000"/>
              <a:gd name="connsiteX125" fmla="*/ 301062 w 5734864"/>
              <a:gd name="connsiteY125" fmla="*/ 4889332 h 6858000"/>
              <a:gd name="connsiteX126" fmla="*/ 302141 w 5734864"/>
              <a:gd name="connsiteY126" fmla="*/ 4899400 h 6858000"/>
              <a:gd name="connsiteX127" fmla="*/ 304424 w 5734864"/>
              <a:gd name="connsiteY127" fmla="*/ 4902664 h 6858000"/>
              <a:gd name="connsiteX128" fmla="*/ 293123 w 5734864"/>
              <a:gd name="connsiteY128" fmla="*/ 4932769 h 6858000"/>
              <a:gd name="connsiteX129" fmla="*/ 292275 w 5734864"/>
              <a:gd name="connsiteY129" fmla="*/ 4936482 h 6858000"/>
              <a:gd name="connsiteX130" fmla="*/ 288304 w 5734864"/>
              <a:gd name="connsiteY130" fmla="*/ 4962325 h 6858000"/>
              <a:gd name="connsiteX131" fmla="*/ 287420 w 5734864"/>
              <a:gd name="connsiteY131" fmla="*/ 5042193 h 6858000"/>
              <a:gd name="connsiteX132" fmla="*/ 287020 w 5734864"/>
              <a:gd name="connsiteY132" fmla="*/ 5065655 h 6858000"/>
              <a:gd name="connsiteX133" fmla="*/ 288488 w 5734864"/>
              <a:gd name="connsiteY133" fmla="*/ 5082216 h 6858000"/>
              <a:gd name="connsiteX134" fmla="*/ 282763 w 5734864"/>
              <a:gd name="connsiteY134" fmla="*/ 5127114 h 6858000"/>
              <a:gd name="connsiteX135" fmla="*/ 269316 w 5734864"/>
              <a:gd name="connsiteY135" fmla="*/ 5202682 h 6858000"/>
              <a:gd name="connsiteX136" fmla="*/ 269174 w 5734864"/>
              <a:gd name="connsiteY136" fmla="*/ 5230835 h 6858000"/>
              <a:gd name="connsiteX137" fmla="*/ 272679 w 5734864"/>
              <a:gd name="connsiteY137" fmla="*/ 5232660 h 6858000"/>
              <a:gd name="connsiteX138" fmla="*/ 272160 w 5734864"/>
              <a:gd name="connsiteY138" fmla="*/ 5241150 h 6858000"/>
              <a:gd name="connsiteX139" fmla="*/ 272760 w 5734864"/>
              <a:gd name="connsiteY139" fmla="*/ 5243156 h 6858000"/>
              <a:gd name="connsiteX140" fmla="*/ 275462 w 5734864"/>
              <a:gd name="connsiteY140" fmla="*/ 5254919 h 6858000"/>
              <a:gd name="connsiteX141" fmla="*/ 262897 w 5734864"/>
              <a:gd name="connsiteY141" fmla="*/ 5286259 h 6858000"/>
              <a:gd name="connsiteX142" fmla="*/ 252761 w 5734864"/>
              <a:gd name="connsiteY142" fmla="*/ 5357801 h 6858000"/>
              <a:gd name="connsiteX143" fmla="*/ 242360 w 5734864"/>
              <a:gd name="connsiteY143" fmla="*/ 5460080 h 6858000"/>
              <a:gd name="connsiteX144" fmla="*/ 229880 w 5734864"/>
              <a:gd name="connsiteY144" fmla="*/ 5539714 h 6858000"/>
              <a:gd name="connsiteX145" fmla="*/ 204283 w 5734864"/>
              <a:gd name="connsiteY145" fmla="*/ 5639080 h 6858000"/>
              <a:gd name="connsiteX146" fmla="*/ 198948 w 5734864"/>
              <a:gd name="connsiteY146" fmla="*/ 5710958 h 6858000"/>
              <a:gd name="connsiteX147" fmla="*/ 192367 w 5734864"/>
              <a:gd name="connsiteY147" fmla="*/ 5719859 h 6858000"/>
              <a:gd name="connsiteX148" fmla="*/ 188035 w 5734864"/>
              <a:gd name="connsiteY148" fmla="*/ 5729935 h 6858000"/>
              <a:gd name="connsiteX149" fmla="*/ 188428 w 5734864"/>
              <a:gd name="connsiteY149" fmla="*/ 5731182 h 6858000"/>
              <a:gd name="connsiteX150" fmla="*/ 181635 w 5734864"/>
              <a:gd name="connsiteY150" fmla="*/ 5753538 h 6858000"/>
              <a:gd name="connsiteX151" fmla="*/ 169744 w 5734864"/>
              <a:gd name="connsiteY151" fmla="*/ 5796307 h 6858000"/>
              <a:gd name="connsiteX152" fmla="*/ 170351 w 5734864"/>
              <a:gd name="connsiteY152" fmla="*/ 5796644 h 6858000"/>
              <a:gd name="connsiteX153" fmla="*/ 171559 w 5734864"/>
              <a:gd name="connsiteY153" fmla="*/ 5803435 h 6858000"/>
              <a:gd name="connsiteX154" fmla="*/ 172284 w 5734864"/>
              <a:gd name="connsiteY154" fmla="*/ 5816391 h 6858000"/>
              <a:gd name="connsiteX155" fmla="*/ 182542 w 5734864"/>
              <a:gd name="connsiteY155" fmla="*/ 5846382 h 6858000"/>
              <a:gd name="connsiteX156" fmla="*/ 175877 w 5734864"/>
              <a:gd name="connsiteY156" fmla="*/ 5871336 h 6858000"/>
              <a:gd name="connsiteX157" fmla="*/ 174910 w 5734864"/>
              <a:gd name="connsiteY157" fmla="*/ 5876376 h 6858000"/>
              <a:gd name="connsiteX158" fmla="*/ 175047 w 5734864"/>
              <a:gd name="connsiteY158" fmla="*/ 5876483 h 6858000"/>
              <a:gd name="connsiteX159" fmla="*/ 174335 w 5734864"/>
              <a:gd name="connsiteY159" fmla="*/ 5881814 h 6858000"/>
              <a:gd name="connsiteX160" fmla="*/ 171273 w 5734864"/>
              <a:gd name="connsiteY160" fmla="*/ 5895339 h 6858000"/>
              <a:gd name="connsiteX161" fmla="*/ 171658 w 5734864"/>
              <a:gd name="connsiteY161" fmla="*/ 5898749 h 6858000"/>
              <a:gd name="connsiteX162" fmla="*/ 174658 w 5734864"/>
              <a:gd name="connsiteY162" fmla="*/ 5919558 h 6858000"/>
              <a:gd name="connsiteX163" fmla="*/ 169099 w 5734864"/>
              <a:gd name="connsiteY163" fmla="*/ 5984417 h 6858000"/>
              <a:gd name="connsiteX164" fmla="*/ 162007 w 5734864"/>
              <a:gd name="connsiteY164" fmla="*/ 6049043 h 6858000"/>
              <a:gd name="connsiteX165" fmla="*/ 156875 w 5734864"/>
              <a:gd name="connsiteY165" fmla="*/ 6114000 h 6858000"/>
              <a:gd name="connsiteX166" fmla="*/ 165441 w 5734864"/>
              <a:gd name="connsiteY166" fmla="*/ 6146938 h 6858000"/>
              <a:gd name="connsiteX167" fmla="*/ 165177 w 5734864"/>
              <a:gd name="connsiteY167" fmla="*/ 6150658 h 6858000"/>
              <a:gd name="connsiteX168" fmla="*/ 161772 w 5734864"/>
              <a:gd name="connsiteY168" fmla="*/ 6160011 h 6858000"/>
              <a:gd name="connsiteX169" fmla="*/ 160051 w 5734864"/>
              <a:gd name="connsiteY169" fmla="*/ 6163393 h 6858000"/>
              <a:gd name="connsiteX170" fmla="*/ 158473 w 5734864"/>
              <a:gd name="connsiteY170" fmla="*/ 6168628 h 6858000"/>
              <a:gd name="connsiteX171" fmla="*/ 158573 w 5734864"/>
              <a:gd name="connsiteY171" fmla="*/ 6168799 h 6858000"/>
              <a:gd name="connsiteX172" fmla="*/ 146463 w 5734864"/>
              <a:gd name="connsiteY172" fmla="*/ 6196671 h 6858000"/>
              <a:gd name="connsiteX173" fmla="*/ 150209 w 5734864"/>
              <a:gd name="connsiteY173" fmla="*/ 6232365 h 6858000"/>
              <a:gd name="connsiteX174" fmla="*/ 148544 w 5734864"/>
              <a:gd name="connsiteY174" fmla="*/ 6246162 h 6858000"/>
              <a:gd name="connsiteX175" fmla="*/ 148403 w 5734864"/>
              <a:gd name="connsiteY175" fmla="*/ 6253754 h 6858000"/>
              <a:gd name="connsiteX176" fmla="*/ 138880 w 5734864"/>
              <a:gd name="connsiteY176" fmla="*/ 6276449 h 6858000"/>
              <a:gd name="connsiteX177" fmla="*/ 138683 w 5734864"/>
              <a:gd name="connsiteY177" fmla="*/ 6279721 h 6858000"/>
              <a:gd name="connsiteX178" fmla="*/ 130721 w 5734864"/>
              <a:gd name="connsiteY178" fmla="*/ 6293675 h 6858000"/>
              <a:gd name="connsiteX179" fmla="*/ 120717 w 5734864"/>
              <a:gd name="connsiteY179" fmla="*/ 6313967 h 6858000"/>
              <a:gd name="connsiteX180" fmla="*/ 120841 w 5734864"/>
              <a:gd name="connsiteY180" fmla="*/ 6315437 h 6858000"/>
              <a:gd name="connsiteX181" fmla="*/ 115208 w 5734864"/>
              <a:gd name="connsiteY181" fmla="*/ 6324024 h 6858000"/>
              <a:gd name="connsiteX182" fmla="*/ 101217 w 5734864"/>
              <a:gd name="connsiteY182" fmla="*/ 6365923 h 6858000"/>
              <a:gd name="connsiteX183" fmla="*/ 74946 w 5734864"/>
              <a:gd name="connsiteY183" fmla="*/ 6556817 h 6858000"/>
              <a:gd name="connsiteX184" fmla="*/ 16001 w 5734864"/>
              <a:gd name="connsiteY184" fmla="*/ 6808678 h 6858000"/>
              <a:gd name="connsiteX185" fmla="*/ 0 w 5734864"/>
              <a:gd name="connsiteY185" fmla="*/ 6858000 h 6858000"/>
              <a:gd name="connsiteX186" fmla="*/ 5734864 w 5734864"/>
              <a:gd name="connsiteY186" fmla="*/ 6858000 h 6858000"/>
              <a:gd name="connsiteX187" fmla="*/ 5734864 w 5734864"/>
              <a:gd name="connsiteY18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5734864" h="6858000">
                <a:moveTo>
                  <a:pt x="5734864" y="0"/>
                </a:moveTo>
                <a:lnTo>
                  <a:pt x="771611" y="0"/>
                </a:lnTo>
                <a:cubicBezTo>
                  <a:pt x="771634" y="16369"/>
                  <a:pt x="771656" y="32739"/>
                  <a:pt x="771679" y="49108"/>
                </a:cubicBezTo>
                <a:cubicBezTo>
                  <a:pt x="775201" y="55622"/>
                  <a:pt x="788724" y="196721"/>
                  <a:pt x="794248" y="200968"/>
                </a:cubicBezTo>
                <a:lnTo>
                  <a:pt x="801749" y="414071"/>
                </a:lnTo>
                <a:cubicBezTo>
                  <a:pt x="807329" y="440933"/>
                  <a:pt x="835107" y="598697"/>
                  <a:pt x="818548" y="585467"/>
                </a:cubicBezTo>
                <a:cubicBezTo>
                  <a:pt x="856197" y="664140"/>
                  <a:pt x="837895" y="708473"/>
                  <a:pt x="857476" y="800623"/>
                </a:cubicBezTo>
                <a:cubicBezTo>
                  <a:pt x="822401" y="857344"/>
                  <a:pt x="855723" y="824571"/>
                  <a:pt x="851083" y="878903"/>
                </a:cubicBezTo>
                <a:cubicBezTo>
                  <a:pt x="884811" y="859448"/>
                  <a:pt x="834648" y="946397"/>
                  <a:pt x="873564" y="943826"/>
                </a:cubicBezTo>
                <a:cubicBezTo>
                  <a:pt x="871487" y="953795"/>
                  <a:pt x="868248" y="963533"/>
                  <a:pt x="864705" y="973328"/>
                </a:cubicBezTo>
                <a:lnTo>
                  <a:pt x="862869" y="978457"/>
                </a:lnTo>
                <a:lnTo>
                  <a:pt x="862233" y="998041"/>
                </a:lnTo>
                <a:lnTo>
                  <a:pt x="853665" y="1004750"/>
                </a:lnTo>
                <a:lnTo>
                  <a:pt x="847865" y="1070795"/>
                </a:lnTo>
                <a:cubicBezTo>
                  <a:pt x="870234" y="1110486"/>
                  <a:pt x="833172" y="1190441"/>
                  <a:pt x="862786" y="1238994"/>
                </a:cubicBezTo>
                <a:cubicBezTo>
                  <a:pt x="864699" y="1290599"/>
                  <a:pt x="860615" y="1347716"/>
                  <a:pt x="859345" y="1380427"/>
                </a:cubicBezTo>
                <a:cubicBezTo>
                  <a:pt x="845703" y="1396391"/>
                  <a:pt x="873184" y="1435525"/>
                  <a:pt x="855172" y="1435262"/>
                </a:cubicBezTo>
                <a:lnTo>
                  <a:pt x="860494" y="1453861"/>
                </a:lnTo>
                <a:lnTo>
                  <a:pt x="853731" y="1467047"/>
                </a:lnTo>
                <a:cubicBezTo>
                  <a:pt x="846549" y="1480528"/>
                  <a:pt x="841728" y="1491093"/>
                  <a:pt x="845847" y="1502307"/>
                </a:cubicBezTo>
                <a:lnTo>
                  <a:pt x="817613" y="1565166"/>
                </a:lnTo>
                <a:cubicBezTo>
                  <a:pt x="805468" y="1557258"/>
                  <a:pt x="816534" y="1596564"/>
                  <a:pt x="804223" y="1601941"/>
                </a:cubicBezTo>
                <a:cubicBezTo>
                  <a:pt x="794287" y="1604654"/>
                  <a:pt x="795328" y="1617209"/>
                  <a:pt x="791773" y="1627005"/>
                </a:cubicBezTo>
                <a:cubicBezTo>
                  <a:pt x="781684" y="1634393"/>
                  <a:pt x="772978" y="1683187"/>
                  <a:pt x="774645" y="1699922"/>
                </a:cubicBezTo>
                <a:cubicBezTo>
                  <a:pt x="785341" y="1746767"/>
                  <a:pt x="744845" y="1787099"/>
                  <a:pt x="752343" y="1824604"/>
                </a:cubicBezTo>
                <a:cubicBezTo>
                  <a:pt x="751502" y="1834578"/>
                  <a:pt x="749297" y="1842929"/>
                  <a:pt x="746254" y="1850222"/>
                </a:cubicBezTo>
                <a:lnTo>
                  <a:pt x="728600" y="1869603"/>
                </a:lnTo>
                <a:lnTo>
                  <a:pt x="724396" y="1883104"/>
                </a:lnTo>
                <a:lnTo>
                  <a:pt x="722165" y="1885924"/>
                </a:lnTo>
                <a:lnTo>
                  <a:pt x="721338" y="1887123"/>
                </a:lnTo>
                <a:lnTo>
                  <a:pt x="714840" y="1902274"/>
                </a:lnTo>
                <a:lnTo>
                  <a:pt x="722847" y="1929891"/>
                </a:lnTo>
                <a:lnTo>
                  <a:pt x="714660" y="1982709"/>
                </a:lnTo>
                <a:cubicBezTo>
                  <a:pt x="727725" y="2006201"/>
                  <a:pt x="714739" y="1997091"/>
                  <a:pt x="710759" y="2013010"/>
                </a:cubicBezTo>
                <a:cubicBezTo>
                  <a:pt x="707970" y="2027531"/>
                  <a:pt x="700788" y="2054714"/>
                  <a:pt x="697927" y="2069833"/>
                </a:cubicBezTo>
                <a:cubicBezTo>
                  <a:pt x="685211" y="2080229"/>
                  <a:pt x="698762" y="2088241"/>
                  <a:pt x="693594" y="2103731"/>
                </a:cubicBezTo>
                <a:cubicBezTo>
                  <a:pt x="688481" y="2110649"/>
                  <a:pt x="687183" y="2115973"/>
                  <a:pt x="691109" y="2124027"/>
                </a:cubicBezTo>
                <a:cubicBezTo>
                  <a:pt x="666413" y="2155740"/>
                  <a:pt x="688031" y="2144874"/>
                  <a:pt x="676593" y="2176182"/>
                </a:cubicBezTo>
                <a:cubicBezTo>
                  <a:pt x="665190" y="2202944"/>
                  <a:pt x="656416" y="2233857"/>
                  <a:pt x="633227" y="2258036"/>
                </a:cubicBezTo>
                <a:cubicBezTo>
                  <a:pt x="626930" y="2262191"/>
                  <a:pt x="623498" y="2274069"/>
                  <a:pt x="625564" y="2284567"/>
                </a:cubicBezTo>
                <a:cubicBezTo>
                  <a:pt x="625918" y="2286374"/>
                  <a:pt x="626427" y="2288071"/>
                  <a:pt x="627074" y="2289605"/>
                </a:cubicBezTo>
                <a:cubicBezTo>
                  <a:pt x="619029" y="2296628"/>
                  <a:pt x="616453" y="2303188"/>
                  <a:pt x="614574" y="2308717"/>
                </a:cubicBezTo>
                <a:lnTo>
                  <a:pt x="606890" y="2320662"/>
                </a:lnTo>
                <a:lnTo>
                  <a:pt x="605558" y="2327897"/>
                </a:lnTo>
                <a:lnTo>
                  <a:pt x="602202" y="2357749"/>
                </a:lnTo>
                <a:lnTo>
                  <a:pt x="600213" y="2364905"/>
                </a:lnTo>
                <a:lnTo>
                  <a:pt x="597160" y="2388351"/>
                </a:lnTo>
                <a:lnTo>
                  <a:pt x="597982" y="2402296"/>
                </a:lnTo>
                <a:lnTo>
                  <a:pt x="593150" y="2420015"/>
                </a:lnTo>
                <a:cubicBezTo>
                  <a:pt x="593044" y="2420926"/>
                  <a:pt x="592939" y="2421838"/>
                  <a:pt x="592833" y="2422749"/>
                </a:cubicBezTo>
                <a:lnTo>
                  <a:pt x="594479" y="2426002"/>
                </a:lnTo>
                <a:cubicBezTo>
                  <a:pt x="594168" y="2427683"/>
                  <a:pt x="593118" y="2429721"/>
                  <a:pt x="591963" y="2431950"/>
                </a:cubicBezTo>
                <a:cubicBezTo>
                  <a:pt x="591823" y="2432599"/>
                  <a:pt x="591684" y="2433248"/>
                  <a:pt x="591544" y="2433897"/>
                </a:cubicBezTo>
                <a:lnTo>
                  <a:pt x="589519" y="2451398"/>
                </a:lnTo>
                <a:cubicBezTo>
                  <a:pt x="589692" y="2452777"/>
                  <a:pt x="589864" y="2454157"/>
                  <a:pt x="590037" y="2455536"/>
                </a:cubicBezTo>
                <a:lnTo>
                  <a:pt x="588179" y="2462981"/>
                </a:lnTo>
                <a:lnTo>
                  <a:pt x="583434" y="2503991"/>
                </a:lnTo>
                <a:cubicBezTo>
                  <a:pt x="576530" y="2566058"/>
                  <a:pt x="570433" y="2625224"/>
                  <a:pt x="567942" y="2652936"/>
                </a:cubicBezTo>
                <a:cubicBezTo>
                  <a:pt x="570864" y="2658290"/>
                  <a:pt x="572739" y="2664095"/>
                  <a:pt x="573869" y="2670188"/>
                </a:cubicBezTo>
                <a:lnTo>
                  <a:pt x="575243" y="2688114"/>
                </a:lnTo>
                <a:lnTo>
                  <a:pt x="573824" y="2689856"/>
                </a:lnTo>
                <a:cubicBezTo>
                  <a:pt x="569972" y="2698471"/>
                  <a:pt x="569572" y="2704494"/>
                  <a:pt x="570699" y="2709353"/>
                </a:cubicBezTo>
                <a:lnTo>
                  <a:pt x="573192" y="2714527"/>
                </a:lnTo>
                <a:cubicBezTo>
                  <a:pt x="572809" y="2719080"/>
                  <a:pt x="572427" y="2723634"/>
                  <a:pt x="572044" y="2728187"/>
                </a:cubicBezTo>
                <a:cubicBezTo>
                  <a:pt x="572184" y="2737412"/>
                  <a:pt x="572325" y="2746638"/>
                  <a:pt x="572465" y="2755863"/>
                </a:cubicBezTo>
                <a:lnTo>
                  <a:pt x="570028" y="2760324"/>
                </a:lnTo>
                <a:lnTo>
                  <a:pt x="566748" y="2800948"/>
                </a:lnTo>
                <a:lnTo>
                  <a:pt x="565509" y="2801167"/>
                </a:lnTo>
                <a:cubicBezTo>
                  <a:pt x="562655" y="2802587"/>
                  <a:pt x="560408" y="2805381"/>
                  <a:pt x="559367" y="2811129"/>
                </a:cubicBezTo>
                <a:cubicBezTo>
                  <a:pt x="543471" y="2797318"/>
                  <a:pt x="552020" y="2812773"/>
                  <a:pt x="550354" y="2830949"/>
                </a:cubicBezTo>
                <a:cubicBezTo>
                  <a:pt x="525292" y="2813553"/>
                  <a:pt x="531129" y="2868192"/>
                  <a:pt x="514795" y="2872433"/>
                </a:cubicBezTo>
                <a:lnTo>
                  <a:pt x="509875" y="2923099"/>
                </a:lnTo>
                <a:lnTo>
                  <a:pt x="509577" y="2923197"/>
                </a:lnTo>
                <a:cubicBezTo>
                  <a:pt x="508704" y="2924865"/>
                  <a:pt x="508038" y="2927556"/>
                  <a:pt x="507597" y="2931868"/>
                </a:cubicBezTo>
                <a:cubicBezTo>
                  <a:pt x="507524" y="2934019"/>
                  <a:pt x="507452" y="2936171"/>
                  <a:pt x="507379" y="2938322"/>
                </a:cubicBezTo>
                <a:lnTo>
                  <a:pt x="504725" y="2954519"/>
                </a:lnTo>
                <a:lnTo>
                  <a:pt x="502018" y="2959643"/>
                </a:lnTo>
                <a:lnTo>
                  <a:pt x="498360" y="2961019"/>
                </a:lnTo>
                <a:lnTo>
                  <a:pt x="498483" y="2962590"/>
                </a:lnTo>
                <a:cubicBezTo>
                  <a:pt x="502388" y="2975027"/>
                  <a:pt x="510202" y="2980016"/>
                  <a:pt x="484403" y="2990538"/>
                </a:cubicBezTo>
                <a:cubicBezTo>
                  <a:pt x="489425" y="3018352"/>
                  <a:pt x="474337" y="3021029"/>
                  <a:pt x="463075" y="3055956"/>
                </a:cubicBezTo>
                <a:cubicBezTo>
                  <a:pt x="469487" y="3072485"/>
                  <a:pt x="464165" y="3083955"/>
                  <a:pt x="455013" y="3094482"/>
                </a:cubicBezTo>
                <a:cubicBezTo>
                  <a:pt x="453131" y="3130054"/>
                  <a:pt x="437643" y="3160106"/>
                  <a:pt x="428391" y="3198850"/>
                </a:cubicBezTo>
                <a:lnTo>
                  <a:pt x="401440" y="3307560"/>
                </a:lnTo>
                <a:lnTo>
                  <a:pt x="386076" y="3373943"/>
                </a:lnTo>
                <a:cubicBezTo>
                  <a:pt x="386236" y="3376061"/>
                  <a:pt x="380537" y="3378856"/>
                  <a:pt x="374726" y="3381364"/>
                </a:cubicBezTo>
                <a:lnTo>
                  <a:pt x="369145" y="3383729"/>
                </a:lnTo>
                <a:lnTo>
                  <a:pt x="364294" y="3414159"/>
                </a:lnTo>
                <a:lnTo>
                  <a:pt x="366450" y="3436925"/>
                </a:lnTo>
                <a:lnTo>
                  <a:pt x="351743" y="3521619"/>
                </a:lnTo>
                <a:lnTo>
                  <a:pt x="345784" y="3603757"/>
                </a:lnTo>
                <a:cubicBezTo>
                  <a:pt x="345255" y="3619979"/>
                  <a:pt x="344727" y="3636202"/>
                  <a:pt x="344198" y="3652424"/>
                </a:cubicBezTo>
                <a:lnTo>
                  <a:pt x="352450" y="3665222"/>
                </a:lnTo>
                <a:lnTo>
                  <a:pt x="342621" y="3700804"/>
                </a:lnTo>
                <a:lnTo>
                  <a:pt x="341514" y="3734774"/>
                </a:lnTo>
                <a:cubicBezTo>
                  <a:pt x="341212" y="3751567"/>
                  <a:pt x="340909" y="3768360"/>
                  <a:pt x="340607" y="3785153"/>
                </a:cubicBezTo>
                <a:cubicBezTo>
                  <a:pt x="340640" y="3786161"/>
                  <a:pt x="340674" y="3787169"/>
                  <a:pt x="340707" y="3788177"/>
                </a:cubicBezTo>
                <a:cubicBezTo>
                  <a:pt x="340592" y="3791719"/>
                  <a:pt x="340476" y="3795261"/>
                  <a:pt x="340361" y="3798803"/>
                </a:cubicBezTo>
                <a:cubicBezTo>
                  <a:pt x="340121" y="3812119"/>
                  <a:pt x="339882" y="3825434"/>
                  <a:pt x="339642" y="3838750"/>
                </a:cubicBezTo>
                <a:cubicBezTo>
                  <a:pt x="337363" y="3949044"/>
                  <a:pt x="361794" y="3960437"/>
                  <a:pt x="360295" y="4015196"/>
                </a:cubicBezTo>
                <a:lnTo>
                  <a:pt x="339043" y="4052778"/>
                </a:lnTo>
                <a:lnTo>
                  <a:pt x="339343" y="4096257"/>
                </a:lnTo>
                <a:cubicBezTo>
                  <a:pt x="362058" y="4159145"/>
                  <a:pt x="332404" y="4250479"/>
                  <a:pt x="340786" y="4321136"/>
                </a:cubicBezTo>
                <a:cubicBezTo>
                  <a:pt x="341421" y="4376624"/>
                  <a:pt x="344189" y="4407708"/>
                  <a:pt x="343158" y="4429174"/>
                </a:cubicBezTo>
                <a:cubicBezTo>
                  <a:pt x="340948" y="4436304"/>
                  <a:pt x="337887" y="4443121"/>
                  <a:pt x="334599" y="4449938"/>
                </a:cubicBezTo>
                <a:lnTo>
                  <a:pt x="332890" y="4453515"/>
                </a:lnTo>
                <a:lnTo>
                  <a:pt x="331105" y="4467941"/>
                </a:lnTo>
                <a:lnTo>
                  <a:pt x="324289" y="4471861"/>
                </a:lnTo>
                <a:lnTo>
                  <a:pt x="317079" y="4493468"/>
                </a:lnTo>
                <a:cubicBezTo>
                  <a:pt x="315353" y="4501584"/>
                  <a:pt x="314639" y="4510343"/>
                  <a:pt x="315557" y="4520067"/>
                </a:cubicBezTo>
                <a:cubicBezTo>
                  <a:pt x="315451" y="4525669"/>
                  <a:pt x="315346" y="4531270"/>
                  <a:pt x="315240" y="4536872"/>
                </a:cubicBezTo>
                <a:lnTo>
                  <a:pt x="316200" y="4538297"/>
                </a:lnTo>
                <a:cubicBezTo>
                  <a:pt x="316738" y="4541182"/>
                  <a:pt x="316785" y="4544563"/>
                  <a:pt x="317507" y="4547582"/>
                </a:cubicBezTo>
                <a:cubicBezTo>
                  <a:pt x="322716" y="4552468"/>
                  <a:pt x="324912" y="4582137"/>
                  <a:pt x="323078" y="4592102"/>
                </a:cubicBezTo>
                <a:cubicBezTo>
                  <a:pt x="314597" y="4619728"/>
                  <a:pt x="334923" y="4645745"/>
                  <a:pt x="328722" y="4667914"/>
                </a:cubicBezTo>
                <a:cubicBezTo>
                  <a:pt x="330810" y="4685069"/>
                  <a:pt x="333803" y="4690356"/>
                  <a:pt x="335597" y="4695035"/>
                </a:cubicBezTo>
                <a:lnTo>
                  <a:pt x="339485" y="4695979"/>
                </a:lnTo>
                <a:lnTo>
                  <a:pt x="341089" y="4704268"/>
                </a:lnTo>
                <a:lnTo>
                  <a:pt x="342177" y="4706060"/>
                </a:lnTo>
                <a:cubicBezTo>
                  <a:pt x="344268" y="4709474"/>
                  <a:pt x="346234" y="4712931"/>
                  <a:pt x="347751" y="4716754"/>
                </a:cubicBezTo>
                <a:lnTo>
                  <a:pt x="344125" y="4764669"/>
                </a:lnTo>
                <a:lnTo>
                  <a:pt x="340188" y="4779386"/>
                </a:lnTo>
                <a:lnTo>
                  <a:pt x="335146" y="4787491"/>
                </a:lnTo>
                <a:lnTo>
                  <a:pt x="319124" y="4843514"/>
                </a:lnTo>
                <a:lnTo>
                  <a:pt x="305956" y="4881505"/>
                </a:lnTo>
                <a:lnTo>
                  <a:pt x="301062" y="4889332"/>
                </a:lnTo>
                <a:lnTo>
                  <a:pt x="302141" y="4899400"/>
                </a:lnTo>
                <a:cubicBezTo>
                  <a:pt x="302767" y="4900706"/>
                  <a:pt x="303536" y="4901803"/>
                  <a:pt x="304424" y="4902664"/>
                </a:cubicBezTo>
                <a:lnTo>
                  <a:pt x="293123" y="4932769"/>
                </a:lnTo>
                <a:lnTo>
                  <a:pt x="292275" y="4936482"/>
                </a:lnTo>
                <a:lnTo>
                  <a:pt x="288304" y="4962325"/>
                </a:lnTo>
                <a:cubicBezTo>
                  <a:pt x="288009" y="4988948"/>
                  <a:pt x="287715" y="5015570"/>
                  <a:pt x="287420" y="5042193"/>
                </a:cubicBezTo>
                <a:cubicBezTo>
                  <a:pt x="295373" y="5039737"/>
                  <a:pt x="281659" y="5060438"/>
                  <a:pt x="287020" y="5065655"/>
                </a:cubicBezTo>
                <a:cubicBezTo>
                  <a:pt x="291675" y="5068928"/>
                  <a:pt x="288601" y="5075970"/>
                  <a:pt x="288488" y="5082216"/>
                </a:cubicBezTo>
                <a:cubicBezTo>
                  <a:pt x="292282" y="5088207"/>
                  <a:pt x="287008" y="5117775"/>
                  <a:pt x="282763" y="5127114"/>
                </a:cubicBezTo>
                <a:cubicBezTo>
                  <a:pt x="267723" y="5152218"/>
                  <a:pt x="280799" y="5182399"/>
                  <a:pt x="269316" y="5202682"/>
                </a:cubicBezTo>
                <a:cubicBezTo>
                  <a:pt x="267050" y="5219969"/>
                  <a:pt x="268614" y="5225841"/>
                  <a:pt x="269174" y="5230835"/>
                </a:cubicBezTo>
                <a:lnTo>
                  <a:pt x="272679" y="5232660"/>
                </a:lnTo>
                <a:lnTo>
                  <a:pt x="272160" y="5241150"/>
                </a:lnTo>
                <a:lnTo>
                  <a:pt x="272760" y="5243156"/>
                </a:lnTo>
                <a:cubicBezTo>
                  <a:pt x="273922" y="5246984"/>
                  <a:pt x="274952" y="5250824"/>
                  <a:pt x="275462" y="5254919"/>
                </a:cubicBezTo>
                <a:cubicBezTo>
                  <a:pt x="258407" y="5258851"/>
                  <a:pt x="276976" y="5290392"/>
                  <a:pt x="262897" y="5286259"/>
                </a:cubicBezTo>
                <a:cubicBezTo>
                  <a:pt x="262724" y="5309439"/>
                  <a:pt x="239612" y="5337531"/>
                  <a:pt x="252761" y="5357801"/>
                </a:cubicBezTo>
                <a:cubicBezTo>
                  <a:pt x="248775" y="5392256"/>
                  <a:pt x="247799" y="5423412"/>
                  <a:pt x="242360" y="5460080"/>
                </a:cubicBezTo>
                <a:cubicBezTo>
                  <a:pt x="232632" y="5488478"/>
                  <a:pt x="242025" y="5519143"/>
                  <a:pt x="229880" y="5539714"/>
                </a:cubicBezTo>
                <a:cubicBezTo>
                  <a:pt x="230558" y="5572454"/>
                  <a:pt x="222150" y="5613340"/>
                  <a:pt x="204283" y="5639080"/>
                </a:cubicBezTo>
                <a:cubicBezTo>
                  <a:pt x="201596" y="5674226"/>
                  <a:pt x="191051" y="5680198"/>
                  <a:pt x="198948" y="5710958"/>
                </a:cubicBezTo>
                <a:cubicBezTo>
                  <a:pt x="196338" y="5713534"/>
                  <a:pt x="194185" y="5716550"/>
                  <a:pt x="192367" y="5719859"/>
                </a:cubicBezTo>
                <a:lnTo>
                  <a:pt x="188035" y="5729935"/>
                </a:lnTo>
                <a:lnTo>
                  <a:pt x="188428" y="5731182"/>
                </a:lnTo>
                <a:lnTo>
                  <a:pt x="181635" y="5753538"/>
                </a:lnTo>
                <a:lnTo>
                  <a:pt x="169744" y="5796307"/>
                </a:lnTo>
                <a:lnTo>
                  <a:pt x="170351" y="5796644"/>
                </a:lnTo>
                <a:cubicBezTo>
                  <a:pt x="171558" y="5797954"/>
                  <a:pt x="172173" y="5799948"/>
                  <a:pt x="171559" y="5803435"/>
                </a:cubicBezTo>
                <a:cubicBezTo>
                  <a:pt x="182664" y="5798231"/>
                  <a:pt x="175075" y="5805646"/>
                  <a:pt x="172284" y="5816391"/>
                </a:cubicBezTo>
                <a:cubicBezTo>
                  <a:pt x="188911" y="5810703"/>
                  <a:pt x="174844" y="5841128"/>
                  <a:pt x="182542" y="5846382"/>
                </a:cubicBezTo>
                <a:cubicBezTo>
                  <a:pt x="180118" y="5854404"/>
                  <a:pt x="177856" y="5862781"/>
                  <a:pt x="175877" y="5871336"/>
                </a:cubicBezTo>
                <a:lnTo>
                  <a:pt x="174910" y="5876376"/>
                </a:lnTo>
                <a:lnTo>
                  <a:pt x="175047" y="5876483"/>
                </a:lnTo>
                <a:cubicBezTo>
                  <a:pt x="175167" y="5877594"/>
                  <a:pt x="174973" y="5879257"/>
                  <a:pt x="174335" y="5881814"/>
                </a:cubicBezTo>
                <a:lnTo>
                  <a:pt x="171273" y="5895339"/>
                </a:lnTo>
                <a:cubicBezTo>
                  <a:pt x="171401" y="5896476"/>
                  <a:pt x="171530" y="5897612"/>
                  <a:pt x="171658" y="5898749"/>
                </a:cubicBezTo>
                <a:lnTo>
                  <a:pt x="174658" y="5919558"/>
                </a:lnTo>
                <a:cubicBezTo>
                  <a:pt x="173958" y="5933601"/>
                  <a:pt x="171208" y="5962838"/>
                  <a:pt x="169099" y="5984417"/>
                </a:cubicBezTo>
                <a:cubicBezTo>
                  <a:pt x="162916" y="6005205"/>
                  <a:pt x="164971" y="6025162"/>
                  <a:pt x="162007" y="6049043"/>
                </a:cubicBezTo>
                <a:cubicBezTo>
                  <a:pt x="150795" y="6073830"/>
                  <a:pt x="160091" y="6088483"/>
                  <a:pt x="156875" y="6114000"/>
                </a:cubicBezTo>
                <a:cubicBezTo>
                  <a:pt x="141597" y="6134477"/>
                  <a:pt x="163381" y="6133378"/>
                  <a:pt x="165441" y="6146938"/>
                </a:cubicBezTo>
                <a:lnTo>
                  <a:pt x="165177" y="6150658"/>
                </a:lnTo>
                <a:lnTo>
                  <a:pt x="161772" y="6160011"/>
                </a:lnTo>
                <a:lnTo>
                  <a:pt x="160051" y="6163393"/>
                </a:lnTo>
                <a:cubicBezTo>
                  <a:pt x="159032" y="6165775"/>
                  <a:pt x="158564" y="6167421"/>
                  <a:pt x="158473" y="6168628"/>
                </a:cubicBezTo>
                <a:cubicBezTo>
                  <a:pt x="158506" y="6168685"/>
                  <a:pt x="158540" y="6168742"/>
                  <a:pt x="158573" y="6168799"/>
                </a:cubicBezTo>
                <a:lnTo>
                  <a:pt x="146463" y="6196671"/>
                </a:lnTo>
                <a:cubicBezTo>
                  <a:pt x="152348" y="6205503"/>
                  <a:pt x="134460" y="6231012"/>
                  <a:pt x="150209" y="6232365"/>
                </a:cubicBezTo>
                <a:cubicBezTo>
                  <a:pt x="145821" y="6242321"/>
                  <a:pt x="137774" y="6246719"/>
                  <a:pt x="148544" y="6246162"/>
                </a:cubicBezTo>
                <a:cubicBezTo>
                  <a:pt x="147378" y="6249522"/>
                  <a:pt x="147566" y="6251866"/>
                  <a:pt x="148403" y="6253754"/>
                </a:cubicBezTo>
                <a:lnTo>
                  <a:pt x="138880" y="6276449"/>
                </a:lnTo>
                <a:cubicBezTo>
                  <a:pt x="138814" y="6277540"/>
                  <a:pt x="138749" y="6278630"/>
                  <a:pt x="138683" y="6279721"/>
                </a:cubicBezTo>
                <a:lnTo>
                  <a:pt x="130721" y="6293675"/>
                </a:lnTo>
                <a:lnTo>
                  <a:pt x="120717" y="6313967"/>
                </a:lnTo>
                <a:cubicBezTo>
                  <a:pt x="120758" y="6314457"/>
                  <a:pt x="120800" y="6314947"/>
                  <a:pt x="120841" y="6315437"/>
                </a:cubicBezTo>
                <a:lnTo>
                  <a:pt x="115208" y="6324024"/>
                </a:lnTo>
                <a:cubicBezTo>
                  <a:pt x="113007" y="6326672"/>
                  <a:pt x="103991" y="6364381"/>
                  <a:pt x="101217" y="6365923"/>
                </a:cubicBezTo>
                <a:lnTo>
                  <a:pt x="74946" y="6556817"/>
                </a:lnTo>
                <a:cubicBezTo>
                  <a:pt x="55357" y="6665926"/>
                  <a:pt x="35695" y="6744075"/>
                  <a:pt x="16001" y="6808678"/>
                </a:cubicBezTo>
                <a:lnTo>
                  <a:pt x="0" y="6858000"/>
                </a:lnTo>
                <a:lnTo>
                  <a:pt x="5734864" y="6858000"/>
                </a:lnTo>
                <a:lnTo>
                  <a:pt x="5734864"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E1B09D0-3E72-6629-095F-94129134E51A}"/>
              </a:ext>
            </a:extLst>
          </p:cNvPr>
          <p:cNvSpPr>
            <a:spLocks noGrp="1"/>
          </p:cNvSpPr>
          <p:nvPr>
            <p:ph type="title"/>
          </p:nvPr>
        </p:nvSpPr>
        <p:spPr>
          <a:xfrm>
            <a:off x="773408" y="992094"/>
            <a:ext cx="3616913" cy="2795160"/>
          </a:xfrm>
        </p:spPr>
        <p:txBody>
          <a:bodyPr vert="horz" lIns="91440" tIns="45720" rIns="91440" bIns="45720" rtlCol="0" anchor="b">
            <a:normAutofit/>
          </a:bodyPr>
          <a:lstStyle/>
          <a:p>
            <a:pPr algn="ctr"/>
            <a:r>
              <a:rPr lang="en-US" sz="4400" kern="1200">
                <a:solidFill>
                  <a:schemeClr val="tx1"/>
                </a:solidFill>
                <a:latin typeface="+mj-lt"/>
                <a:ea typeface="+mj-ea"/>
                <a:cs typeface="+mj-cs"/>
              </a:rPr>
              <a:t>How is data usually represented?</a:t>
            </a:r>
          </a:p>
        </p:txBody>
      </p:sp>
      <p:sp>
        <p:nvSpPr>
          <p:cNvPr id="3" name="Text Placeholder 2">
            <a:extLst>
              <a:ext uri="{FF2B5EF4-FFF2-40B4-BE49-F238E27FC236}">
                <a16:creationId xmlns:a16="http://schemas.microsoft.com/office/drawing/2014/main" id="{1E5E482F-E8A7-8150-14CB-4C91F7158CA9}"/>
              </a:ext>
            </a:extLst>
          </p:cNvPr>
          <p:cNvSpPr>
            <a:spLocks noGrp="1"/>
          </p:cNvSpPr>
          <p:nvPr>
            <p:ph type="body" idx="1"/>
          </p:nvPr>
        </p:nvSpPr>
        <p:spPr>
          <a:xfrm>
            <a:off x="996287" y="4121253"/>
            <a:ext cx="3125337" cy="1136843"/>
          </a:xfrm>
        </p:spPr>
        <p:txBody>
          <a:bodyPr vert="horz" lIns="91440" tIns="45720" rIns="91440" bIns="45720" rtlCol="0">
            <a:normAutofit/>
          </a:bodyPr>
          <a:lstStyle/>
          <a:p>
            <a:pPr algn="ctr"/>
            <a:endParaRPr lang="en-US" sz="1800" kern="1200">
              <a:solidFill>
                <a:schemeClr val="tx1"/>
              </a:solidFill>
              <a:latin typeface="+mn-lt"/>
              <a:ea typeface="+mn-ea"/>
              <a:cs typeface="+mn-cs"/>
            </a:endParaRPr>
          </a:p>
        </p:txBody>
      </p:sp>
      <p:pic>
        <p:nvPicPr>
          <p:cNvPr id="3074" name="Picture 2">
            <a:extLst>
              <a:ext uri="{FF2B5EF4-FFF2-40B4-BE49-F238E27FC236}">
                <a16:creationId xmlns:a16="http://schemas.microsoft.com/office/drawing/2014/main" id="{4B546932-9BAD-CCB4-3F33-F239447011D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895751" y="1186966"/>
            <a:ext cx="5708649" cy="44540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2603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3C54F4CE-85F0-46ED-80DA-9518C9251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7" name="Freeform: Shape 2056">
            <a:extLst>
              <a:ext uri="{FF2B5EF4-FFF2-40B4-BE49-F238E27FC236}">
                <a16:creationId xmlns:a16="http://schemas.microsoft.com/office/drawing/2014/main" id="{DADD1FCA-8ACB-4958-81DD-4CDD6D3E1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802086" cy="6858000"/>
          </a:xfrm>
          <a:custGeom>
            <a:avLst/>
            <a:gdLst>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9647 w 5734864"/>
              <a:gd name="connsiteY33" fmla="*/ 1936120 h 6858000"/>
              <a:gd name="connsiteX34" fmla="*/ 714660 w 5734864"/>
              <a:gd name="connsiteY34" fmla="*/ 1982709 h 6858000"/>
              <a:gd name="connsiteX35" fmla="*/ 710759 w 5734864"/>
              <a:gd name="connsiteY35" fmla="*/ 2013010 h 6858000"/>
              <a:gd name="connsiteX36" fmla="*/ 697927 w 5734864"/>
              <a:gd name="connsiteY36" fmla="*/ 2069833 h 6858000"/>
              <a:gd name="connsiteX37" fmla="*/ 693594 w 5734864"/>
              <a:gd name="connsiteY37" fmla="*/ 2103731 h 6858000"/>
              <a:gd name="connsiteX38" fmla="*/ 691109 w 5734864"/>
              <a:gd name="connsiteY38" fmla="*/ 2124027 h 6858000"/>
              <a:gd name="connsiteX39" fmla="*/ 676593 w 5734864"/>
              <a:gd name="connsiteY39" fmla="*/ 2176182 h 6858000"/>
              <a:gd name="connsiteX40" fmla="*/ 633227 w 5734864"/>
              <a:gd name="connsiteY40" fmla="*/ 2258036 h 6858000"/>
              <a:gd name="connsiteX41" fmla="*/ 625564 w 5734864"/>
              <a:gd name="connsiteY41" fmla="*/ 2284567 h 6858000"/>
              <a:gd name="connsiteX42" fmla="*/ 627074 w 5734864"/>
              <a:gd name="connsiteY42" fmla="*/ 2289605 h 6858000"/>
              <a:gd name="connsiteX43" fmla="*/ 614574 w 5734864"/>
              <a:gd name="connsiteY43" fmla="*/ 2308717 h 6858000"/>
              <a:gd name="connsiteX44" fmla="*/ 606890 w 5734864"/>
              <a:gd name="connsiteY44" fmla="*/ 2320662 h 6858000"/>
              <a:gd name="connsiteX45" fmla="*/ 605558 w 5734864"/>
              <a:gd name="connsiteY45" fmla="*/ 2327897 h 6858000"/>
              <a:gd name="connsiteX46" fmla="*/ 602202 w 5734864"/>
              <a:gd name="connsiteY46" fmla="*/ 2357749 h 6858000"/>
              <a:gd name="connsiteX47" fmla="*/ 600213 w 5734864"/>
              <a:gd name="connsiteY47" fmla="*/ 2364905 h 6858000"/>
              <a:gd name="connsiteX48" fmla="*/ 597160 w 5734864"/>
              <a:gd name="connsiteY48" fmla="*/ 2388351 h 6858000"/>
              <a:gd name="connsiteX49" fmla="*/ 597982 w 5734864"/>
              <a:gd name="connsiteY49" fmla="*/ 2402296 h 6858000"/>
              <a:gd name="connsiteX50" fmla="*/ 593150 w 5734864"/>
              <a:gd name="connsiteY50" fmla="*/ 2420015 h 6858000"/>
              <a:gd name="connsiteX51" fmla="*/ 592833 w 5734864"/>
              <a:gd name="connsiteY51" fmla="*/ 2422749 h 6858000"/>
              <a:gd name="connsiteX52" fmla="*/ 594479 w 5734864"/>
              <a:gd name="connsiteY52" fmla="*/ 2426002 h 6858000"/>
              <a:gd name="connsiteX53" fmla="*/ 591963 w 5734864"/>
              <a:gd name="connsiteY53" fmla="*/ 2431950 h 6858000"/>
              <a:gd name="connsiteX54" fmla="*/ 591544 w 5734864"/>
              <a:gd name="connsiteY54" fmla="*/ 2433897 h 6858000"/>
              <a:gd name="connsiteX55" fmla="*/ 589519 w 5734864"/>
              <a:gd name="connsiteY55" fmla="*/ 2451398 h 6858000"/>
              <a:gd name="connsiteX56" fmla="*/ 590037 w 5734864"/>
              <a:gd name="connsiteY56" fmla="*/ 2455536 h 6858000"/>
              <a:gd name="connsiteX57" fmla="*/ 588179 w 5734864"/>
              <a:gd name="connsiteY57" fmla="*/ 2462981 h 6858000"/>
              <a:gd name="connsiteX58" fmla="*/ 583434 w 5734864"/>
              <a:gd name="connsiteY58" fmla="*/ 2503991 h 6858000"/>
              <a:gd name="connsiteX59" fmla="*/ 567942 w 5734864"/>
              <a:gd name="connsiteY59" fmla="*/ 2652936 h 6858000"/>
              <a:gd name="connsiteX60" fmla="*/ 573869 w 5734864"/>
              <a:gd name="connsiteY60" fmla="*/ 2670188 h 6858000"/>
              <a:gd name="connsiteX61" fmla="*/ 575243 w 5734864"/>
              <a:gd name="connsiteY61" fmla="*/ 2688114 h 6858000"/>
              <a:gd name="connsiteX62" fmla="*/ 573824 w 5734864"/>
              <a:gd name="connsiteY62" fmla="*/ 2689856 h 6858000"/>
              <a:gd name="connsiteX63" fmla="*/ 570699 w 5734864"/>
              <a:gd name="connsiteY63" fmla="*/ 2709353 h 6858000"/>
              <a:gd name="connsiteX64" fmla="*/ 573192 w 5734864"/>
              <a:gd name="connsiteY64" fmla="*/ 2714527 h 6858000"/>
              <a:gd name="connsiteX65" fmla="*/ 572044 w 5734864"/>
              <a:gd name="connsiteY65" fmla="*/ 2728187 h 6858000"/>
              <a:gd name="connsiteX66" fmla="*/ 572465 w 5734864"/>
              <a:gd name="connsiteY66" fmla="*/ 2755863 h 6858000"/>
              <a:gd name="connsiteX67" fmla="*/ 570028 w 5734864"/>
              <a:gd name="connsiteY67" fmla="*/ 2760324 h 6858000"/>
              <a:gd name="connsiteX68" fmla="*/ 566748 w 5734864"/>
              <a:gd name="connsiteY68" fmla="*/ 2800948 h 6858000"/>
              <a:gd name="connsiteX69" fmla="*/ 565509 w 5734864"/>
              <a:gd name="connsiteY69" fmla="*/ 2801167 h 6858000"/>
              <a:gd name="connsiteX70" fmla="*/ 559367 w 5734864"/>
              <a:gd name="connsiteY70" fmla="*/ 2811129 h 6858000"/>
              <a:gd name="connsiteX71" fmla="*/ 550354 w 5734864"/>
              <a:gd name="connsiteY71" fmla="*/ 2830949 h 6858000"/>
              <a:gd name="connsiteX72" fmla="*/ 514795 w 5734864"/>
              <a:gd name="connsiteY72" fmla="*/ 2872433 h 6858000"/>
              <a:gd name="connsiteX73" fmla="*/ 509875 w 5734864"/>
              <a:gd name="connsiteY73" fmla="*/ 2923099 h 6858000"/>
              <a:gd name="connsiteX74" fmla="*/ 509577 w 5734864"/>
              <a:gd name="connsiteY74" fmla="*/ 2923197 h 6858000"/>
              <a:gd name="connsiteX75" fmla="*/ 507597 w 5734864"/>
              <a:gd name="connsiteY75" fmla="*/ 2931868 h 6858000"/>
              <a:gd name="connsiteX76" fmla="*/ 507379 w 5734864"/>
              <a:gd name="connsiteY76" fmla="*/ 2938322 h 6858000"/>
              <a:gd name="connsiteX77" fmla="*/ 504725 w 5734864"/>
              <a:gd name="connsiteY77" fmla="*/ 2954519 h 6858000"/>
              <a:gd name="connsiteX78" fmla="*/ 502018 w 5734864"/>
              <a:gd name="connsiteY78" fmla="*/ 2959643 h 6858000"/>
              <a:gd name="connsiteX79" fmla="*/ 498360 w 5734864"/>
              <a:gd name="connsiteY79" fmla="*/ 2961019 h 6858000"/>
              <a:gd name="connsiteX80" fmla="*/ 498483 w 5734864"/>
              <a:gd name="connsiteY80" fmla="*/ 2962590 h 6858000"/>
              <a:gd name="connsiteX81" fmla="*/ 484403 w 5734864"/>
              <a:gd name="connsiteY81" fmla="*/ 2990538 h 6858000"/>
              <a:gd name="connsiteX82" fmla="*/ 463075 w 5734864"/>
              <a:gd name="connsiteY82" fmla="*/ 3055956 h 6858000"/>
              <a:gd name="connsiteX83" fmla="*/ 455013 w 5734864"/>
              <a:gd name="connsiteY83" fmla="*/ 3094482 h 6858000"/>
              <a:gd name="connsiteX84" fmla="*/ 428391 w 5734864"/>
              <a:gd name="connsiteY84" fmla="*/ 3198850 h 6858000"/>
              <a:gd name="connsiteX85" fmla="*/ 401440 w 5734864"/>
              <a:gd name="connsiteY85" fmla="*/ 3307560 h 6858000"/>
              <a:gd name="connsiteX86" fmla="*/ 386076 w 5734864"/>
              <a:gd name="connsiteY86" fmla="*/ 3373943 h 6858000"/>
              <a:gd name="connsiteX87" fmla="*/ 374726 w 5734864"/>
              <a:gd name="connsiteY87" fmla="*/ 3381364 h 6858000"/>
              <a:gd name="connsiteX88" fmla="*/ 369145 w 5734864"/>
              <a:gd name="connsiteY88" fmla="*/ 3383729 h 6858000"/>
              <a:gd name="connsiteX89" fmla="*/ 364294 w 5734864"/>
              <a:gd name="connsiteY89" fmla="*/ 3414159 h 6858000"/>
              <a:gd name="connsiteX90" fmla="*/ 366450 w 5734864"/>
              <a:gd name="connsiteY90" fmla="*/ 3436925 h 6858000"/>
              <a:gd name="connsiteX91" fmla="*/ 351743 w 5734864"/>
              <a:gd name="connsiteY91" fmla="*/ 3521619 h 6858000"/>
              <a:gd name="connsiteX92" fmla="*/ 345784 w 5734864"/>
              <a:gd name="connsiteY92" fmla="*/ 3603757 h 6858000"/>
              <a:gd name="connsiteX93" fmla="*/ 344198 w 5734864"/>
              <a:gd name="connsiteY93" fmla="*/ 3652424 h 6858000"/>
              <a:gd name="connsiteX94" fmla="*/ 352450 w 5734864"/>
              <a:gd name="connsiteY94" fmla="*/ 3665222 h 6858000"/>
              <a:gd name="connsiteX95" fmla="*/ 342621 w 5734864"/>
              <a:gd name="connsiteY95" fmla="*/ 3700804 h 6858000"/>
              <a:gd name="connsiteX96" fmla="*/ 341514 w 5734864"/>
              <a:gd name="connsiteY96" fmla="*/ 3734774 h 6858000"/>
              <a:gd name="connsiteX97" fmla="*/ 340607 w 5734864"/>
              <a:gd name="connsiteY97" fmla="*/ 3785153 h 6858000"/>
              <a:gd name="connsiteX98" fmla="*/ 340707 w 5734864"/>
              <a:gd name="connsiteY98" fmla="*/ 3788177 h 6858000"/>
              <a:gd name="connsiteX99" fmla="*/ 340361 w 5734864"/>
              <a:gd name="connsiteY99" fmla="*/ 3798803 h 6858000"/>
              <a:gd name="connsiteX100" fmla="*/ 339642 w 5734864"/>
              <a:gd name="connsiteY100" fmla="*/ 3838750 h 6858000"/>
              <a:gd name="connsiteX101" fmla="*/ 360295 w 5734864"/>
              <a:gd name="connsiteY101" fmla="*/ 4015196 h 6858000"/>
              <a:gd name="connsiteX102" fmla="*/ 339043 w 5734864"/>
              <a:gd name="connsiteY102" fmla="*/ 4052778 h 6858000"/>
              <a:gd name="connsiteX103" fmla="*/ 339343 w 5734864"/>
              <a:gd name="connsiteY103" fmla="*/ 4096257 h 6858000"/>
              <a:gd name="connsiteX104" fmla="*/ 340786 w 5734864"/>
              <a:gd name="connsiteY104" fmla="*/ 4321136 h 6858000"/>
              <a:gd name="connsiteX105" fmla="*/ 343158 w 5734864"/>
              <a:gd name="connsiteY105" fmla="*/ 4429174 h 6858000"/>
              <a:gd name="connsiteX106" fmla="*/ 334599 w 5734864"/>
              <a:gd name="connsiteY106" fmla="*/ 4449938 h 6858000"/>
              <a:gd name="connsiteX107" fmla="*/ 332890 w 5734864"/>
              <a:gd name="connsiteY107" fmla="*/ 4453515 h 6858000"/>
              <a:gd name="connsiteX108" fmla="*/ 331105 w 5734864"/>
              <a:gd name="connsiteY108" fmla="*/ 4467941 h 6858000"/>
              <a:gd name="connsiteX109" fmla="*/ 324289 w 5734864"/>
              <a:gd name="connsiteY109" fmla="*/ 4471861 h 6858000"/>
              <a:gd name="connsiteX110" fmla="*/ 317079 w 5734864"/>
              <a:gd name="connsiteY110" fmla="*/ 4493468 h 6858000"/>
              <a:gd name="connsiteX111" fmla="*/ 315557 w 5734864"/>
              <a:gd name="connsiteY111" fmla="*/ 4520067 h 6858000"/>
              <a:gd name="connsiteX112" fmla="*/ 315240 w 5734864"/>
              <a:gd name="connsiteY112" fmla="*/ 4536872 h 6858000"/>
              <a:gd name="connsiteX113" fmla="*/ 316200 w 5734864"/>
              <a:gd name="connsiteY113" fmla="*/ 4538297 h 6858000"/>
              <a:gd name="connsiteX114" fmla="*/ 317507 w 5734864"/>
              <a:gd name="connsiteY114" fmla="*/ 4547582 h 6858000"/>
              <a:gd name="connsiteX115" fmla="*/ 323078 w 5734864"/>
              <a:gd name="connsiteY115" fmla="*/ 4592102 h 6858000"/>
              <a:gd name="connsiteX116" fmla="*/ 328722 w 5734864"/>
              <a:gd name="connsiteY116" fmla="*/ 4667914 h 6858000"/>
              <a:gd name="connsiteX117" fmla="*/ 335597 w 5734864"/>
              <a:gd name="connsiteY117" fmla="*/ 4695035 h 6858000"/>
              <a:gd name="connsiteX118" fmla="*/ 339485 w 5734864"/>
              <a:gd name="connsiteY118" fmla="*/ 4695979 h 6858000"/>
              <a:gd name="connsiteX119" fmla="*/ 341089 w 5734864"/>
              <a:gd name="connsiteY119" fmla="*/ 4704268 h 6858000"/>
              <a:gd name="connsiteX120" fmla="*/ 342177 w 5734864"/>
              <a:gd name="connsiteY120" fmla="*/ 4706060 h 6858000"/>
              <a:gd name="connsiteX121" fmla="*/ 347751 w 5734864"/>
              <a:gd name="connsiteY121" fmla="*/ 4716754 h 6858000"/>
              <a:gd name="connsiteX122" fmla="*/ 344125 w 5734864"/>
              <a:gd name="connsiteY122" fmla="*/ 4764669 h 6858000"/>
              <a:gd name="connsiteX123" fmla="*/ 340188 w 5734864"/>
              <a:gd name="connsiteY123" fmla="*/ 4779386 h 6858000"/>
              <a:gd name="connsiteX124" fmla="*/ 335146 w 5734864"/>
              <a:gd name="connsiteY124" fmla="*/ 4787491 h 6858000"/>
              <a:gd name="connsiteX125" fmla="*/ 319124 w 5734864"/>
              <a:gd name="connsiteY125" fmla="*/ 4843514 h 6858000"/>
              <a:gd name="connsiteX126" fmla="*/ 305956 w 5734864"/>
              <a:gd name="connsiteY126" fmla="*/ 4881505 h 6858000"/>
              <a:gd name="connsiteX127" fmla="*/ 301062 w 5734864"/>
              <a:gd name="connsiteY127" fmla="*/ 4889332 h 6858000"/>
              <a:gd name="connsiteX128" fmla="*/ 302141 w 5734864"/>
              <a:gd name="connsiteY128" fmla="*/ 4899400 h 6858000"/>
              <a:gd name="connsiteX129" fmla="*/ 304424 w 5734864"/>
              <a:gd name="connsiteY129" fmla="*/ 4902664 h 6858000"/>
              <a:gd name="connsiteX130" fmla="*/ 293123 w 5734864"/>
              <a:gd name="connsiteY130" fmla="*/ 4932769 h 6858000"/>
              <a:gd name="connsiteX131" fmla="*/ 292275 w 5734864"/>
              <a:gd name="connsiteY131" fmla="*/ 4936482 h 6858000"/>
              <a:gd name="connsiteX132" fmla="*/ 288304 w 5734864"/>
              <a:gd name="connsiteY132" fmla="*/ 4962325 h 6858000"/>
              <a:gd name="connsiteX133" fmla="*/ 287420 w 5734864"/>
              <a:gd name="connsiteY133" fmla="*/ 5042193 h 6858000"/>
              <a:gd name="connsiteX134" fmla="*/ 287020 w 5734864"/>
              <a:gd name="connsiteY134" fmla="*/ 5065655 h 6858000"/>
              <a:gd name="connsiteX135" fmla="*/ 288488 w 5734864"/>
              <a:gd name="connsiteY135" fmla="*/ 5082216 h 6858000"/>
              <a:gd name="connsiteX136" fmla="*/ 282763 w 5734864"/>
              <a:gd name="connsiteY136" fmla="*/ 5127114 h 6858000"/>
              <a:gd name="connsiteX137" fmla="*/ 269316 w 5734864"/>
              <a:gd name="connsiteY137" fmla="*/ 5202682 h 6858000"/>
              <a:gd name="connsiteX138" fmla="*/ 269174 w 5734864"/>
              <a:gd name="connsiteY138" fmla="*/ 5230835 h 6858000"/>
              <a:gd name="connsiteX139" fmla="*/ 272679 w 5734864"/>
              <a:gd name="connsiteY139" fmla="*/ 5232660 h 6858000"/>
              <a:gd name="connsiteX140" fmla="*/ 272160 w 5734864"/>
              <a:gd name="connsiteY140" fmla="*/ 5241150 h 6858000"/>
              <a:gd name="connsiteX141" fmla="*/ 272760 w 5734864"/>
              <a:gd name="connsiteY141" fmla="*/ 5243156 h 6858000"/>
              <a:gd name="connsiteX142" fmla="*/ 275462 w 5734864"/>
              <a:gd name="connsiteY142" fmla="*/ 5254919 h 6858000"/>
              <a:gd name="connsiteX143" fmla="*/ 262897 w 5734864"/>
              <a:gd name="connsiteY143" fmla="*/ 5286259 h 6858000"/>
              <a:gd name="connsiteX144" fmla="*/ 252761 w 5734864"/>
              <a:gd name="connsiteY144" fmla="*/ 5357801 h 6858000"/>
              <a:gd name="connsiteX145" fmla="*/ 242360 w 5734864"/>
              <a:gd name="connsiteY145" fmla="*/ 5460080 h 6858000"/>
              <a:gd name="connsiteX146" fmla="*/ 229880 w 5734864"/>
              <a:gd name="connsiteY146" fmla="*/ 5539714 h 6858000"/>
              <a:gd name="connsiteX147" fmla="*/ 204283 w 5734864"/>
              <a:gd name="connsiteY147" fmla="*/ 5639080 h 6858000"/>
              <a:gd name="connsiteX148" fmla="*/ 198948 w 5734864"/>
              <a:gd name="connsiteY148" fmla="*/ 5710958 h 6858000"/>
              <a:gd name="connsiteX149" fmla="*/ 192367 w 5734864"/>
              <a:gd name="connsiteY149" fmla="*/ 5719859 h 6858000"/>
              <a:gd name="connsiteX150" fmla="*/ 188035 w 5734864"/>
              <a:gd name="connsiteY150" fmla="*/ 5729935 h 6858000"/>
              <a:gd name="connsiteX151" fmla="*/ 188428 w 5734864"/>
              <a:gd name="connsiteY151" fmla="*/ 5731182 h 6858000"/>
              <a:gd name="connsiteX152" fmla="*/ 181635 w 5734864"/>
              <a:gd name="connsiteY152" fmla="*/ 5753538 h 6858000"/>
              <a:gd name="connsiteX153" fmla="*/ 169744 w 5734864"/>
              <a:gd name="connsiteY153" fmla="*/ 5796307 h 6858000"/>
              <a:gd name="connsiteX154" fmla="*/ 170351 w 5734864"/>
              <a:gd name="connsiteY154" fmla="*/ 5796644 h 6858000"/>
              <a:gd name="connsiteX155" fmla="*/ 171559 w 5734864"/>
              <a:gd name="connsiteY155" fmla="*/ 5803435 h 6858000"/>
              <a:gd name="connsiteX156" fmla="*/ 172284 w 5734864"/>
              <a:gd name="connsiteY156" fmla="*/ 5816391 h 6858000"/>
              <a:gd name="connsiteX157" fmla="*/ 182542 w 5734864"/>
              <a:gd name="connsiteY157" fmla="*/ 5846382 h 6858000"/>
              <a:gd name="connsiteX158" fmla="*/ 175877 w 5734864"/>
              <a:gd name="connsiteY158" fmla="*/ 5871336 h 6858000"/>
              <a:gd name="connsiteX159" fmla="*/ 174910 w 5734864"/>
              <a:gd name="connsiteY159" fmla="*/ 5876376 h 6858000"/>
              <a:gd name="connsiteX160" fmla="*/ 175047 w 5734864"/>
              <a:gd name="connsiteY160" fmla="*/ 5876483 h 6858000"/>
              <a:gd name="connsiteX161" fmla="*/ 174335 w 5734864"/>
              <a:gd name="connsiteY161" fmla="*/ 5881814 h 6858000"/>
              <a:gd name="connsiteX162" fmla="*/ 171273 w 5734864"/>
              <a:gd name="connsiteY162" fmla="*/ 5895339 h 6858000"/>
              <a:gd name="connsiteX163" fmla="*/ 171658 w 5734864"/>
              <a:gd name="connsiteY163" fmla="*/ 5898749 h 6858000"/>
              <a:gd name="connsiteX164" fmla="*/ 174658 w 5734864"/>
              <a:gd name="connsiteY164" fmla="*/ 5919558 h 6858000"/>
              <a:gd name="connsiteX165" fmla="*/ 169099 w 5734864"/>
              <a:gd name="connsiteY165" fmla="*/ 5984417 h 6858000"/>
              <a:gd name="connsiteX166" fmla="*/ 162007 w 5734864"/>
              <a:gd name="connsiteY166" fmla="*/ 6049043 h 6858000"/>
              <a:gd name="connsiteX167" fmla="*/ 156875 w 5734864"/>
              <a:gd name="connsiteY167" fmla="*/ 6114000 h 6858000"/>
              <a:gd name="connsiteX168" fmla="*/ 165441 w 5734864"/>
              <a:gd name="connsiteY168" fmla="*/ 6146938 h 6858000"/>
              <a:gd name="connsiteX169" fmla="*/ 165177 w 5734864"/>
              <a:gd name="connsiteY169" fmla="*/ 6150658 h 6858000"/>
              <a:gd name="connsiteX170" fmla="*/ 161772 w 5734864"/>
              <a:gd name="connsiteY170" fmla="*/ 6160011 h 6858000"/>
              <a:gd name="connsiteX171" fmla="*/ 160051 w 5734864"/>
              <a:gd name="connsiteY171" fmla="*/ 6163393 h 6858000"/>
              <a:gd name="connsiteX172" fmla="*/ 158473 w 5734864"/>
              <a:gd name="connsiteY172" fmla="*/ 6168628 h 6858000"/>
              <a:gd name="connsiteX173" fmla="*/ 158573 w 5734864"/>
              <a:gd name="connsiteY173" fmla="*/ 6168799 h 6858000"/>
              <a:gd name="connsiteX174" fmla="*/ 146463 w 5734864"/>
              <a:gd name="connsiteY174" fmla="*/ 6196671 h 6858000"/>
              <a:gd name="connsiteX175" fmla="*/ 150209 w 5734864"/>
              <a:gd name="connsiteY175" fmla="*/ 6232365 h 6858000"/>
              <a:gd name="connsiteX176" fmla="*/ 148544 w 5734864"/>
              <a:gd name="connsiteY176" fmla="*/ 6246162 h 6858000"/>
              <a:gd name="connsiteX177" fmla="*/ 148403 w 5734864"/>
              <a:gd name="connsiteY177" fmla="*/ 6253754 h 6858000"/>
              <a:gd name="connsiteX178" fmla="*/ 138880 w 5734864"/>
              <a:gd name="connsiteY178" fmla="*/ 6276449 h 6858000"/>
              <a:gd name="connsiteX179" fmla="*/ 138683 w 5734864"/>
              <a:gd name="connsiteY179" fmla="*/ 6279721 h 6858000"/>
              <a:gd name="connsiteX180" fmla="*/ 130721 w 5734864"/>
              <a:gd name="connsiteY180" fmla="*/ 6293675 h 6858000"/>
              <a:gd name="connsiteX181" fmla="*/ 120717 w 5734864"/>
              <a:gd name="connsiteY181" fmla="*/ 6313967 h 6858000"/>
              <a:gd name="connsiteX182" fmla="*/ 120841 w 5734864"/>
              <a:gd name="connsiteY182" fmla="*/ 6315437 h 6858000"/>
              <a:gd name="connsiteX183" fmla="*/ 115208 w 5734864"/>
              <a:gd name="connsiteY183" fmla="*/ 6324024 h 6858000"/>
              <a:gd name="connsiteX184" fmla="*/ 101217 w 5734864"/>
              <a:gd name="connsiteY184" fmla="*/ 6365923 h 6858000"/>
              <a:gd name="connsiteX185" fmla="*/ 74946 w 5734864"/>
              <a:gd name="connsiteY185" fmla="*/ 6556817 h 6858000"/>
              <a:gd name="connsiteX186" fmla="*/ 16001 w 5734864"/>
              <a:gd name="connsiteY186" fmla="*/ 6808678 h 6858000"/>
              <a:gd name="connsiteX187" fmla="*/ 0 w 5734864"/>
              <a:gd name="connsiteY187" fmla="*/ 6858000 h 6858000"/>
              <a:gd name="connsiteX188" fmla="*/ 5734864 w 5734864"/>
              <a:gd name="connsiteY188" fmla="*/ 685800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4660 w 5734864"/>
              <a:gd name="connsiteY33" fmla="*/ 1982709 h 6858000"/>
              <a:gd name="connsiteX34" fmla="*/ 710759 w 5734864"/>
              <a:gd name="connsiteY34" fmla="*/ 2013010 h 6858000"/>
              <a:gd name="connsiteX35" fmla="*/ 697927 w 5734864"/>
              <a:gd name="connsiteY35" fmla="*/ 2069833 h 6858000"/>
              <a:gd name="connsiteX36" fmla="*/ 693594 w 5734864"/>
              <a:gd name="connsiteY36" fmla="*/ 2103731 h 6858000"/>
              <a:gd name="connsiteX37" fmla="*/ 691109 w 5734864"/>
              <a:gd name="connsiteY37" fmla="*/ 2124027 h 6858000"/>
              <a:gd name="connsiteX38" fmla="*/ 676593 w 5734864"/>
              <a:gd name="connsiteY38" fmla="*/ 2176182 h 6858000"/>
              <a:gd name="connsiteX39" fmla="*/ 633227 w 5734864"/>
              <a:gd name="connsiteY39" fmla="*/ 2258036 h 6858000"/>
              <a:gd name="connsiteX40" fmla="*/ 625564 w 5734864"/>
              <a:gd name="connsiteY40" fmla="*/ 2284567 h 6858000"/>
              <a:gd name="connsiteX41" fmla="*/ 627074 w 5734864"/>
              <a:gd name="connsiteY41" fmla="*/ 2289605 h 6858000"/>
              <a:gd name="connsiteX42" fmla="*/ 614574 w 5734864"/>
              <a:gd name="connsiteY42" fmla="*/ 2308717 h 6858000"/>
              <a:gd name="connsiteX43" fmla="*/ 606890 w 5734864"/>
              <a:gd name="connsiteY43" fmla="*/ 2320662 h 6858000"/>
              <a:gd name="connsiteX44" fmla="*/ 605558 w 5734864"/>
              <a:gd name="connsiteY44" fmla="*/ 2327897 h 6858000"/>
              <a:gd name="connsiteX45" fmla="*/ 602202 w 5734864"/>
              <a:gd name="connsiteY45" fmla="*/ 2357749 h 6858000"/>
              <a:gd name="connsiteX46" fmla="*/ 600213 w 5734864"/>
              <a:gd name="connsiteY46" fmla="*/ 2364905 h 6858000"/>
              <a:gd name="connsiteX47" fmla="*/ 597160 w 5734864"/>
              <a:gd name="connsiteY47" fmla="*/ 2388351 h 6858000"/>
              <a:gd name="connsiteX48" fmla="*/ 597982 w 5734864"/>
              <a:gd name="connsiteY48" fmla="*/ 2402296 h 6858000"/>
              <a:gd name="connsiteX49" fmla="*/ 593150 w 5734864"/>
              <a:gd name="connsiteY49" fmla="*/ 2420015 h 6858000"/>
              <a:gd name="connsiteX50" fmla="*/ 592833 w 5734864"/>
              <a:gd name="connsiteY50" fmla="*/ 2422749 h 6858000"/>
              <a:gd name="connsiteX51" fmla="*/ 594479 w 5734864"/>
              <a:gd name="connsiteY51" fmla="*/ 2426002 h 6858000"/>
              <a:gd name="connsiteX52" fmla="*/ 591963 w 5734864"/>
              <a:gd name="connsiteY52" fmla="*/ 2431950 h 6858000"/>
              <a:gd name="connsiteX53" fmla="*/ 591544 w 5734864"/>
              <a:gd name="connsiteY53" fmla="*/ 2433897 h 6858000"/>
              <a:gd name="connsiteX54" fmla="*/ 589519 w 5734864"/>
              <a:gd name="connsiteY54" fmla="*/ 2451398 h 6858000"/>
              <a:gd name="connsiteX55" fmla="*/ 590037 w 5734864"/>
              <a:gd name="connsiteY55" fmla="*/ 2455536 h 6858000"/>
              <a:gd name="connsiteX56" fmla="*/ 588179 w 5734864"/>
              <a:gd name="connsiteY56" fmla="*/ 2462981 h 6858000"/>
              <a:gd name="connsiteX57" fmla="*/ 583434 w 5734864"/>
              <a:gd name="connsiteY57" fmla="*/ 2503991 h 6858000"/>
              <a:gd name="connsiteX58" fmla="*/ 567942 w 5734864"/>
              <a:gd name="connsiteY58" fmla="*/ 2652936 h 6858000"/>
              <a:gd name="connsiteX59" fmla="*/ 573869 w 5734864"/>
              <a:gd name="connsiteY59" fmla="*/ 2670188 h 6858000"/>
              <a:gd name="connsiteX60" fmla="*/ 575243 w 5734864"/>
              <a:gd name="connsiteY60" fmla="*/ 2688114 h 6858000"/>
              <a:gd name="connsiteX61" fmla="*/ 573824 w 5734864"/>
              <a:gd name="connsiteY61" fmla="*/ 2689856 h 6858000"/>
              <a:gd name="connsiteX62" fmla="*/ 570699 w 5734864"/>
              <a:gd name="connsiteY62" fmla="*/ 2709353 h 6858000"/>
              <a:gd name="connsiteX63" fmla="*/ 573192 w 5734864"/>
              <a:gd name="connsiteY63" fmla="*/ 2714527 h 6858000"/>
              <a:gd name="connsiteX64" fmla="*/ 572044 w 5734864"/>
              <a:gd name="connsiteY64" fmla="*/ 2728187 h 6858000"/>
              <a:gd name="connsiteX65" fmla="*/ 572465 w 5734864"/>
              <a:gd name="connsiteY65" fmla="*/ 2755863 h 6858000"/>
              <a:gd name="connsiteX66" fmla="*/ 570028 w 5734864"/>
              <a:gd name="connsiteY66" fmla="*/ 2760324 h 6858000"/>
              <a:gd name="connsiteX67" fmla="*/ 566748 w 5734864"/>
              <a:gd name="connsiteY67" fmla="*/ 2800948 h 6858000"/>
              <a:gd name="connsiteX68" fmla="*/ 565509 w 5734864"/>
              <a:gd name="connsiteY68" fmla="*/ 2801167 h 6858000"/>
              <a:gd name="connsiteX69" fmla="*/ 559367 w 5734864"/>
              <a:gd name="connsiteY69" fmla="*/ 2811129 h 6858000"/>
              <a:gd name="connsiteX70" fmla="*/ 550354 w 5734864"/>
              <a:gd name="connsiteY70" fmla="*/ 2830949 h 6858000"/>
              <a:gd name="connsiteX71" fmla="*/ 514795 w 5734864"/>
              <a:gd name="connsiteY71" fmla="*/ 2872433 h 6858000"/>
              <a:gd name="connsiteX72" fmla="*/ 509875 w 5734864"/>
              <a:gd name="connsiteY72" fmla="*/ 2923099 h 6858000"/>
              <a:gd name="connsiteX73" fmla="*/ 509577 w 5734864"/>
              <a:gd name="connsiteY73" fmla="*/ 2923197 h 6858000"/>
              <a:gd name="connsiteX74" fmla="*/ 507597 w 5734864"/>
              <a:gd name="connsiteY74" fmla="*/ 2931868 h 6858000"/>
              <a:gd name="connsiteX75" fmla="*/ 507379 w 5734864"/>
              <a:gd name="connsiteY75" fmla="*/ 2938322 h 6858000"/>
              <a:gd name="connsiteX76" fmla="*/ 504725 w 5734864"/>
              <a:gd name="connsiteY76" fmla="*/ 2954519 h 6858000"/>
              <a:gd name="connsiteX77" fmla="*/ 502018 w 5734864"/>
              <a:gd name="connsiteY77" fmla="*/ 2959643 h 6858000"/>
              <a:gd name="connsiteX78" fmla="*/ 498360 w 5734864"/>
              <a:gd name="connsiteY78" fmla="*/ 2961019 h 6858000"/>
              <a:gd name="connsiteX79" fmla="*/ 498483 w 5734864"/>
              <a:gd name="connsiteY79" fmla="*/ 2962590 h 6858000"/>
              <a:gd name="connsiteX80" fmla="*/ 484403 w 5734864"/>
              <a:gd name="connsiteY80" fmla="*/ 2990538 h 6858000"/>
              <a:gd name="connsiteX81" fmla="*/ 463075 w 5734864"/>
              <a:gd name="connsiteY81" fmla="*/ 3055956 h 6858000"/>
              <a:gd name="connsiteX82" fmla="*/ 455013 w 5734864"/>
              <a:gd name="connsiteY82" fmla="*/ 3094482 h 6858000"/>
              <a:gd name="connsiteX83" fmla="*/ 428391 w 5734864"/>
              <a:gd name="connsiteY83" fmla="*/ 3198850 h 6858000"/>
              <a:gd name="connsiteX84" fmla="*/ 401440 w 5734864"/>
              <a:gd name="connsiteY84" fmla="*/ 3307560 h 6858000"/>
              <a:gd name="connsiteX85" fmla="*/ 386076 w 5734864"/>
              <a:gd name="connsiteY85" fmla="*/ 3373943 h 6858000"/>
              <a:gd name="connsiteX86" fmla="*/ 374726 w 5734864"/>
              <a:gd name="connsiteY86" fmla="*/ 3381364 h 6858000"/>
              <a:gd name="connsiteX87" fmla="*/ 369145 w 5734864"/>
              <a:gd name="connsiteY87" fmla="*/ 3383729 h 6858000"/>
              <a:gd name="connsiteX88" fmla="*/ 364294 w 5734864"/>
              <a:gd name="connsiteY88" fmla="*/ 3414159 h 6858000"/>
              <a:gd name="connsiteX89" fmla="*/ 366450 w 5734864"/>
              <a:gd name="connsiteY89" fmla="*/ 3436925 h 6858000"/>
              <a:gd name="connsiteX90" fmla="*/ 351743 w 5734864"/>
              <a:gd name="connsiteY90" fmla="*/ 3521619 h 6858000"/>
              <a:gd name="connsiteX91" fmla="*/ 345784 w 5734864"/>
              <a:gd name="connsiteY91" fmla="*/ 3603757 h 6858000"/>
              <a:gd name="connsiteX92" fmla="*/ 344198 w 5734864"/>
              <a:gd name="connsiteY92" fmla="*/ 3652424 h 6858000"/>
              <a:gd name="connsiteX93" fmla="*/ 352450 w 5734864"/>
              <a:gd name="connsiteY93" fmla="*/ 3665222 h 6858000"/>
              <a:gd name="connsiteX94" fmla="*/ 342621 w 5734864"/>
              <a:gd name="connsiteY94" fmla="*/ 3700804 h 6858000"/>
              <a:gd name="connsiteX95" fmla="*/ 341514 w 5734864"/>
              <a:gd name="connsiteY95" fmla="*/ 3734774 h 6858000"/>
              <a:gd name="connsiteX96" fmla="*/ 340607 w 5734864"/>
              <a:gd name="connsiteY96" fmla="*/ 3785153 h 6858000"/>
              <a:gd name="connsiteX97" fmla="*/ 340707 w 5734864"/>
              <a:gd name="connsiteY97" fmla="*/ 3788177 h 6858000"/>
              <a:gd name="connsiteX98" fmla="*/ 340361 w 5734864"/>
              <a:gd name="connsiteY98" fmla="*/ 3798803 h 6858000"/>
              <a:gd name="connsiteX99" fmla="*/ 339642 w 5734864"/>
              <a:gd name="connsiteY99" fmla="*/ 3838750 h 6858000"/>
              <a:gd name="connsiteX100" fmla="*/ 360295 w 5734864"/>
              <a:gd name="connsiteY100" fmla="*/ 4015196 h 6858000"/>
              <a:gd name="connsiteX101" fmla="*/ 339043 w 5734864"/>
              <a:gd name="connsiteY101" fmla="*/ 4052778 h 6858000"/>
              <a:gd name="connsiteX102" fmla="*/ 339343 w 5734864"/>
              <a:gd name="connsiteY102" fmla="*/ 4096257 h 6858000"/>
              <a:gd name="connsiteX103" fmla="*/ 340786 w 5734864"/>
              <a:gd name="connsiteY103" fmla="*/ 4321136 h 6858000"/>
              <a:gd name="connsiteX104" fmla="*/ 343158 w 5734864"/>
              <a:gd name="connsiteY104" fmla="*/ 4429174 h 6858000"/>
              <a:gd name="connsiteX105" fmla="*/ 334599 w 5734864"/>
              <a:gd name="connsiteY105" fmla="*/ 4449938 h 6858000"/>
              <a:gd name="connsiteX106" fmla="*/ 332890 w 5734864"/>
              <a:gd name="connsiteY106" fmla="*/ 4453515 h 6858000"/>
              <a:gd name="connsiteX107" fmla="*/ 331105 w 5734864"/>
              <a:gd name="connsiteY107" fmla="*/ 4467941 h 6858000"/>
              <a:gd name="connsiteX108" fmla="*/ 324289 w 5734864"/>
              <a:gd name="connsiteY108" fmla="*/ 4471861 h 6858000"/>
              <a:gd name="connsiteX109" fmla="*/ 317079 w 5734864"/>
              <a:gd name="connsiteY109" fmla="*/ 4493468 h 6858000"/>
              <a:gd name="connsiteX110" fmla="*/ 315557 w 5734864"/>
              <a:gd name="connsiteY110" fmla="*/ 4520067 h 6858000"/>
              <a:gd name="connsiteX111" fmla="*/ 315240 w 5734864"/>
              <a:gd name="connsiteY111" fmla="*/ 4536872 h 6858000"/>
              <a:gd name="connsiteX112" fmla="*/ 316200 w 5734864"/>
              <a:gd name="connsiteY112" fmla="*/ 4538297 h 6858000"/>
              <a:gd name="connsiteX113" fmla="*/ 317507 w 5734864"/>
              <a:gd name="connsiteY113" fmla="*/ 4547582 h 6858000"/>
              <a:gd name="connsiteX114" fmla="*/ 323078 w 5734864"/>
              <a:gd name="connsiteY114" fmla="*/ 4592102 h 6858000"/>
              <a:gd name="connsiteX115" fmla="*/ 328722 w 5734864"/>
              <a:gd name="connsiteY115" fmla="*/ 4667914 h 6858000"/>
              <a:gd name="connsiteX116" fmla="*/ 335597 w 5734864"/>
              <a:gd name="connsiteY116" fmla="*/ 4695035 h 6858000"/>
              <a:gd name="connsiteX117" fmla="*/ 339485 w 5734864"/>
              <a:gd name="connsiteY117" fmla="*/ 4695979 h 6858000"/>
              <a:gd name="connsiteX118" fmla="*/ 341089 w 5734864"/>
              <a:gd name="connsiteY118" fmla="*/ 4704268 h 6858000"/>
              <a:gd name="connsiteX119" fmla="*/ 342177 w 5734864"/>
              <a:gd name="connsiteY119" fmla="*/ 4706060 h 6858000"/>
              <a:gd name="connsiteX120" fmla="*/ 347751 w 5734864"/>
              <a:gd name="connsiteY120" fmla="*/ 4716754 h 6858000"/>
              <a:gd name="connsiteX121" fmla="*/ 344125 w 5734864"/>
              <a:gd name="connsiteY121" fmla="*/ 4764669 h 6858000"/>
              <a:gd name="connsiteX122" fmla="*/ 340188 w 5734864"/>
              <a:gd name="connsiteY122" fmla="*/ 4779386 h 6858000"/>
              <a:gd name="connsiteX123" fmla="*/ 335146 w 5734864"/>
              <a:gd name="connsiteY123" fmla="*/ 4787491 h 6858000"/>
              <a:gd name="connsiteX124" fmla="*/ 319124 w 5734864"/>
              <a:gd name="connsiteY124" fmla="*/ 4843514 h 6858000"/>
              <a:gd name="connsiteX125" fmla="*/ 305956 w 5734864"/>
              <a:gd name="connsiteY125" fmla="*/ 4881505 h 6858000"/>
              <a:gd name="connsiteX126" fmla="*/ 301062 w 5734864"/>
              <a:gd name="connsiteY126" fmla="*/ 4889332 h 6858000"/>
              <a:gd name="connsiteX127" fmla="*/ 302141 w 5734864"/>
              <a:gd name="connsiteY127" fmla="*/ 4899400 h 6858000"/>
              <a:gd name="connsiteX128" fmla="*/ 304424 w 5734864"/>
              <a:gd name="connsiteY128" fmla="*/ 4902664 h 6858000"/>
              <a:gd name="connsiteX129" fmla="*/ 293123 w 5734864"/>
              <a:gd name="connsiteY129" fmla="*/ 4932769 h 6858000"/>
              <a:gd name="connsiteX130" fmla="*/ 292275 w 5734864"/>
              <a:gd name="connsiteY130" fmla="*/ 4936482 h 6858000"/>
              <a:gd name="connsiteX131" fmla="*/ 288304 w 5734864"/>
              <a:gd name="connsiteY131" fmla="*/ 4962325 h 6858000"/>
              <a:gd name="connsiteX132" fmla="*/ 287420 w 5734864"/>
              <a:gd name="connsiteY132" fmla="*/ 5042193 h 6858000"/>
              <a:gd name="connsiteX133" fmla="*/ 287020 w 5734864"/>
              <a:gd name="connsiteY133" fmla="*/ 5065655 h 6858000"/>
              <a:gd name="connsiteX134" fmla="*/ 288488 w 5734864"/>
              <a:gd name="connsiteY134" fmla="*/ 5082216 h 6858000"/>
              <a:gd name="connsiteX135" fmla="*/ 282763 w 5734864"/>
              <a:gd name="connsiteY135" fmla="*/ 5127114 h 6858000"/>
              <a:gd name="connsiteX136" fmla="*/ 269316 w 5734864"/>
              <a:gd name="connsiteY136" fmla="*/ 5202682 h 6858000"/>
              <a:gd name="connsiteX137" fmla="*/ 269174 w 5734864"/>
              <a:gd name="connsiteY137" fmla="*/ 5230835 h 6858000"/>
              <a:gd name="connsiteX138" fmla="*/ 272679 w 5734864"/>
              <a:gd name="connsiteY138" fmla="*/ 5232660 h 6858000"/>
              <a:gd name="connsiteX139" fmla="*/ 272160 w 5734864"/>
              <a:gd name="connsiteY139" fmla="*/ 5241150 h 6858000"/>
              <a:gd name="connsiteX140" fmla="*/ 272760 w 5734864"/>
              <a:gd name="connsiteY140" fmla="*/ 5243156 h 6858000"/>
              <a:gd name="connsiteX141" fmla="*/ 275462 w 5734864"/>
              <a:gd name="connsiteY141" fmla="*/ 5254919 h 6858000"/>
              <a:gd name="connsiteX142" fmla="*/ 262897 w 5734864"/>
              <a:gd name="connsiteY142" fmla="*/ 5286259 h 6858000"/>
              <a:gd name="connsiteX143" fmla="*/ 252761 w 5734864"/>
              <a:gd name="connsiteY143" fmla="*/ 5357801 h 6858000"/>
              <a:gd name="connsiteX144" fmla="*/ 242360 w 5734864"/>
              <a:gd name="connsiteY144" fmla="*/ 5460080 h 6858000"/>
              <a:gd name="connsiteX145" fmla="*/ 229880 w 5734864"/>
              <a:gd name="connsiteY145" fmla="*/ 5539714 h 6858000"/>
              <a:gd name="connsiteX146" fmla="*/ 204283 w 5734864"/>
              <a:gd name="connsiteY146" fmla="*/ 5639080 h 6858000"/>
              <a:gd name="connsiteX147" fmla="*/ 198948 w 5734864"/>
              <a:gd name="connsiteY147" fmla="*/ 5710958 h 6858000"/>
              <a:gd name="connsiteX148" fmla="*/ 192367 w 5734864"/>
              <a:gd name="connsiteY148" fmla="*/ 5719859 h 6858000"/>
              <a:gd name="connsiteX149" fmla="*/ 188035 w 5734864"/>
              <a:gd name="connsiteY149" fmla="*/ 5729935 h 6858000"/>
              <a:gd name="connsiteX150" fmla="*/ 188428 w 5734864"/>
              <a:gd name="connsiteY150" fmla="*/ 5731182 h 6858000"/>
              <a:gd name="connsiteX151" fmla="*/ 181635 w 5734864"/>
              <a:gd name="connsiteY151" fmla="*/ 5753538 h 6858000"/>
              <a:gd name="connsiteX152" fmla="*/ 169744 w 5734864"/>
              <a:gd name="connsiteY152" fmla="*/ 5796307 h 6858000"/>
              <a:gd name="connsiteX153" fmla="*/ 170351 w 5734864"/>
              <a:gd name="connsiteY153" fmla="*/ 5796644 h 6858000"/>
              <a:gd name="connsiteX154" fmla="*/ 171559 w 5734864"/>
              <a:gd name="connsiteY154" fmla="*/ 5803435 h 6858000"/>
              <a:gd name="connsiteX155" fmla="*/ 172284 w 5734864"/>
              <a:gd name="connsiteY155" fmla="*/ 5816391 h 6858000"/>
              <a:gd name="connsiteX156" fmla="*/ 182542 w 5734864"/>
              <a:gd name="connsiteY156" fmla="*/ 5846382 h 6858000"/>
              <a:gd name="connsiteX157" fmla="*/ 175877 w 5734864"/>
              <a:gd name="connsiteY157" fmla="*/ 5871336 h 6858000"/>
              <a:gd name="connsiteX158" fmla="*/ 174910 w 5734864"/>
              <a:gd name="connsiteY158" fmla="*/ 5876376 h 6858000"/>
              <a:gd name="connsiteX159" fmla="*/ 175047 w 5734864"/>
              <a:gd name="connsiteY159" fmla="*/ 5876483 h 6858000"/>
              <a:gd name="connsiteX160" fmla="*/ 174335 w 5734864"/>
              <a:gd name="connsiteY160" fmla="*/ 5881814 h 6858000"/>
              <a:gd name="connsiteX161" fmla="*/ 171273 w 5734864"/>
              <a:gd name="connsiteY161" fmla="*/ 5895339 h 6858000"/>
              <a:gd name="connsiteX162" fmla="*/ 171658 w 5734864"/>
              <a:gd name="connsiteY162" fmla="*/ 5898749 h 6858000"/>
              <a:gd name="connsiteX163" fmla="*/ 174658 w 5734864"/>
              <a:gd name="connsiteY163" fmla="*/ 5919558 h 6858000"/>
              <a:gd name="connsiteX164" fmla="*/ 169099 w 5734864"/>
              <a:gd name="connsiteY164" fmla="*/ 5984417 h 6858000"/>
              <a:gd name="connsiteX165" fmla="*/ 162007 w 5734864"/>
              <a:gd name="connsiteY165" fmla="*/ 6049043 h 6858000"/>
              <a:gd name="connsiteX166" fmla="*/ 156875 w 5734864"/>
              <a:gd name="connsiteY166" fmla="*/ 6114000 h 6858000"/>
              <a:gd name="connsiteX167" fmla="*/ 165441 w 5734864"/>
              <a:gd name="connsiteY167" fmla="*/ 6146938 h 6858000"/>
              <a:gd name="connsiteX168" fmla="*/ 165177 w 5734864"/>
              <a:gd name="connsiteY168" fmla="*/ 6150658 h 6858000"/>
              <a:gd name="connsiteX169" fmla="*/ 161772 w 5734864"/>
              <a:gd name="connsiteY169" fmla="*/ 6160011 h 6858000"/>
              <a:gd name="connsiteX170" fmla="*/ 160051 w 5734864"/>
              <a:gd name="connsiteY170" fmla="*/ 6163393 h 6858000"/>
              <a:gd name="connsiteX171" fmla="*/ 158473 w 5734864"/>
              <a:gd name="connsiteY171" fmla="*/ 6168628 h 6858000"/>
              <a:gd name="connsiteX172" fmla="*/ 158573 w 5734864"/>
              <a:gd name="connsiteY172" fmla="*/ 6168799 h 6858000"/>
              <a:gd name="connsiteX173" fmla="*/ 146463 w 5734864"/>
              <a:gd name="connsiteY173" fmla="*/ 6196671 h 6858000"/>
              <a:gd name="connsiteX174" fmla="*/ 150209 w 5734864"/>
              <a:gd name="connsiteY174" fmla="*/ 6232365 h 6858000"/>
              <a:gd name="connsiteX175" fmla="*/ 148544 w 5734864"/>
              <a:gd name="connsiteY175" fmla="*/ 6246162 h 6858000"/>
              <a:gd name="connsiteX176" fmla="*/ 148403 w 5734864"/>
              <a:gd name="connsiteY176" fmla="*/ 6253754 h 6858000"/>
              <a:gd name="connsiteX177" fmla="*/ 138880 w 5734864"/>
              <a:gd name="connsiteY177" fmla="*/ 6276449 h 6858000"/>
              <a:gd name="connsiteX178" fmla="*/ 138683 w 5734864"/>
              <a:gd name="connsiteY178" fmla="*/ 6279721 h 6858000"/>
              <a:gd name="connsiteX179" fmla="*/ 130721 w 5734864"/>
              <a:gd name="connsiteY179" fmla="*/ 6293675 h 6858000"/>
              <a:gd name="connsiteX180" fmla="*/ 120717 w 5734864"/>
              <a:gd name="connsiteY180" fmla="*/ 6313967 h 6858000"/>
              <a:gd name="connsiteX181" fmla="*/ 120841 w 5734864"/>
              <a:gd name="connsiteY181" fmla="*/ 6315437 h 6858000"/>
              <a:gd name="connsiteX182" fmla="*/ 115208 w 5734864"/>
              <a:gd name="connsiteY182" fmla="*/ 6324024 h 6858000"/>
              <a:gd name="connsiteX183" fmla="*/ 101217 w 5734864"/>
              <a:gd name="connsiteY183" fmla="*/ 6365923 h 6858000"/>
              <a:gd name="connsiteX184" fmla="*/ 74946 w 5734864"/>
              <a:gd name="connsiteY184" fmla="*/ 6556817 h 6858000"/>
              <a:gd name="connsiteX185" fmla="*/ 16001 w 5734864"/>
              <a:gd name="connsiteY185" fmla="*/ 6808678 h 6858000"/>
              <a:gd name="connsiteX186" fmla="*/ 0 w 5734864"/>
              <a:gd name="connsiteY186" fmla="*/ 6858000 h 6858000"/>
              <a:gd name="connsiteX187" fmla="*/ 5734864 w 5734864"/>
              <a:gd name="connsiteY187" fmla="*/ 6858000 h 6858000"/>
              <a:gd name="connsiteX188" fmla="*/ 5734864 w 5734864"/>
              <a:gd name="connsiteY188" fmla="*/ 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7865 w 5734864"/>
              <a:gd name="connsiteY13" fmla="*/ 1070795 h 6858000"/>
              <a:gd name="connsiteX14" fmla="*/ 862786 w 5734864"/>
              <a:gd name="connsiteY14" fmla="*/ 1238994 h 6858000"/>
              <a:gd name="connsiteX15" fmla="*/ 859345 w 5734864"/>
              <a:gd name="connsiteY15" fmla="*/ 1380427 h 6858000"/>
              <a:gd name="connsiteX16" fmla="*/ 855172 w 5734864"/>
              <a:gd name="connsiteY16" fmla="*/ 1435262 h 6858000"/>
              <a:gd name="connsiteX17" fmla="*/ 860494 w 5734864"/>
              <a:gd name="connsiteY17" fmla="*/ 1453861 h 6858000"/>
              <a:gd name="connsiteX18" fmla="*/ 853731 w 5734864"/>
              <a:gd name="connsiteY18" fmla="*/ 1467047 h 6858000"/>
              <a:gd name="connsiteX19" fmla="*/ 845847 w 5734864"/>
              <a:gd name="connsiteY19" fmla="*/ 1502307 h 6858000"/>
              <a:gd name="connsiteX20" fmla="*/ 817613 w 5734864"/>
              <a:gd name="connsiteY20" fmla="*/ 1565166 h 6858000"/>
              <a:gd name="connsiteX21" fmla="*/ 804223 w 5734864"/>
              <a:gd name="connsiteY21" fmla="*/ 1601941 h 6858000"/>
              <a:gd name="connsiteX22" fmla="*/ 791773 w 5734864"/>
              <a:gd name="connsiteY22" fmla="*/ 1627005 h 6858000"/>
              <a:gd name="connsiteX23" fmla="*/ 774645 w 5734864"/>
              <a:gd name="connsiteY23" fmla="*/ 1699922 h 6858000"/>
              <a:gd name="connsiteX24" fmla="*/ 752343 w 5734864"/>
              <a:gd name="connsiteY24" fmla="*/ 1824604 h 6858000"/>
              <a:gd name="connsiteX25" fmla="*/ 746254 w 5734864"/>
              <a:gd name="connsiteY25" fmla="*/ 1850222 h 6858000"/>
              <a:gd name="connsiteX26" fmla="*/ 728600 w 5734864"/>
              <a:gd name="connsiteY26" fmla="*/ 1869603 h 6858000"/>
              <a:gd name="connsiteX27" fmla="*/ 724396 w 5734864"/>
              <a:gd name="connsiteY27" fmla="*/ 1883104 h 6858000"/>
              <a:gd name="connsiteX28" fmla="*/ 722165 w 5734864"/>
              <a:gd name="connsiteY28" fmla="*/ 1885924 h 6858000"/>
              <a:gd name="connsiteX29" fmla="*/ 721338 w 5734864"/>
              <a:gd name="connsiteY29" fmla="*/ 1887123 h 6858000"/>
              <a:gd name="connsiteX30" fmla="*/ 714840 w 5734864"/>
              <a:gd name="connsiteY30" fmla="*/ 1902274 h 6858000"/>
              <a:gd name="connsiteX31" fmla="*/ 722847 w 5734864"/>
              <a:gd name="connsiteY31" fmla="*/ 1929891 h 6858000"/>
              <a:gd name="connsiteX32" fmla="*/ 714660 w 5734864"/>
              <a:gd name="connsiteY32" fmla="*/ 1982709 h 6858000"/>
              <a:gd name="connsiteX33" fmla="*/ 710759 w 5734864"/>
              <a:gd name="connsiteY33" fmla="*/ 2013010 h 6858000"/>
              <a:gd name="connsiteX34" fmla="*/ 697927 w 5734864"/>
              <a:gd name="connsiteY34" fmla="*/ 2069833 h 6858000"/>
              <a:gd name="connsiteX35" fmla="*/ 693594 w 5734864"/>
              <a:gd name="connsiteY35" fmla="*/ 2103731 h 6858000"/>
              <a:gd name="connsiteX36" fmla="*/ 691109 w 5734864"/>
              <a:gd name="connsiteY36" fmla="*/ 2124027 h 6858000"/>
              <a:gd name="connsiteX37" fmla="*/ 676593 w 5734864"/>
              <a:gd name="connsiteY37" fmla="*/ 2176182 h 6858000"/>
              <a:gd name="connsiteX38" fmla="*/ 633227 w 5734864"/>
              <a:gd name="connsiteY38" fmla="*/ 2258036 h 6858000"/>
              <a:gd name="connsiteX39" fmla="*/ 625564 w 5734864"/>
              <a:gd name="connsiteY39" fmla="*/ 2284567 h 6858000"/>
              <a:gd name="connsiteX40" fmla="*/ 627074 w 5734864"/>
              <a:gd name="connsiteY40" fmla="*/ 2289605 h 6858000"/>
              <a:gd name="connsiteX41" fmla="*/ 614574 w 5734864"/>
              <a:gd name="connsiteY41" fmla="*/ 2308717 h 6858000"/>
              <a:gd name="connsiteX42" fmla="*/ 606890 w 5734864"/>
              <a:gd name="connsiteY42" fmla="*/ 2320662 h 6858000"/>
              <a:gd name="connsiteX43" fmla="*/ 605558 w 5734864"/>
              <a:gd name="connsiteY43" fmla="*/ 2327897 h 6858000"/>
              <a:gd name="connsiteX44" fmla="*/ 602202 w 5734864"/>
              <a:gd name="connsiteY44" fmla="*/ 2357749 h 6858000"/>
              <a:gd name="connsiteX45" fmla="*/ 600213 w 5734864"/>
              <a:gd name="connsiteY45" fmla="*/ 2364905 h 6858000"/>
              <a:gd name="connsiteX46" fmla="*/ 597160 w 5734864"/>
              <a:gd name="connsiteY46" fmla="*/ 2388351 h 6858000"/>
              <a:gd name="connsiteX47" fmla="*/ 597982 w 5734864"/>
              <a:gd name="connsiteY47" fmla="*/ 2402296 h 6858000"/>
              <a:gd name="connsiteX48" fmla="*/ 593150 w 5734864"/>
              <a:gd name="connsiteY48" fmla="*/ 2420015 h 6858000"/>
              <a:gd name="connsiteX49" fmla="*/ 592833 w 5734864"/>
              <a:gd name="connsiteY49" fmla="*/ 2422749 h 6858000"/>
              <a:gd name="connsiteX50" fmla="*/ 594479 w 5734864"/>
              <a:gd name="connsiteY50" fmla="*/ 2426002 h 6858000"/>
              <a:gd name="connsiteX51" fmla="*/ 591963 w 5734864"/>
              <a:gd name="connsiteY51" fmla="*/ 2431950 h 6858000"/>
              <a:gd name="connsiteX52" fmla="*/ 591544 w 5734864"/>
              <a:gd name="connsiteY52" fmla="*/ 2433897 h 6858000"/>
              <a:gd name="connsiteX53" fmla="*/ 589519 w 5734864"/>
              <a:gd name="connsiteY53" fmla="*/ 2451398 h 6858000"/>
              <a:gd name="connsiteX54" fmla="*/ 590037 w 5734864"/>
              <a:gd name="connsiteY54" fmla="*/ 2455536 h 6858000"/>
              <a:gd name="connsiteX55" fmla="*/ 588179 w 5734864"/>
              <a:gd name="connsiteY55" fmla="*/ 2462981 h 6858000"/>
              <a:gd name="connsiteX56" fmla="*/ 583434 w 5734864"/>
              <a:gd name="connsiteY56" fmla="*/ 2503991 h 6858000"/>
              <a:gd name="connsiteX57" fmla="*/ 567942 w 5734864"/>
              <a:gd name="connsiteY57" fmla="*/ 2652936 h 6858000"/>
              <a:gd name="connsiteX58" fmla="*/ 573869 w 5734864"/>
              <a:gd name="connsiteY58" fmla="*/ 2670188 h 6858000"/>
              <a:gd name="connsiteX59" fmla="*/ 575243 w 5734864"/>
              <a:gd name="connsiteY59" fmla="*/ 2688114 h 6858000"/>
              <a:gd name="connsiteX60" fmla="*/ 573824 w 5734864"/>
              <a:gd name="connsiteY60" fmla="*/ 2689856 h 6858000"/>
              <a:gd name="connsiteX61" fmla="*/ 570699 w 5734864"/>
              <a:gd name="connsiteY61" fmla="*/ 2709353 h 6858000"/>
              <a:gd name="connsiteX62" fmla="*/ 573192 w 5734864"/>
              <a:gd name="connsiteY62" fmla="*/ 2714527 h 6858000"/>
              <a:gd name="connsiteX63" fmla="*/ 572044 w 5734864"/>
              <a:gd name="connsiteY63" fmla="*/ 2728187 h 6858000"/>
              <a:gd name="connsiteX64" fmla="*/ 572465 w 5734864"/>
              <a:gd name="connsiteY64" fmla="*/ 2755863 h 6858000"/>
              <a:gd name="connsiteX65" fmla="*/ 570028 w 5734864"/>
              <a:gd name="connsiteY65" fmla="*/ 2760324 h 6858000"/>
              <a:gd name="connsiteX66" fmla="*/ 566748 w 5734864"/>
              <a:gd name="connsiteY66" fmla="*/ 2800948 h 6858000"/>
              <a:gd name="connsiteX67" fmla="*/ 565509 w 5734864"/>
              <a:gd name="connsiteY67" fmla="*/ 2801167 h 6858000"/>
              <a:gd name="connsiteX68" fmla="*/ 559367 w 5734864"/>
              <a:gd name="connsiteY68" fmla="*/ 2811129 h 6858000"/>
              <a:gd name="connsiteX69" fmla="*/ 550354 w 5734864"/>
              <a:gd name="connsiteY69" fmla="*/ 2830949 h 6858000"/>
              <a:gd name="connsiteX70" fmla="*/ 514795 w 5734864"/>
              <a:gd name="connsiteY70" fmla="*/ 2872433 h 6858000"/>
              <a:gd name="connsiteX71" fmla="*/ 509875 w 5734864"/>
              <a:gd name="connsiteY71" fmla="*/ 2923099 h 6858000"/>
              <a:gd name="connsiteX72" fmla="*/ 509577 w 5734864"/>
              <a:gd name="connsiteY72" fmla="*/ 2923197 h 6858000"/>
              <a:gd name="connsiteX73" fmla="*/ 507597 w 5734864"/>
              <a:gd name="connsiteY73" fmla="*/ 2931868 h 6858000"/>
              <a:gd name="connsiteX74" fmla="*/ 507379 w 5734864"/>
              <a:gd name="connsiteY74" fmla="*/ 2938322 h 6858000"/>
              <a:gd name="connsiteX75" fmla="*/ 504725 w 5734864"/>
              <a:gd name="connsiteY75" fmla="*/ 2954519 h 6858000"/>
              <a:gd name="connsiteX76" fmla="*/ 502018 w 5734864"/>
              <a:gd name="connsiteY76" fmla="*/ 2959643 h 6858000"/>
              <a:gd name="connsiteX77" fmla="*/ 498360 w 5734864"/>
              <a:gd name="connsiteY77" fmla="*/ 2961019 h 6858000"/>
              <a:gd name="connsiteX78" fmla="*/ 498483 w 5734864"/>
              <a:gd name="connsiteY78" fmla="*/ 2962590 h 6858000"/>
              <a:gd name="connsiteX79" fmla="*/ 484403 w 5734864"/>
              <a:gd name="connsiteY79" fmla="*/ 2990538 h 6858000"/>
              <a:gd name="connsiteX80" fmla="*/ 463075 w 5734864"/>
              <a:gd name="connsiteY80" fmla="*/ 3055956 h 6858000"/>
              <a:gd name="connsiteX81" fmla="*/ 455013 w 5734864"/>
              <a:gd name="connsiteY81" fmla="*/ 3094482 h 6858000"/>
              <a:gd name="connsiteX82" fmla="*/ 428391 w 5734864"/>
              <a:gd name="connsiteY82" fmla="*/ 3198850 h 6858000"/>
              <a:gd name="connsiteX83" fmla="*/ 401440 w 5734864"/>
              <a:gd name="connsiteY83" fmla="*/ 3307560 h 6858000"/>
              <a:gd name="connsiteX84" fmla="*/ 386076 w 5734864"/>
              <a:gd name="connsiteY84" fmla="*/ 3373943 h 6858000"/>
              <a:gd name="connsiteX85" fmla="*/ 374726 w 5734864"/>
              <a:gd name="connsiteY85" fmla="*/ 3381364 h 6858000"/>
              <a:gd name="connsiteX86" fmla="*/ 369145 w 5734864"/>
              <a:gd name="connsiteY86" fmla="*/ 3383729 h 6858000"/>
              <a:gd name="connsiteX87" fmla="*/ 364294 w 5734864"/>
              <a:gd name="connsiteY87" fmla="*/ 3414159 h 6858000"/>
              <a:gd name="connsiteX88" fmla="*/ 366450 w 5734864"/>
              <a:gd name="connsiteY88" fmla="*/ 3436925 h 6858000"/>
              <a:gd name="connsiteX89" fmla="*/ 351743 w 5734864"/>
              <a:gd name="connsiteY89" fmla="*/ 3521619 h 6858000"/>
              <a:gd name="connsiteX90" fmla="*/ 345784 w 5734864"/>
              <a:gd name="connsiteY90" fmla="*/ 3603757 h 6858000"/>
              <a:gd name="connsiteX91" fmla="*/ 344198 w 5734864"/>
              <a:gd name="connsiteY91" fmla="*/ 3652424 h 6858000"/>
              <a:gd name="connsiteX92" fmla="*/ 352450 w 5734864"/>
              <a:gd name="connsiteY92" fmla="*/ 3665222 h 6858000"/>
              <a:gd name="connsiteX93" fmla="*/ 342621 w 5734864"/>
              <a:gd name="connsiteY93" fmla="*/ 3700804 h 6858000"/>
              <a:gd name="connsiteX94" fmla="*/ 341514 w 5734864"/>
              <a:gd name="connsiteY94" fmla="*/ 3734774 h 6858000"/>
              <a:gd name="connsiteX95" fmla="*/ 340607 w 5734864"/>
              <a:gd name="connsiteY95" fmla="*/ 3785153 h 6858000"/>
              <a:gd name="connsiteX96" fmla="*/ 340707 w 5734864"/>
              <a:gd name="connsiteY96" fmla="*/ 3788177 h 6858000"/>
              <a:gd name="connsiteX97" fmla="*/ 340361 w 5734864"/>
              <a:gd name="connsiteY97" fmla="*/ 3798803 h 6858000"/>
              <a:gd name="connsiteX98" fmla="*/ 339642 w 5734864"/>
              <a:gd name="connsiteY98" fmla="*/ 3838750 h 6858000"/>
              <a:gd name="connsiteX99" fmla="*/ 360295 w 5734864"/>
              <a:gd name="connsiteY99" fmla="*/ 4015196 h 6858000"/>
              <a:gd name="connsiteX100" fmla="*/ 339043 w 5734864"/>
              <a:gd name="connsiteY100" fmla="*/ 4052778 h 6858000"/>
              <a:gd name="connsiteX101" fmla="*/ 339343 w 5734864"/>
              <a:gd name="connsiteY101" fmla="*/ 4096257 h 6858000"/>
              <a:gd name="connsiteX102" fmla="*/ 340786 w 5734864"/>
              <a:gd name="connsiteY102" fmla="*/ 4321136 h 6858000"/>
              <a:gd name="connsiteX103" fmla="*/ 343158 w 5734864"/>
              <a:gd name="connsiteY103" fmla="*/ 4429174 h 6858000"/>
              <a:gd name="connsiteX104" fmla="*/ 334599 w 5734864"/>
              <a:gd name="connsiteY104" fmla="*/ 4449938 h 6858000"/>
              <a:gd name="connsiteX105" fmla="*/ 332890 w 5734864"/>
              <a:gd name="connsiteY105" fmla="*/ 4453515 h 6858000"/>
              <a:gd name="connsiteX106" fmla="*/ 331105 w 5734864"/>
              <a:gd name="connsiteY106" fmla="*/ 4467941 h 6858000"/>
              <a:gd name="connsiteX107" fmla="*/ 324289 w 5734864"/>
              <a:gd name="connsiteY107" fmla="*/ 4471861 h 6858000"/>
              <a:gd name="connsiteX108" fmla="*/ 317079 w 5734864"/>
              <a:gd name="connsiteY108" fmla="*/ 4493468 h 6858000"/>
              <a:gd name="connsiteX109" fmla="*/ 315557 w 5734864"/>
              <a:gd name="connsiteY109" fmla="*/ 4520067 h 6858000"/>
              <a:gd name="connsiteX110" fmla="*/ 315240 w 5734864"/>
              <a:gd name="connsiteY110" fmla="*/ 4536872 h 6858000"/>
              <a:gd name="connsiteX111" fmla="*/ 316200 w 5734864"/>
              <a:gd name="connsiteY111" fmla="*/ 4538297 h 6858000"/>
              <a:gd name="connsiteX112" fmla="*/ 317507 w 5734864"/>
              <a:gd name="connsiteY112" fmla="*/ 4547582 h 6858000"/>
              <a:gd name="connsiteX113" fmla="*/ 323078 w 5734864"/>
              <a:gd name="connsiteY113" fmla="*/ 4592102 h 6858000"/>
              <a:gd name="connsiteX114" fmla="*/ 328722 w 5734864"/>
              <a:gd name="connsiteY114" fmla="*/ 4667914 h 6858000"/>
              <a:gd name="connsiteX115" fmla="*/ 335597 w 5734864"/>
              <a:gd name="connsiteY115" fmla="*/ 4695035 h 6858000"/>
              <a:gd name="connsiteX116" fmla="*/ 339485 w 5734864"/>
              <a:gd name="connsiteY116" fmla="*/ 4695979 h 6858000"/>
              <a:gd name="connsiteX117" fmla="*/ 341089 w 5734864"/>
              <a:gd name="connsiteY117" fmla="*/ 4704268 h 6858000"/>
              <a:gd name="connsiteX118" fmla="*/ 342177 w 5734864"/>
              <a:gd name="connsiteY118" fmla="*/ 4706060 h 6858000"/>
              <a:gd name="connsiteX119" fmla="*/ 347751 w 5734864"/>
              <a:gd name="connsiteY119" fmla="*/ 4716754 h 6858000"/>
              <a:gd name="connsiteX120" fmla="*/ 344125 w 5734864"/>
              <a:gd name="connsiteY120" fmla="*/ 4764669 h 6858000"/>
              <a:gd name="connsiteX121" fmla="*/ 340188 w 5734864"/>
              <a:gd name="connsiteY121" fmla="*/ 4779386 h 6858000"/>
              <a:gd name="connsiteX122" fmla="*/ 335146 w 5734864"/>
              <a:gd name="connsiteY122" fmla="*/ 4787491 h 6858000"/>
              <a:gd name="connsiteX123" fmla="*/ 319124 w 5734864"/>
              <a:gd name="connsiteY123" fmla="*/ 4843514 h 6858000"/>
              <a:gd name="connsiteX124" fmla="*/ 305956 w 5734864"/>
              <a:gd name="connsiteY124" fmla="*/ 4881505 h 6858000"/>
              <a:gd name="connsiteX125" fmla="*/ 301062 w 5734864"/>
              <a:gd name="connsiteY125" fmla="*/ 4889332 h 6858000"/>
              <a:gd name="connsiteX126" fmla="*/ 302141 w 5734864"/>
              <a:gd name="connsiteY126" fmla="*/ 4899400 h 6858000"/>
              <a:gd name="connsiteX127" fmla="*/ 304424 w 5734864"/>
              <a:gd name="connsiteY127" fmla="*/ 4902664 h 6858000"/>
              <a:gd name="connsiteX128" fmla="*/ 293123 w 5734864"/>
              <a:gd name="connsiteY128" fmla="*/ 4932769 h 6858000"/>
              <a:gd name="connsiteX129" fmla="*/ 292275 w 5734864"/>
              <a:gd name="connsiteY129" fmla="*/ 4936482 h 6858000"/>
              <a:gd name="connsiteX130" fmla="*/ 288304 w 5734864"/>
              <a:gd name="connsiteY130" fmla="*/ 4962325 h 6858000"/>
              <a:gd name="connsiteX131" fmla="*/ 287420 w 5734864"/>
              <a:gd name="connsiteY131" fmla="*/ 5042193 h 6858000"/>
              <a:gd name="connsiteX132" fmla="*/ 287020 w 5734864"/>
              <a:gd name="connsiteY132" fmla="*/ 5065655 h 6858000"/>
              <a:gd name="connsiteX133" fmla="*/ 288488 w 5734864"/>
              <a:gd name="connsiteY133" fmla="*/ 5082216 h 6858000"/>
              <a:gd name="connsiteX134" fmla="*/ 282763 w 5734864"/>
              <a:gd name="connsiteY134" fmla="*/ 5127114 h 6858000"/>
              <a:gd name="connsiteX135" fmla="*/ 269316 w 5734864"/>
              <a:gd name="connsiteY135" fmla="*/ 5202682 h 6858000"/>
              <a:gd name="connsiteX136" fmla="*/ 269174 w 5734864"/>
              <a:gd name="connsiteY136" fmla="*/ 5230835 h 6858000"/>
              <a:gd name="connsiteX137" fmla="*/ 272679 w 5734864"/>
              <a:gd name="connsiteY137" fmla="*/ 5232660 h 6858000"/>
              <a:gd name="connsiteX138" fmla="*/ 272160 w 5734864"/>
              <a:gd name="connsiteY138" fmla="*/ 5241150 h 6858000"/>
              <a:gd name="connsiteX139" fmla="*/ 272760 w 5734864"/>
              <a:gd name="connsiteY139" fmla="*/ 5243156 h 6858000"/>
              <a:gd name="connsiteX140" fmla="*/ 275462 w 5734864"/>
              <a:gd name="connsiteY140" fmla="*/ 5254919 h 6858000"/>
              <a:gd name="connsiteX141" fmla="*/ 262897 w 5734864"/>
              <a:gd name="connsiteY141" fmla="*/ 5286259 h 6858000"/>
              <a:gd name="connsiteX142" fmla="*/ 252761 w 5734864"/>
              <a:gd name="connsiteY142" fmla="*/ 5357801 h 6858000"/>
              <a:gd name="connsiteX143" fmla="*/ 242360 w 5734864"/>
              <a:gd name="connsiteY143" fmla="*/ 5460080 h 6858000"/>
              <a:gd name="connsiteX144" fmla="*/ 229880 w 5734864"/>
              <a:gd name="connsiteY144" fmla="*/ 5539714 h 6858000"/>
              <a:gd name="connsiteX145" fmla="*/ 204283 w 5734864"/>
              <a:gd name="connsiteY145" fmla="*/ 5639080 h 6858000"/>
              <a:gd name="connsiteX146" fmla="*/ 198948 w 5734864"/>
              <a:gd name="connsiteY146" fmla="*/ 5710958 h 6858000"/>
              <a:gd name="connsiteX147" fmla="*/ 192367 w 5734864"/>
              <a:gd name="connsiteY147" fmla="*/ 5719859 h 6858000"/>
              <a:gd name="connsiteX148" fmla="*/ 188035 w 5734864"/>
              <a:gd name="connsiteY148" fmla="*/ 5729935 h 6858000"/>
              <a:gd name="connsiteX149" fmla="*/ 188428 w 5734864"/>
              <a:gd name="connsiteY149" fmla="*/ 5731182 h 6858000"/>
              <a:gd name="connsiteX150" fmla="*/ 181635 w 5734864"/>
              <a:gd name="connsiteY150" fmla="*/ 5753538 h 6858000"/>
              <a:gd name="connsiteX151" fmla="*/ 169744 w 5734864"/>
              <a:gd name="connsiteY151" fmla="*/ 5796307 h 6858000"/>
              <a:gd name="connsiteX152" fmla="*/ 170351 w 5734864"/>
              <a:gd name="connsiteY152" fmla="*/ 5796644 h 6858000"/>
              <a:gd name="connsiteX153" fmla="*/ 171559 w 5734864"/>
              <a:gd name="connsiteY153" fmla="*/ 5803435 h 6858000"/>
              <a:gd name="connsiteX154" fmla="*/ 172284 w 5734864"/>
              <a:gd name="connsiteY154" fmla="*/ 5816391 h 6858000"/>
              <a:gd name="connsiteX155" fmla="*/ 182542 w 5734864"/>
              <a:gd name="connsiteY155" fmla="*/ 5846382 h 6858000"/>
              <a:gd name="connsiteX156" fmla="*/ 175877 w 5734864"/>
              <a:gd name="connsiteY156" fmla="*/ 5871336 h 6858000"/>
              <a:gd name="connsiteX157" fmla="*/ 174910 w 5734864"/>
              <a:gd name="connsiteY157" fmla="*/ 5876376 h 6858000"/>
              <a:gd name="connsiteX158" fmla="*/ 175047 w 5734864"/>
              <a:gd name="connsiteY158" fmla="*/ 5876483 h 6858000"/>
              <a:gd name="connsiteX159" fmla="*/ 174335 w 5734864"/>
              <a:gd name="connsiteY159" fmla="*/ 5881814 h 6858000"/>
              <a:gd name="connsiteX160" fmla="*/ 171273 w 5734864"/>
              <a:gd name="connsiteY160" fmla="*/ 5895339 h 6858000"/>
              <a:gd name="connsiteX161" fmla="*/ 171658 w 5734864"/>
              <a:gd name="connsiteY161" fmla="*/ 5898749 h 6858000"/>
              <a:gd name="connsiteX162" fmla="*/ 174658 w 5734864"/>
              <a:gd name="connsiteY162" fmla="*/ 5919558 h 6858000"/>
              <a:gd name="connsiteX163" fmla="*/ 169099 w 5734864"/>
              <a:gd name="connsiteY163" fmla="*/ 5984417 h 6858000"/>
              <a:gd name="connsiteX164" fmla="*/ 162007 w 5734864"/>
              <a:gd name="connsiteY164" fmla="*/ 6049043 h 6858000"/>
              <a:gd name="connsiteX165" fmla="*/ 156875 w 5734864"/>
              <a:gd name="connsiteY165" fmla="*/ 6114000 h 6858000"/>
              <a:gd name="connsiteX166" fmla="*/ 165441 w 5734864"/>
              <a:gd name="connsiteY166" fmla="*/ 6146938 h 6858000"/>
              <a:gd name="connsiteX167" fmla="*/ 165177 w 5734864"/>
              <a:gd name="connsiteY167" fmla="*/ 6150658 h 6858000"/>
              <a:gd name="connsiteX168" fmla="*/ 161772 w 5734864"/>
              <a:gd name="connsiteY168" fmla="*/ 6160011 h 6858000"/>
              <a:gd name="connsiteX169" fmla="*/ 160051 w 5734864"/>
              <a:gd name="connsiteY169" fmla="*/ 6163393 h 6858000"/>
              <a:gd name="connsiteX170" fmla="*/ 158473 w 5734864"/>
              <a:gd name="connsiteY170" fmla="*/ 6168628 h 6858000"/>
              <a:gd name="connsiteX171" fmla="*/ 158573 w 5734864"/>
              <a:gd name="connsiteY171" fmla="*/ 6168799 h 6858000"/>
              <a:gd name="connsiteX172" fmla="*/ 146463 w 5734864"/>
              <a:gd name="connsiteY172" fmla="*/ 6196671 h 6858000"/>
              <a:gd name="connsiteX173" fmla="*/ 150209 w 5734864"/>
              <a:gd name="connsiteY173" fmla="*/ 6232365 h 6858000"/>
              <a:gd name="connsiteX174" fmla="*/ 148544 w 5734864"/>
              <a:gd name="connsiteY174" fmla="*/ 6246162 h 6858000"/>
              <a:gd name="connsiteX175" fmla="*/ 148403 w 5734864"/>
              <a:gd name="connsiteY175" fmla="*/ 6253754 h 6858000"/>
              <a:gd name="connsiteX176" fmla="*/ 138880 w 5734864"/>
              <a:gd name="connsiteY176" fmla="*/ 6276449 h 6858000"/>
              <a:gd name="connsiteX177" fmla="*/ 138683 w 5734864"/>
              <a:gd name="connsiteY177" fmla="*/ 6279721 h 6858000"/>
              <a:gd name="connsiteX178" fmla="*/ 130721 w 5734864"/>
              <a:gd name="connsiteY178" fmla="*/ 6293675 h 6858000"/>
              <a:gd name="connsiteX179" fmla="*/ 120717 w 5734864"/>
              <a:gd name="connsiteY179" fmla="*/ 6313967 h 6858000"/>
              <a:gd name="connsiteX180" fmla="*/ 120841 w 5734864"/>
              <a:gd name="connsiteY180" fmla="*/ 6315437 h 6858000"/>
              <a:gd name="connsiteX181" fmla="*/ 115208 w 5734864"/>
              <a:gd name="connsiteY181" fmla="*/ 6324024 h 6858000"/>
              <a:gd name="connsiteX182" fmla="*/ 101217 w 5734864"/>
              <a:gd name="connsiteY182" fmla="*/ 6365923 h 6858000"/>
              <a:gd name="connsiteX183" fmla="*/ 74946 w 5734864"/>
              <a:gd name="connsiteY183" fmla="*/ 6556817 h 6858000"/>
              <a:gd name="connsiteX184" fmla="*/ 16001 w 5734864"/>
              <a:gd name="connsiteY184" fmla="*/ 6808678 h 6858000"/>
              <a:gd name="connsiteX185" fmla="*/ 0 w 5734864"/>
              <a:gd name="connsiteY185" fmla="*/ 6858000 h 6858000"/>
              <a:gd name="connsiteX186" fmla="*/ 5734864 w 5734864"/>
              <a:gd name="connsiteY186" fmla="*/ 6858000 h 6858000"/>
              <a:gd name="connsiteX187" fmla="*/ 5734864 w 5734864"/>
              <a:gd name="connsiteY18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5734864" h="6858000">
                <a:moveTo>
                  <a:pt x="5734864" y="0"/>
                </a:moveTo>
                <a:lnTo>
                  <a:pt x="771611" y="0"/>
                </a:lnTo>
                <a:cubicBezTo>
                  <a:pt x="771634" y="16369"/>
                  <a:pt x="771656" y="32739"/>
                  <a:pt x="771679" y="49108"/>
                </a:cubicBezTo>
                <a:cubicBezTo>
                  <a:pt x="775201" y="55622"/>
                  <a:pt x="788724" y="196721"/>
                  <a:pt x="794248" y="200968"/>
                </a:cubicBezTo>
                <a:lnTo>
                  <a:pt x="801749" y="414071"/>
                </a:lnTo>
                <a:cubicBezTo>
                  <a:pt x="807329" y="440933"/>
                  <a:pt x="835107" y="598697"/>
                  <a:pt x="818548" y="585467"/>
                </a:cubicBezTo>
                <a:cubicBezTo>
                  <a:pt x="856197" y="664140"/>
                  <a:pt x="837895" y="708473"/>
                  <a:pt x="857476" y="800623"/>
                </a:cubicBezTo>
                <a:cubicBezTo>
                  <a:pt x="822401" y="857344"/>
                  <a:pt x="855723" y="824571"/>
                  <a:pt x="851083" y="878903"/>
                </a:cubicBezTo>
                <a:cubicBezTo>
                  <a:pt x="884811" y="859448"/>
                  <a:pt x="834648" y="946397"/>
                  <a:pt x="873564" y="943826"/>
                </a:cubicBezTo>
                <a:cubicBezTo>
                  <a:pt x="871487" y="953795"/>
                  <a:pt x="868248" y="963533"/>
                  <a:pt x="864705" y="973328"/>
                </a:cubicBezTo>
                <a:lnTo>
                  <a:pt x="862869" y="978457"/>
                </a:lnTo>
                <a:lnTo>
                  <a:pt x="862233" y="998041"/>
                </a:lnTo>
                <a:lnTo>
                  <a:pt x="853665" y="1004750"/>
                </a:lnTo>
                <a:lnTo>
                  <a:pt x="847865" y="1070795"/>
                </a:lnTo>
                <a:cubicBezTo>
                  <a:pt x="870234" y="1110486"/>
                  <a:pt x="833172" y="1190441"/>
                  <a:pt x="862786" y="1238994"/>
                </a:cubicBezTo>
                <a:cubicBezTo>
                  <a:pt x="864699" y="1290599"/>
                  <a:pt x="860615" y="1347716"/>
                  <a:pt x="859345" y="1380427"/>
                </a:cubicBezTo>
                <a:cubicBezTo>
                  <a:pt x="845703" y="1396391"/>
                  <a:pt x="873184" y="1435525"/>
                  <a:pt x="855172" y="1435262"/>
                </a:cubicBezTo>
                <a:lnTo>
                  <a:pt x="860494" y="1453861"/>
                </a:lnTo>
                <a:lnTo>
                  <a:pt x="853731" y="1467047"/>
                </a:lnTo>
                <a:cubicBezTo>
                  <a:pt x="846549" y="1480528"/>
                  <a:pt x="841728" y="1491093"/>
                  <a:pt x="845847" y="1502307"/>
                </a:cubicBezTo>
                <a:lnTo>
                  <a:pt x="817613" y="1565166"/>
                </a:lnTo>
                <a:cubicBezTo>
                  <a:pt x="805468" y="1557258"/>
                  <a:pt x="816534" y="1596564"/>
                  <a:pt x="804223" y="1601941"/>
                </a:cubicBezTo>
                <a:cubicBezTo>
                  <a:pt x="794287" y="1604654"/>
                  <a:pt x="795328" y="1617209"/>
                  <a:pt x="791773" y="1627005"/>
                </a:cubicBezTo>
                <a:cubicBezTo>
                  <a:pt x="781684" y="1634393"/>
                  <a:pt x="772978" y="1683187"/>
                  <a:pt x="774645" y="1699922"/>
                </a:cubicBezTo>
                <a:cubicBezTo>
                  <a:pt x="785341" y="1746767"/>
                  <a:pt x="744845" y="1787099"/>
                  <a:pt x="752343" y="1824604"/>
                </a:cubicBezTo>
                <a:cubicBezTo>
                  <a:pt x="751502" y="1834578"/>
                  <a:pt x="749297" y="1842929"/>
                  <a:pt x="746254" y="1850222"/>
                </a:cubicBezTo>
                <a:lnTo>
                  <a:pt x="728600" y="1869603"/>
                </a:lnTo>
                <a:lnTo>
                  <a:pt x="724396" y="1883104"/>
                </a:lnTo>
                <a:lnTo>
                  <a:pt x="722165" y="1885924"/>
                </a:lnTo>
                <a:lnTo>
                  <a:pt x="721338" y="1887123"/>
                </a:lnTo>
                <a:lnTo>
                  <a:pt x="714840" y="1902274"/>
                </a:lnTo>
                <a:lnTo>
                  <a:pt x="722847" y="1929891"/>
                </a:lnTo>
                <a:lnTo>
                  <a:pt x="714660" y="1982709"/>
                </a:lnTo>
                <a:cubicBezTo>
                  <a:pt x="727725" y="2006201"/>
                  <a:pt x="714739" y="1997091"/>
                  <a:pt x="710759" y="2013010"/>
                </a:cubicBezTo>
                <a:cubicBezTo>
                  <a:pt x="707970" y="2027531"/>
                  <a:pt x="700788" y="2054714"/>
                  <a:pt x="697927" y="2069833"/>
                </a:cubicBezTo>
                <a:cubicBezTo>
                  <a:pt x="685211" y="2080229"/>
                  <a:pt x="698762" y="2088241"/>
                  <a:pt x="693594" y="2103731"/>
                </a:cubicBezTo>
                <a:cubicBezTo>
                  <a:pt x="688481" y="2110649"/>
                  <a:pt x="687183" y="2115973"/>
                  <a:pt x="691109" y="2124027"/>
                </a:cubicBezTo>
                <a:cubicBezTo>
                  <a:pt x="666413" y="2155740"/>
                  <a:pt x="688031" y="2144874"/>
                  <a:pt x="676593" y="2176182"/>
                </a:cubicBezTo>
                <a:cubicBezTo>
                  <a:pt x="665190" y="2202944"/>
                  <a:pt x="656416" y="2233857"/>
                  <a:pt x="633227" y="2258036"/>
                </a:cubicBezTo>
                <a:cubicBezTo>
                  <a:pt x="626930" y="2262191"/>
                  <a:pt x="623498" y="2274069"/>
                  <a:pt x="625564" y="2284567"/>
                </a:cubicBezTo>
                <a:cubicBezTo>
                  <a:pt x="625918" y="2286374"/>
                  <a:pt x="626427" y="2288071"/>
                  <a:pt x="627074" y="2289605"/>
                </a:cubicBezTo>
                <a:cubicBezTo>
                  <a:pt x="619029" y="2296628"/>
                  <a:pt x="616453" y="2303188"/>
                  <a:pt x="614574" y="2308717"/>
                </a:cubicBezTo>
                <a:lnTo>
                  <a:pt x="606890" y="2320662"/>
                </a:lnTo>
                <a:lnTo>
                  <a:pt x="605558" y="2327897"/>
                </a:lnTo>
                <a:lnTo>
                  <a:pt x="602202" y="2357749"/>
                </a:lnTo>
                <a:lnTo>
                  <a:pt x="600213" y="2364905"/>
                </a:lnTo>
                <a:lnTo>
                  <a:pt x="597160" y="2388351"/>
                </a:lnTo>
                <a:lnTo>
                  <a:pt x="597982" y="2402296"/>
                </a:lnTo>
                <a:lnTo>
                  <a:pt x="593150" y="2420015"/>
                </a:lnTo>
                <a:cubicBezTo>
                  <a:pt x="593044" y="2420926"/>
                  <a:pt x="592939" y="2421838"/>
                  <a:pt x="592833" y="2422749"/>
                </a:cubicBezTo>
                <a:lnTo>
                  <a:pt x="594479" y="2426002"/>
                </a:lnTo>
                <a:cubicBezTo>
                  <a:pt x="594168" y="2427683"/>
                  <a:pt x="593118" y="2429721"/>
                  <a:pt x="591963" y="2431950"/>
                </a:cubicBezTo>
                <a:cubicBezTo>
                  <a:pt x="591823" y="2432599"/>
                  <a:pt x="591684" y="2433248"/>
                  <a:pt x="591544" y="2433897"/>
                </a:cubicBezTo>
                <a:lnTo>
                  <a:pt x="589519" y="2451398"/>
                </a:lnTo>
                <a:cubicBezTo>
                  <a:pt x="589692" y="2452777"/>
                  <a:pt x="589864" y="2454157"/>
                  <a:pt x="590037" y="2455536"/>
                </a:cubicBezTo>
                <a:lnTo>
                  <a:pt x="588179" y="2462981"/>
                </a:lnTo>
                <a:lnTo>
                  <a:pt x="583434" y="2503991"/>
                </a:lnTo>
                <a:cubicBezTo>
                  <a:pt x="576530" y="2566058"/>
                  <a:pt x="570433" y="2625224"/>
                  <a:pt x="567942" y="2652936"/>
                </a:cubicBezTo>
                <a:cubicBezTo>
                  <a:pt x="570864" y="2658290"/>
                  <a:pt x="572739" y="2664095"/>
                  <a:pt x="573869" y="2670188"/>
                </a:cubicBezTo>
                <a:lnTo>
                  <a:pt x="575243" y="2688114"/>
                </a:lnTo>
                <a:lnTo>
                  <a:pt x="573824" y="2689856"/>
                </a:lnTo>
                <a:cubicBezTo>
                  <a:pt x="569972" y="2698471"/>
                  <a:pt x="569572" y="2704494"/>
                  <a:pt x="570699" y="2709353"/>
                </a:cubicBezTo>
                <a:lnTo>
                  <a:pt x="573192" y="2714527"/>
                </a:lnTo>
                <a:cubicBezTo>
                  <a:pt x="572809" y="2719080"/>
                  <a:pt x="572427" y="2723634"/>
                  <a:pt x="572044" y="2728187"/>
                </a:cubicBezTo>
                <a:cubicBezTo>
                  <a:pt x="572184" y="2737412"/>
                  <a:pt x="572325" y="2746638"/>
                  <a:pt x="572465" y="2755863"/>
                </a:cubicBezTo>
                <a:lnTo>
                  <a:pt x="570028" y="2760324"/>
                </a:lnTo>
                <a:lnTo>
                  <a:pt x="566748" y="2800948"/>
                </a:lnTo>
                <a:lnTo>
                  <a:pt x="565509" y="2801167"/>
                </a:lnTo>
                <a:cubicBezTo>
                  <a:pt x="562655" y="2802587"/>
                  <a:pt x="560408" y="2805381"/>
                  <a:pt x="559367" y="2811129"/>
                </a:cubicBezTo>
                <a:cubicBezTo>
                  <a:pt x="543471" y="2797318"/>
                  <a:pt x="552020" y="2812773"/>
                  <a:pt x="550354" y="2830949"/>
                </a:cubicBezTo>
                <a:cubicBezTo>
                  <a:pt x="525292" y="2813553"/>
                  <a:pt x="531129" y="2868192"/>
                  <a:pt x="514795" y="2872433"/>
                </a:cubicBezTo>
                <a:lnTo>
                  <a:pt x="509875" y="2923099"/>
                </a:lnTo>
                <a:lnTo>
                  <a:pt x="509577" y="2923197"/>
                </a:lnTo>
                <a:cubicBezTo>
                  <a:pt x="508704" y="2924865"/>
                  <a:pt x="508038" y="2927556"/>
                  <a:pt x="507597" y="2931868"/>
                </a:cubicBezTo>
                <a:cubicBezTo>
                  <a:pt x="507524" y="2934019"/>
                  <a:pt x="507452" y="2936171"/>
                  <a:pt x="507379" y="2938322"/>
                </a:cubicBezTo>
                <a:lnTo>
                  <a:pt x="504725" y="2954519"/>
                </a:lnTo>
                <a:lnTo>
                  <a:pt x="502018" y="2959643"/>
                </a:lnTo>
                <a:lnTo>
                  <a:pt x="498360" y="2961019"/>
                </a:lnTo>
                <a:lnTo>
                  <a:pt x="498483" y="2962590"/>
                </a:lnTo>
                <a:cubicBezTo>
                  <a:pt x="502388" y="2975027"/>
                  <a:pt x="510202" y="2980016"/>
                  <a:pt x="484403" y="2990538"/>
                </a:cubicBezTo>
                <a:cubicBezTo>
                  <a:pt x="489425" y="3018352"/>
                  <a:pt x="474337" y="3021029"/>
                  <a:pt x="463075" y="3055956"/>
                </a:cubicBezTo>
                <a:cubicBezTo>
                  <a:pt x="469487" y="3072485"/>
                  <a:pt x="464165" y="3083955"/>
                  <a:pt x="455013" y="3094482"/>
                </a:cubicBezTo>
                <a:cubicBezTo>
                  <a:pt x="453131" y="3130054"/>
                  <a:pt x="437643" y="3160106"/>
                  <a:pt x="428391" y="3198850"/>
                </a:cubicBezTo>
                <a:lnTo>
                  <a:pt x="401440" y="3307560"/>
                </a:lnTo>
                <a:lnTo>
                  <a:pt x="386076" y="3373943"/>
                </a:lnTo>
                <a:cubicBezTo>
                  <a:pt x="386236" y="3376061"/>
                  <a:pt x="380537" y="3378856"/>
                  <a:pt x="374726" y="3381364"/>
                </a:cubicBezTo>
                <a:lnTo>
                  <a:pt x="369145" y="3383729"/>
                </a:lnTo>
                <a:lnTo>
                  <a:pt x="364294" y="3414159"/>
                </a:lnTo>
                <a:lnTo>
                  <a:pt x="366450" y="3436925"/>
                </a:lnTo>
                <a:lnTo>
                  <a:pt x="351743" y="3521619"/>
                </a:lnTo>
                <a:lnTo>
                  <a:pt x="345784" y="3603757"/>
                </a:lnTo>
                <a:cubicBezTo>
                  <a:pt x="345255" y="3619979"/>
                  <a:pt x="344727" y="3636202"/>
                  <a:pt x="344198" y="3652424"/>
                </a:cubicBezTo>
                <a:lnTo>
                  <a:pt x="352450" y="3665222"/>
                </a:lnTo>
                <a:lnTo>
                  <a:pt x="342621" y="3700804"/>
                </a:lnTo>
                <a:lnTo>
                  <a:pt x="341514" y="3734774"/>
                </a:lnTo>
                <a:cubicBezTo>
                  <a:pt x="341212" y="3751567"/>
                  <a:pt x="340909" y="3768360"/>
                  <a:pt x="340607" y="3785153"/>
                </a:cubicBezTo>
                <a:cubicBezTo>
                  <a:pt x="340640" y="3786161"/>
                  <a:pt x="340674" y="3787169"/>
                  <a:pt x="340707" y="3788177"/>
                </a:cubicBezTo>
                <a:cubicBezTo>
                  <a:pt x="340592" y="3791719"/>
                  <a:pt x="340476" y="3795261"/>
                  <a:pt x="340361" y="3798803"/>
                </a:cubicBezTo>
                <a:cubicBezTo>
                  <a:pt x="340121" y="3812119"/>
                  <a:pt x="339882" y="3825434"/>
                  <a:pt x="339642" y="3838750"/>
                </a:cubicBezTo>
                <a:cubicBezTo>
                  <a:pt x="337363" y="3949044"/>
                  <a:pt x="361794" y="3960437"/>
                  <a:pt x="360295" y="4015196"/>
                </a:cubicBezTo>
                <a:lnTo>
                  <a:pt x="339043" y="4052778"/>
                </a:lnTo>
                <a:lnTo>
                  <a:pt x="339343" y="4096257"/>
                </a:lnTo>
                <a:cubicBezTo>
                  <a:pt x="362058" y="4159145"/>
                  <a:pt x="332404" y="4250479"/>
                  <a:pt x="340786" y="4321136"/>
                </a:cubicBezTo>
                <a:cubicBezTo>
                  <a:pt x="341421" y="4376624"/>
                  <a:pt x="344189" y="4407708"/>
                  <a:pt x="343158" y="4429174"/>
                </a:cubicBezTo>
                <a:cubicBezTo>
                  <a:pt x="340948" y="4436304"/>
                  <a:pt x="337887" y="4443121"/>
                  <a:pt x="334599" y="4449938"/>
                </a:cubicBezTo>
                <a:lnTo>
                  <a:pt x="332890" y="4453515"/>
                </a:lnTo>
                <a:lnTo>
                  <a:pt x="331105" y="4467941"/>
                </a:lnTo>
                <a:lnTo>
                  <a:pt x="324289" y="4471861"/>
                </a:lnTo>
                <a:lnTo>
                  <a:pt x="317079" y="4493468"/>
                </a:lnTo>
                <a:cubicBezTo>
                  <a:pt x="315353" y="4501584"/>
                  <a:pt x="314639" y="4510343"/>
                  <a:pt x="315557" y="4520067"/>
                </a:cubicBezTo>
                <a:cubicBezTo>
                  <a:pt x="315451" y="4525669"/>
                  <a:pt x="315346" y="4531270"/>
                  <a:pt x="315240" y="4536872"/>
                </a:cubicBezTo>
                <a:lnTo>
                  <a:pt x="316200" y="4538297"/>
                </a:lnTo>
                <a:cubicBezTo>
                  <a:pt x="316738" y="4541182"/>
                  <a:pt x="316785" y="4544563"/>
                  <a:pt x="317507" y="4547582"/>
                </a:cubicBezTo>
                <a:cubicBezTo>
                  <a:pt x="322716" y="4552468"/>
                  <a:pt x="324912" y="4582137"/>
                  <a:pt x="323078" y="4592102"/>
                </a:cubicBezTo>
                <a:cubicBezTo>
                  <a:pt x="314597" y="4619728"/>
                  <a:pt x="334923" y="4645745"/>
                  <a:pt x="328722" y="4667914"/>
                </a:cubicBezTo>
                <a:cubicBezTo>
                  <a:pt x="330810" y="4685069"/>
                  <a:pt x="333803" y="4690356"/>
                  <a:pt x="335597" y="4695035"/>
                </a:cubicBezTo>
                <a:lnTo>
                  <a:pt x="339485" y="4695979"/>
                </a:lnTo>
                <a:lnTo>
                  <a:pt x="341089" y="4704268"/>
                </a:lnTo>
                <a:lnTo>
                  <a:pt x="342177" y="4706060"/>
                </a:lnTo>
                <a:cubicBezTo>
                  <a:pt x="344268" y="4709474"/>
                  <a:pt x="346234" y="4712931"/>
                  <a:pt x="347751" y="4716754"/>
                </a:cubicBezTo>
                <a:lnTo>
                  <a:pt x="344125" y="4764669"/>
                </a:lnTo>
                <a:lnTo>
                  <a:pt x="340188" y="4779386"/>
                </a:lnTo>
                <a:lnTo>
                  <a:pt x="335146" y="4787491"/>
                </a:lnTo>
                <a:lnTo>
                  <a:pt x="319124" y="4843514"/>
                </a:lnTo>
                <a:lnTo>
                  <a:pt x="305956" y="4881505"/>
                </a:lnTo>
                <a:lnTo>
                  <a:pt x="301062" y="4889332"/>
                </a:lnTo>
                <a:lnTo>
                  <a:pt x="302141" y="4899400"/>
                </a:lnTo>
                <a:cubicBezTo>
                  <a:pt x="302767" y="4900706"/>
                  <a:pt x="303536" y="4901803"/>
                  <a:pt x="304424" y="4902664"/>
                </a:cubicBezTo>
                <a:lnTo>
                  <a:pt x="293123" y="4932769"/>
                </a:lnTo>
                <a:lnTo>
                  <a:pt x="292275" y="4936482"/>
                </a:lnTo>
                <a:lnTo>
                  <a:pt x="288304" y="4962325"/>
                </a:lnTo>
                <a:cubicBezTo>
                  <a:pt x="288009" y="4988948"/>
                  <a:pt x="287715" y="5015570"/>
                  <a:pt x="287420" y="5042193"/>
                </a:cubicBezTo>
                <a:cubicBezTo>
                  <a:pt x="295373" y="5039737"/>
                  <a:pt x="281659" y="5060438"/>
                  <a:pt x="287020" y="5065655"/>
                </a:cubicBezTo>
                <a:cubicBezTo>
                  <a:pt x="291675" y="5068928"/>
                  <a:pt x="288601" y="5075970"/>
                  <a:pt x="288488" y="5082216"/>
                </a:cubicBezTo>
                <a:cubicBezTo>
                  <a:pt x="292282" y="5088207"/>
                  <a:pt x="287008" y="5117775"/>
                  <a:pt x="282763" y="5127114"/>
                </a:cubicBezTo>
                <a:cubicBezTo>
                  <a:pt x="267723" y="5152218"/>
                  <a:pt x="280799" y="5182399"/>
                  <a:pt x="269316" y="5202682"/>
                </a:cubicBezTo>
                <a:cubicBezTo>
                  <a:pt x="267050" y="5219969"/>
                  <a:pt x="268614" y="5225841"/>
                  <a:pt x="269174" y="5230835"/>
                </a:cubicBezTo>
                <a:lnTo>
                  <a:pt x="272679" y="5232660"/>
                </a:lnTo>
                <a:lnTo>
                  <a:pt x="272160" y="5241150"/>
                </a:lnTo>
                <a:lnTo>
                  <a:pt x="272760" y="5243156"/>
                </a:lnTo>
                <a:cubicBezTo>
                  <a:pt x="273922" y="5246984"/>
                  <a:pt x="274952" y="5250824"/>
                  <a:pt x="275462" y="5254919"/>
                </a:cubicBezTo>
                <a:cubicBezTo>
                  <a:pt x="258407" y="5258851"/>
                  <a:pt x="276976" y="5290392"/>
                  <a:pt x="262897" y="5286259"/>
                </a:cubicBezTo>
                <a:cubicBezTo>
                  <a:pt x="262724" y="5309439"/>
                  <a:pt x="239612" y="5337531"/>
                  <a:pt x="252761" y="5357801"/>
                </a:cubicBezTo>
                <a:cubicBezTo>
                  <a:pt x="248775" y="5392256"/>
                  <a:pt x="247799" y="5423412"/>
                  <a:pt x="242360" y="5460080"/>
                </a:cubicBezTo>
                <a:cubicBezTo>
                  <a:pt x="232632" y="5488478"/>
                  <a:pt x="242025" y="5519143"/>
                  <a:pt x="229880" y="5539714"/>
                </a:cubicBezTo>
                <a:cubicBezTo>
                  <a:pt x="230558" y="5572454"/>
                  <a:pt x="222150" y="5613340"/>
                  <a:pt x="204283" y="5639080"/>
                </a:cubicBezTo>
                <a:cubicBezTo>
                  <a:pt x="201596" y="5674226"/>
                  <a:pt x="191051" y="5680198"/>
                  <a:pt x="198948" y="5710958"/>
                </a:cubicBezTo>
                <a:cubicBezTo>
                  <a:pt x="196338" y="5713534"/>
                  <a:pt x="194185" y="5716550"/>
                  <a:pt x="192367" y="5719859"/>
                </a:cubicBezTo>
                <a:lnTo>
                  <a:pt x="188035" y="5729935"/>
                </a:lnTo>
                <a:lnTo>
                  <a:pt x="188428" y="5731182"/>
                </a:lnTo>
                <a:lnTo>
                  <a:pt x="181635" y="5753538"/>
                </a:lnTo>
                <a:lnTo>
                  <a:pt x="169744" y="5796307"/>
                </a:lnTo>
                <a:lnTo>
                  <a:pt x="170351" y="5796644"/>
                </a:lnTo>
                <a:cubicBezTo>
                  <a:pt x="171558" y="5797954"/>
                  <a:pt x="172173" y="5799948"/>
                  <a:pt x="171559" y="5803435"/>
                </a:cubicBezTo>
                <a:cubicBezTo>
                  <a:pt x="182664" y="5798231"/>
                  <a:pt x="175075" y="5805646"/>
                  <a:pt x="172284" y="5816391"/>
                </a:cubicBezTo>
                <a:cubicBezTo>
                  <a:pt x="188911" y="5810703"/>
                  <a:pt x="174844" y="5841128"/>
                  <a:pt x="182542" y="5846382"/>
                </a:cubicBezTo>
                <a:cubicBezTo>
                  <a:pt x="180118" y="5854404"/>
                  <a:pt x="177856" y="5862781"/>
                  <a:pt x="175877" y="5871336"/>
                </a:cubicBezTo>
                <a:lnTo>
                  <a:pt x="174910" y="5876376"/>
                </a:lnTo>
                <a:lnTo>
                  <a:pt x="175047" y="5876483"/>
                </a:lnTo>
                <a:cubicBezTo>
                  <a:pt x="175167" y="5877594"/>
                  <a:pt x="174973" y="5879257"/>
                  <a:pt x="174335" y="5881814"/>
                </a:cubicBezTo>
                <a:lnTo>
                  <a:pt x="171273" y="5895339"/>
                </a:lnTo>
                <a:cubicBezTo>
                  <a:pt x="171401" y="5896476"/>
                  <a:pt x="171530" y="5897612"/>
                  <a:pt x="171658" y="5898749"/>
                </a:cubicBezTo>
                <a:lnTo>
                  <a:pt x="174658" y="5919558"/>
                </a:lnTo>
                <a:cubicBezTo>
                  <a:pt x="173958" y="5933601"/>
                  <a:pt x="171208" y="5962838"/>
                  <a:pt x="169099" y="5984417"/>
                </a:cubicBezTo>
                <a:cubicBezTo>
                  <a:pt x="162916" y="6005205"/>
                  <a:pt x="164971" y="6025162"/>
                  <a:pt x="162007" y="6049043"/>
                </a:cubicBezTo>
                <a:cubicBezTo>
                  <a:pt x="150795" y="6073830"/>
                  <a:pt x="160091" y="6088483"/>
                  <a:pt x="156875" y="6114000"/>
                </a:cubicBezTo>
                <a:cubicBezTo>
                  <a:pt x="141597" y="6134477"/>
                  <a:pt x="163381" y="6133378"/>
                  <a:pt x="165441" y="6146938"/>
                </a:cubicBezTo>
                <a:lnTo>
                  <a:pt x="165177" y="6150658"/>
                </a:lnTo>
                <a:lnTo>
                  <a:pt x="161772" y="6160011"/>
                </a:lnTo>
                <a:lnTo>
                  <a:pt x="160051" y="6163393"/>
                </a:lnTo>
                <a:cubicBezTo>
                  <a:pt x="159032" y="6165775"/>
                  <a:pt x="158564" y="6167421"/>
                  <a:pt x="158473" y="6168628"/>
                </a:cubicBezTo>
                <a:cubicBezTo>
                  <a:pt x="158506" y="6168685"/>
                  <a:pt x="158540" y="6168742"/>
                  <a:pt x="158573" y="6168799"/>
                </a:cubicBezTo>
                <a:lnTo>
                  <a:pt x="146463" y="6196671"/>
                </a:lnTo>
                <a:cubicBezTo>
                  <a:pt x="152348" y="6205503"/>
                  <a:pt x="134460" y="6231012"/>
                  <a:pt x="150209" y="6232365"/>
                </a:cubicBezTo>
                <a:cubicBezTo>
                  <a:pt x="145821" y="6242321"/>
                  <a:pt x="137774" y="6246719"/>
                  <a:pt x="148544" y="6246162"/>
                </a:cubicBezTo>
                <a:cubicBezTo>
                  <a:pt x="147378" y="6249522"/>
                  <a:pt x="147566" y="6251866"/>
                  <a:pt x="148403" y="6253754"/>
                </a:cubicBezTo>
                <a:lnTo>
                  <a:pt x="138880" y="6276449"/>
                </a:lnTo>
                <a:cubicBezTo>
                  <a:pt x="138814" y="6277540"/>
                  <a:pt x="138749" y="6278630"/>
                  <a:pt x="138683" y="6279721"/>
                </a:cubicBezTo>
                <a:lnTo>
                  <a:pt x="130721" y="6293675"/>
                </a:lnTo>
                <a:lnTo>
                  <a:pt x="120717" y="6313967"/>
                </a:lnTo>
                <a:cubicBezTo>
                  <a:pt x="120758" y="6314457"/>
                  <a:pt x="120800" y="6314947"/>
                  <a:pt x="120841" y="6315437"/>
                </a:cubicBezTo>
                <a:lnTo>
                  <a:pt x="115208" y="6324024"/>
                </a:lnTo>
                <a:cubicBezTo>
                  <a:pt x="113007" y="6326672"/>
                  <a:pt x="103991" y="6364381"/>
                  <a:pt x="101217" y="6365923"/>
                </a:cubicBezTo>
                <a:lnTo>
                  <a:pt x="74946" y="6556817"/>
                </a:lnTo>
                <a:cubicBezTo>
                  <a:pt x="55357" y="6665926"/>
                  <a:pt x="35695" y="6744075"/>
                  <a:pt x="16001" y="6808678"/>
                </a:cubicBezTo>
                <a:lnTo>
                  <a:pt x="0" y="6858000"/>
                </a:lnTo>
                <a:lnTo>
                  <a:pt x="5734864" y="6858000"/>
                </a:lnTo>
                <a:lnTo>
                  <a:pt x="5734864"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4F650A1-96D2-D853-5850-965C0C7FC926}"/>
              </a:ext>
            </a:extLst>
          </p:cNvPr>
          <p:cNvSpPr>
            <a:spLocks noGrp="1"/>
          </p:cNvSpPr>
          <p:nvPr>
            <p:ph type="title"/>
          </p:nvPr>
        </p:nvSpPr>
        <p:spPr>
          <a:xfrm>
            <a:off x="773408" y="992094"/>
            <a:ext cx="3616913" cy="2795160"/>
          </a:xfrm>
        </p:spPr>
        <p:txBody>
          <a:bodyPr vert="horz" lIns="91440" tIns="45720" rIns="91440" bIns="45720" rtlCol="0" anchor="b">
            <a:normAutofit/>
          </a:bodyPr>
          <a:lstStyle/>
          <a:p>
            <a:pPr algn="ctr"/>
            <a:r>
              <a:rPr lang="en-US" sz="4400" kern="1200">
                <a:solidFill>
                  <a:schemeClr val="tx1"/>
                </a:solidFill>
                <a:latin typeface="+mj-lt"/>
                <a:ea typeface="+mj-ea"/>
                <a:cs typeface="+mj-cs"/>
              </a:rPr>
              <a:t>Visuals</a:t>
            </a:r>
          </a:p>
        </p:txBody>
      </p:sp>
      <p:sp>
        <p:nvSpPr>
          <p:cNvPr id="3" name="Text Placeholder 2">
            <a:extLst>
              <a:ext uri="{FF2B5EF4-FFF2-40B4-BE49-F238E27FC236}">
                <a16:creationId xmlns:a16="http://schemas.microsoft.com/office/drawing/2014/main" id="{C292CBA1-1FBF-764C-1AED-C004496A08B6}"/>
              </a:ext>
            </a:extLst>
          </p:cNvPr>
          <p:cNvSpPr>
            <a:spLocks noGrp="1"/>
          </p:cNvSpPr>
          <p:nvPr>
            <p:ph type="body" idx="1"/>
          </p:nvPr>
        </p:nvSpPr>
        <p:spPr>
          <a:xfrm>
            <a:off x="996287" y="4121253"/>
            <a:ext cx="3125337" cy="1136843"/>
          </a:xfrm>
        </p:spPr>
        <p:txBody>
          <a:bodyPr vert="horz" lIns="91440" tIns="45720" rIns="91440" bIns="45720" rtlCol="0">
            <a:normAutofit/>
          </a:bodyPr>
          <a:lstStyle/>
          <a:p>
            <a:pPr algn="ctr"/>
            <a:endParaRPr lang="en-US" sz="1800" kern="1200">
              <a:solidFill>
                <a:schemeClr val="tx1"/>
              </a:solidFill>
              <a:latin typeface="+mn-lt"/>
              <a:ea typeface="+mn-ea"/>
              <a:cs typeface="+mn-cs"/>
            </a:endParaRPr>
          </a:p>
        </p:txBody>
      </p:sp>
      <p:pic>
        <p:nvPicPr>
          <p:cNvPr id="2050" name="Picture 2" descr="18 Average Screen Time Statistics [2023]: How Much Screen Time Is Too Much?  - Zippia">
            <a:extLst>
              <a:ext uri="{FF2B5EF4-FFF2-40B4-BE49-F238E27FC236}">
                <a16:creationId xmlns:a16="http://schemas.microsoft.com/office/drawing/2014/main" id="{5A56AB69-1E0B-66C8-9D6A-2B41F83C3D0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895751" y="786113"/>
            <a:ext cx="5708649" cy="525579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7A40D36-B5B9-D182-9BB9-79B0329D0B4B}"/>
              </a:ext>
            </a:extLst>
          </p:cNvPr>
          <p:cNvSpPr txBox="1"/>
          <p:nvPr/>
        </p:nvSpPr>
        <p:spPr>
          <a:xfrm>
            <a:off x="6728346" y="6550925"/>
            <a:ext cx="4463081" cy="246221"/>
          </a:xfrm>
          <a:prstGeom prst="rect">
            <a:avLst/>
          </a:prstGeom>
          <a:noFill/>
        </p:spPr>
        <p:txBody>
          <a:bodyPr wrap="none" rtlCol="0">
            <a:spAutoFit/>
          </a:bodyPr>
          <a:lstStyle/>
          <a:p>
            <a:r>
              <a:rPr lang="en-GB" sz="1000" i="1" dirty="0"/>
              <a:t>Image credit: https://</a:t>
            </a:r>
            <a:r>
              <a:rPr lang="en-GB" sz="1000" i="1" dirty="0" err="1"/>
              <a:t>www.zippia.com</a:t>
            </a:r>
            <a:r>
              <a:rPr lang="en-GB" sz="1000" i="1" dirty="0"/>
              <a:t>/advice/average-screen-time-statistics/</a:t>
            </a:r>
          </a:p>
        </p:txBody>
      </p:sp>
    </p:spTree>
    <p:extLst>
      <p:ext uri="{BB962C8B-B14F-4D97-AF65-F5344CB8AC3E}">
        <p14:creationId xmlns:p14="http://schemas.microsoft.com/office/powerpoint/2010/main" val="35778453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B3491-ED85-3A8A-1541-15E81F9C332A}"/>
              </a:ext>
            </a:extLst>
          </p:cNvPr>
          <p:cNvSpPr>
            <a:spLocks noGrp="1"/>
          </p:cNvSpPr>
          <p:nvPr>
            <p:ph type="title"/>
          </p:nvPr>
        </p:nvSpPr>
        <p:spPr/>
        <p:txBody>
          <a:bodyPr/>
          <a:lstStyle/>
          <a:p>
            <a:r>
              <a:rPr lang="en-GB" dirty="0"/>
              <a:t>Audio?</a:t>
            </a:r>
          </a:p>
        </p:txBody>
      </p:sp>
      <p:sp>
        <p:nvSpPr>
          <p:cNvPr id="3" name="Text Placeholder 2">
            <a:extLst>
              <a:ext uri="{FF2B5EF4-FFF2-40B4-BE49-F238E27FC236}">
                <a16:creationId xmlns:a16="http://schemas.microsoft.com/office/drawing/2014/main" id="{1C727C66-A228-E42E-180F-3A925DAAADC6}"/>
              </a:ext>
            </a:extLst>
          </p:cNvPr>
          <p:cNvSpPr>
            <a:spLocks noGrp="1"/>
          </p:cNvSpPr>
          <p:nvPr>
            <p:ph type="body" idx="1"/>
          </p:nvPr>
        </p:nvSpPr>
        <p:spPr/>
        <p:txBody>
          <a:bodyPr/>
          <a:lstStyle/>
          <a:p>
            <a:r>
              <a:rPr lang="en-GB" dirty="0"/>
              <a:t>Was there any data?</a:t>
            </a:r>
          </a:p>
        </p:txBody>
      </p:sp>
      <p:pic>
        <p:nvPicPr>
          <p:cNvPr id="4" name="data_as_beats_1_to_5.wav">
            <a:hlinkClick r:id="" action="ppaction://media"/>
            <a:extLst>
              <a:ext uri="{FF2B5EF4-FFF2-40B4-BE49-F238E27FC236}">
                <a16:creationId xmlns:a16="http://schemas.microsoft.com/office/drawing/2014/main" id="{5CB827A0-F6AD-BCFB-547F-AF5CF361AA9B}"/>
              </a:ext>
            </a:extLst>
          </p:cNvPr>
          <p:cNvPicPr>
            <a:picLocks noChangeAspect="1"/>
          </p:cNvPicPr>
          <p:nvPr>
            <a:audioFile r:link="rId2"/>
            <p:extLst>
              <p:ext uri="{DAA4B4D4-6D71-4841-9C94-3DE7FCFB9230}">
                <p14:media xmlns:p14="http://schemas.microsoft.com/office/powerpoint/2010/main" r:embed="rId1"/>
              </p:ext>
            </p:extLst>
          </p:nvPr>
        </p:nvPicPr>
        <p:blipFill>
          <a:blip r:embed="rId4">
            <a:duotone>
              <a:prstClr val="black"/>
              <a:schemeClr val="accent4">
                <a:tint val="45000"/>
                <a:satMod val="400000"/>
              </a:schemeClr>
            </a:duotone>
            <a:extLst>
              <a:ext uri="{BEBA8EAE-BF5A-486C-A8C5-ECC9F3942E4B}">
                <a14:imgProps xmlns:a14="http://schemas.microsoft.com/office/drawing/2010/main">
                  <a14:imgLayer r:embed="rId5">
                    <a14:imgEffect>
                      <a14:artisticPaintStrokes/>
                    </a14:imgEffect>
                  </a14:imgLayer>
                </a14:imgProps>
              </a:ext>
            </a:extLst>
          </a:blip>
          <a:stretch>
            <a:fillRect/>
          </a:stretch>
        </p:blipFill>
        <p:spPr>
          <a:xfrm>
            <a:off x="5689600" y="3022600"/>
            <a:ext cx="812800" cy="812800"/>
          </a:xfrm>
          <a:prstGeom prst="rect">
            <a:avLst/>
          </a:prstGeom>
          <a:ln w="228600" cap="sq" cmpd="thickThin">
            <a:solidFill>
              <a:schemeClr val="tx2">
                <a:lumMod val="75000"/>
                <a:lumOff val="25000"/>
              </a:schemeClr>
            </a:solidFill>
            <a:prstDash val="solid"/>
            <a:miter lim="800000"/>
          </a:ln>
          <a:effectLst>
            <a:innerShdw blurRad="76200">
              <a:srgbClr val="000000"/>
            </a:innerShdw>
          </a:effectLst>
        </p:spPr>
      </p:pic>
    </p:spTree>
    <p:extLst>
      <p:ext uri="{BB962C8B-B14F-4D97-AF65-F5344CB8AC3E}">
        <p14:creationId xmlns:p14="http://schemas.microsoft.com/office/powerpoint/2010/main" val="2678120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75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35841-E8B5-3007-73C2-09F5BC386502}"/>
              </a:ext>
            </a:extLst>
          </p:cNvPr>
          <p:cNvSpPr>
            <a:spLocks noGrp="1"/>
          </p:cNvSpPr>
          <p:nvPr>
            <p:ph type="title"/>
          </p:nvPr>
        </p:nvSpPr>
        <p:spPr/>
        <p:txBody>
          <a:bodyPr/>
          <a:lstStyle/>
          <a:p>
            <a:r>
              <a:rPr lang="en-GB" dirty="0"/>
              <a:t>What are we trying to do?</a:t>
            </a:r>
          </a:p>
        </p:txBody>
      </p:sp>
      <p:sp>
        <p:nvSpPr>
          <p:cNvPr id="3" name="Content Placeholder 2">
            <a:extLst>
              <a:ext uri="{FF2B5EF4-FFF2-40B4-BE49-F238E27FC236}">
                <a16:creationId xmlns:a16="http://schemas.microsoft.com/office/drawing/2014/main" id="{0DE14861-9E92-8426-691F-FE346A94C296}"/>
              </a:ext>
            </a:extLst>
          </p:cNvPr>
          <p:cNvSpPr>
            <a:spLocks noGrp="1"/>
          </p:cNvSpPr>
          <p:nvPr>
            <p:ph idx="1"/>
          </p:nvPr>
        </p:nvSpPr>
        <p:spPr/>
        <p:txBody>
          <a:bodyPr/>
          <a:lstStyle/>
          <a:p>
            <a:r>
              <a:rPr lang="en-GB" dirty="0"/>
              <a:t>We are going to write a code that takes </a:t>
            </a:r>
            <a:r>
              <a:rPr lang="en-GB" b="1" dirty="0"/>
              <a:t>a list of numbers </a:t>
            </a:r>
            <a:r>
              <a:rPr lang="en-GB" dirty="0"/>
              <a:t>and </a:t>
            </a:r>
            <a:r>
              <a:rPr lang="en-GB" b="1" dirty="0"/>
              <a:t>turns each number into a sound pitch</a:t>
            </a:r>
            <a:r>
              <a:rPr lang="en-GB" dirty="0"/>
              <a:t>.</a:t>
            </a:r>
          </a:p>
          <a:p>
            <a:r>
              <a:rPr lang="en-GB" dirty="0"/>
              <a:t>Example:</a:t>
            </a:r>
          </a:p>
          <a:p>
            <a:pPr lvl="1"/>
            <a:r>
              <a:rPr lang="en-GB" dirty="0"/>
              <a:t>how many people boarded in each bus stop or </a:t>
            </a:r>
          </a:p>
          <a:p>
            <a:pPr lvl="1"/>
            <a:r>
              <a:rPr lang="en-GB" dirty="0"/>
              <a:t>how many empty seats at each bus stop</a:t>
            </a:r>
          </a:p>
          <a:p>
            <a:r>
              <a:rPr lang="en-GB" dirty="0"/>
              <a:t>Each number is played for a specific duration of time (</a:t>
            </a:r>
            <a:r>
              <a:rPr lang="en-GB" dirty="0" err="1"/>
              <a:t>eg</a:t>
            </a:r>
            <a:r>
              <a:rPr lang="en-GB" dirty="0"/>
              <a:t>: </a:t>
            </a:r>
            <a:r>
              <a:rPr lang="en-GB" i="1" dirty="0"/>
              <a:t>half a second</a:t>
            </a:r>
            <a:r>
              <a:rPr lang="en-GB" dirty="0"/>
              <a:t>, one after another, so we can </a:t>
            </a:r>
            <a:r>
              <a:rPr lang="en-GB" i="1" dirty="0"/>
              <a:t>hear</a:t>
            </a:r>
            <a:r>
              <a:rPr lang="en-GB" dirty="0"/>
              <a:t> the data.</a:t>
            </a:r>
          </a:p>
          <a:p>
            <a:pPr lvl="2"/>
            <a:r>
              <a:rPr lang="en-GB" dirty="0"/>
              <a:t>Small numbers → low sounds</a:t>
            </a:r>
          </a:p>
          <a:p>
            <a:pPr lvl="2"/>
            <a:r>
              <a:rPr lang="en-GB" dirty="0"/>
              <a:t>Big numbers → high sounds</a:t>
            </a:r>
          </a:p>
          <a:p>
            <a:pPr marL="0" indent="0">
              <a:buNone/>
            </a:pPr>
            <a:endParaRPr lang="en-GB" dirty="0"/>
          </a:p>
        </p:txBody>
      </p:sp>
    </p:spTree>
    <p:extLst>
      <p:ext uri="{BB962C8B-B14F-4D97-AF65-F5344CB8AC3E}">
        <p14:creationId xmlns:p14="http://schemas.microsoft.com/office/powerpoint/2010/main" val="42371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9FBBB-2BB2-C10D-A238-50415F89AEE1}"/>
              </a:ext>
            </a:extLst>
          </p:cNvPr>
          <p:cNvSpPr>
            <a:spLocks noGrp="1"/>
          </p:cNvSpPr>
          <p:nvPr>
            <p:ph type="title"/>
          </p:nvPr>
        </p:nvSpPr>
        <p:spPr/>
        <p:txBody>
          <a:bodyPr/>
          <a:lstStyle/>
          <a:p>
            <a:r>
              <a:rPr lang="en-GB" dirty="0"/>
              <a:t>Who can be benefitted from this data sonification?</a:t>
            </a:r>
          </a:p>
        </p:txBody>
      </p:sp>
      <p:sp>
        <p:nvSpPr>
          <p:cNvPr id="6" name="Text Placeholder 5">
            <a:extLst>
              <a:ext uri="{FF2B5EF4-FFF2-40B4-BE49-F238E27FC236}">
                <a16:creationId xmlns:a16="http://schemas.microsoft.com/office/drawing/2014/main" id="{9B09690A-A12F-A9C4-82C4-68C31DEF6779}"/>
              </a:ext>
            </a:extLst>
          </p:cNvPr>
          <p:cNvSpPr>
            <a:spLocks noGrp="1"/>
          </p:cNvSpPr>
          <p:nvPr>
            <p:ph type="body" idx="1"/>
          </p:nvPr>
        </p:nvSpPr>
        <p:spPr/>
        <p:txBody>
          <a:bodyPr/>
          <a:lstStyle/>
          <a:p>
            <a:r>
              <a:rPr lang="en-GB" dirty="0"/>
              <a:t>- </a:t>
            </a:r>
            <a:r>
              <a:rPr lang="en-GB" b="1" i="1" dirty="0"/>
              <a:t>Any thoughts?</a:t>
            </a:r>
          </a:p>
        </p:txBody>
      </p:sp>
    </p:spTree>
    <p:extLst>
      <p:ext uri="{BB962C8B-B14F-4D97-AF65-F5344CB8AC3E}">
        <p14:creationId xmlns:p14="http://schemas.microsoft.com/office/powerpoint/2010/main" val="4189498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8EF58-3E7D-C3FD-BAD1-F928B4D013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9C4E35-7139-530E-FA23-55C248877BCC}"/>
              </a:ext>
            </a:extLst>
          </p:cNvPr>
          <p:cNvSpPr>
            <a:spLocks noGrp="1"/>
          </p:cNvSpPr>
          <p:nvPr>
            <p:ph type="title"/>
          </p:nvPr>
        </p:nvSpPr>
        <p:spPr/>
        <p:txBody>
          <a:bodyPr/>
          <a:lstStyle/>
          <a:p>
            <a:r>
              <a:rPr lang="en-GB" dirty="0"/>
              <a:t>Who can be benefitted from this data sonification?</a:t>
            </a:r>
          </a:p>
        </p:txBody>
      </p:sp>
      <p:sp>
        <p:nvSpPr>
          <p:cNvPr id="3" name="Content Placeholder 2">
            <a:extLst>
              <a:ext uri="{FF2B5EF4-FFF2-40B4-BE49-F238E27FC236}">
                <a16:creationId xmlns:a16="http://schemas.microsoft.com/office/drawing/2014/main" id="{279604E8-25ED-F029-1FB5-6EB82DDADA97}"/>
              </a:ext>
            </a:extLst>
          </p:cNvPr>
          <p:cNvSpPr>
            <a:spLocks noGrp="1"/>
          </p:cNvSpPr>
          <p:nvPr>
            <p:ph idx="1"/>
          </p:nvPr>
        </p:nvSpPr>
        <p:spPr/>
        <p:txBody>
          <a:bodyPr/>
          <a:lstStyle/>
          <a:p>
            <a:r>
              <a:rPr lang="en-GB" dirty="0"/>
              <a:t>Helping visually impaired users</a:t>
            </a:r>
          </a:p>
          <a:p>
            <a:r>
              <a:rPr lang="en-GB" dirty="0"/>
              <a:t>Making art with data  </a:t>
            </a:r>
          </a:p>
          <a:p>
            <a:pPr lvl="1"/>
            <a:r>
              <a:rPr lang="en-GB" dirty="0"/>
              <a:t>Data ---&gt; Music</a:t>
            </a:r>
          </a:p>
          <a:p>
            <a:endParaRPr lang="en-GB" dirty="0"/>
          </a:p>
        </p:txBody>
      </p:sp>
    </p:spTree>
    <p:extLst>
      <p:ext uri="{BB962C8B-B14F-4D97-AF65-F5344CB8AC3E}">
        <p14:creationId xmlns:p14="http://schemas.microsoft.com/office/powerpoint/2010/main" val="30168491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Freeform: Shape 1032">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018E21F-1D6B-9512-27A3-CDF429F44391}"/>
              </a:ext>
            </a:extLst>
          </p:cNvPr>
          <p:cNvSpPr>
            <a:spLocks noGrp="1"/>
          </p:cNvSpPr>
          <p:nvPr>
            <p:ph type="title"/>
          </p:nvPr>
        </p:nvSpPr>
        <p:spPr>
          <a:xfrm>
            <a:off x="1137034" y="609597"/>
            <a:ext cx="9392421" cy="1330841"/>
          </a:xfrm>
        </p:spPr>
        <p:txBody>
          <a:bodyPr>
            <a:normAutofit/>
          </a:bodyPr>
          <a:lstStyle/>
          <a:p>
            <a:r>
              <a:rPr lang="en-GB"/>
              <a:t>Libraries- Tools in ToolBoxes</a:t>
            </a:r>
            <a:endParaRPr lang="en-GB" dirty="0"/>
          </a:p>
        </p:txBody>
      </p:sp>
      <p:pic>
        <p:nvPicPr>
          <p:cNvPr id="1026" name="Picture 2" descr="82,121 Tool Box Stock Photos - Free &amp; Royalty-Free Stock ...">
            <a:extLst>
              <a:ext uri="{FF2B5EF4-FFF2-40B4-BE49-F238E27FC236}">
                <a16:creationId xmlns:a16="http://schemas.microsoft.com/office/drawing/2014/main" id="{87455F02-28A4-64BE-D534-49D46EC28DE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719367" y="2592542"/>
            <a:ext cx="4788505" cy="2940658"/>
          </a:xfrm>
          <a:prstGeom prst="rect">
            <a:avLst/>
          </a:prstGeom>
          <a:noFill/>
          <a:extLst>
            <a:ext uri="{909E8E84-426E-40DD-AFC4-6F175D3DCCD1}">
              <a14:hiddenFill xmlns:a14="http://schemas.microsoft.com/office/drawing/2010/main">
                <a:solidFill>
                  <a:srgbClr val="FFFFFF"/>
                </a:solidFill>
              </a14:hiddenFill>
            </a:ext>
          </a:extLst>
        </p:spPr>
      </p:pic>
      <p:sp>
        <p:nvSpPr>
          <p:cNvPr id="1035" name="Freeform: Shape 1034">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5" name="Content Placeholder 2">
            <a:extLst>
              <a:ext uri="{FF2B5EF4-FFF2-40B4-BE49-F238E27FC236}">
                <a16:creationId xmlns:a16="http://schemas.microsoft.com/office/drawing/2014/main" id="{50C099A5-6164-23A0-62FD-FF44DC937B68}"/>
              </a:ext>
            </a:extLst>
          </p:cNvPr>
          <p:cNvGraphicFramePr>
            <a:graphicFrameLocks noGrp="1"/>
          </p:cNvGraphicFramePr>
          <p:nvPr>
            <p:ph idx="1"/>
            <p:extLst>
              <p:ext uri="{D42A27DB-BD31-4B8C-83A1-F6EECF244321}">
                <p14:modId xmlns:p14="http://schemas.microsoft.com/office/powerpoint/2010/main" val="3129211784"/>
              </p:ext>
            </p:extLst>
          </p:nvPr>
        </p:nvGraphicFramePr>
        <p:xfrm>
          <a:off x="1137034" y="2198362"/>
          <a:ext cx="4958966" cy="39177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53299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F821940F-7A1D-4ACC-85B4-A932898A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16674508-81D3-48CF-96BF-7FC60EAA5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741994" cy="6858000"/>
          </a:xfrm>
          <a:custGeom>
            <a:avLst/>
            <a:gdLst>
              <a:gd name="connsiteX0" fmla="*/ 0 w 6568309"/>
              <a:gd name="connsiteY0" fmla="*/ 0 h 6858000"/>
              <a:gd name="connsiteX1" fmla="*/ 362841 w 6568309"/>
              <a:gd name="connsiteY1" fmla="*/ 0 h 6858000"/>
              <a:gd name="connsiteX2" fmla="*/ 523269 w 6568309"/>
              <a:gd name="connsiteY2" fmla="*/ 0 h 6858000"/>
              <a:gd name="connsiteX3" fmla="*/ 1343025 w 6568309"/>
              <a:gd name="connsiteY3" fmla="*/ 0 h 6858000"/>
              <a:gd name="connsiteX4" fmla="*/ 1705866 w 6568309"/>
              <a:gd name="connsiteY4" fmla="*/ 0 h 6858000"/>
              <a:gd name="connsiteX5" fmla="*/ 1866294 w 6568309"/>
              <a:gd name="connsiteY5" fmla="*/ 0 h 6858000"/>
              <a:gd name="connsiteX6" fmla="*/ 5225154 w 6568309"/>
              <a:gd name="connsiteY6" fmla="*/ 0 h 6858000"/>
              <a:gd name="connsiteX7" fmla="*/ 6568179 w 6568309"/>
              <a:gd name="connsiteY7" fmla="*/ 0 h 6858000"/>
              <a:gd name="connsiteX8" fmla="*/ 6568309 w 6568309"/>
              <a:gd name="connsiteY8" fmla="*/ 1 h 6858000"/>
              <a:gd name="connsiteX9" fmla="*/ 6562951 w 6568309"/>
              <a:gd name="connsiteY9" fmla="*/ 30700 h 6858000"/>
              <a:gd name="connsiteX10" fmla="*/ 6547446 w 6568309"/>
              <a:gd name="connsiteY10" fmla="*/ 310025 h 6858000"/>
              <a:gd name="connsiteX11" fmla="*/ 6558316 w 6568309"/>
              <a:gd name="connsiteY11" fmla="*/ 443960 h 6858000"/>
              <a:gd name="connsiteX12" fmla="*/ 6528896 w 6568309"/>
              <a:gd name="connsiteY12" fmla="*/ 642659 h 6858000"/>
              <a:gd name="connsiteX13" fmla="*/ 6523095 w 6568309"/>
              <a:gd name="connsiteY13" fmla="*/ 673307 h 6858000"/>
              <a:gd name="connsiteX14" fmla="*/ 6496169 w 6568309"/>
              <a:gd name="connsiteY14" fmla="*/ 839641 h 6858000"/>
              <a:gd name="connsiteX15" fmla="*/ 6450789 w 6568309"/>
              <a:gd name="connsiteY15" fmla="*/ 958357 h 6858000"/>
              <a:gd name="connsiteX16" fmla="*/ 6453996 w 6568309"/>
              <a:gd name="connsiteY16" fmla="*/ 963398 h 6858000"/>
              <a:gd name="connsiteX17" fmla="*/ 6419467 w 6568309"/>
              <a:gd name="connsiteY17" fmla="*/ 1117169 h 6858000"/>
              <a:gd name="connsiteX18" fmla="*/ 6417348 w 6568309"/>
              <a:gd name="connsiteY18" fmla="*/ 1144352 h 6858000"/>
              <a:gd name="connsiteX19" fmla="*/ 6418473 w 6568309"/>
              <a:gd name="connsiteY19" fmla="*/ 1164484 h 6858000"/>
              <a:gd name="connsiteX20" fmla="*/ 6406979 w 6568309"/>
              <a:gd name="connsiteY20" fmla="*/ 1213829 h 6858000"/>
              <a:gd name="connsiteX21" fmla="*/ 6381928 w 6568309"/>
              <a:gd name="connsiteY21" fmla="*/ 1294823 h 6858000"/>
              <a:gd name="connsiteX22" fmla="*/ 6377948 w 6568309"/>
              <a:gd name="connsiteY22" fmla="*/ 1312193 h 6858000"/>
              <a:gd name="connsiteX23" fmla="*/ 6379894 w 6568309"/>
              <a:gd name="connsiteY23" fmla="*/ 1327626 h 6858000"/>
              <a:gd name="connsiteX24" fmla="*/ 6385024 w 6568309"/>
              <a:gd name="connsiteY24" fmla="*/ 1331644 h 6858000"/>
              <a:gd name="connsiteX25" fmla="*/ 6383696 w 6568309"/>
              <a:gd name="connsiteY25" fmla="*/ 1341276 h 6858000"/>
              <a:gd name="connsiteX26" fmla="*/ 6384464 w 6568309"/>
              <a:gd name="connsiteY26" fmla="*/ 1343945 h 6858000"/>
              <a:gd name="connsiteX27" fmla="*/ 6387748 w 6568309"/>
              <a:gd name="connsiteY27" fmla="*/ 1359134 h 6858000"/>
              <a:gd name="connsiteX28" fmla="*/ 6364157 w 6568309"/>
              <a:gd name="connsiteY28" fmla="*/ 1427803 h 6858000"/>
              <a:gd name="connsiteX29" fmla="*/ 6335874 w 6568309"/>
              <a:gd name="connsiteY29" fmla="*/ 1540278 h 6858000"/>
              <a:gd name="connsiteX30" fmla="*/ 6331892 w 6568309"/>
              <a:gd name="connsiteY30" fmla="*/ 1547262 h 6858000"/>
              <a:gd name="connsiteX31" fmla="*/ 6332744 w 6568309"/>
              <a:gd name="connsiteY31" fmla="*/ 1577056 h 6858000"/>
              <a:gd name="connsiteX32" fmla="*/ 6333604 w 6568309"/>
              <a:gd name="connsiteY32" fmla="*/ 1595898 h 6858000"/>
              <a:gd name="connsiteX33" fmla="*/ 6324749 w 6568309"/>
              <a:gd name="connsiteY33" fmla="*/ 1703726 h 6858000"/>
              <a:gd name="connsiteX34" fmla="*/ 6329594 w 6568309"/>
              <a:gd name="connsiteY34" fmla="*/ 1809535 h 6858000"/>
              <a:gd name="connsiteX35" fmla="*/ 6329062 w 6568309"/>
              <a:gd name="connsiteY35" fmla="*/ 2018310 h 6858000"/>
              <a:gd name="connsiteX36" fmla="*/ 6321735 w 6568309"/>
              <a:gd name="connsiteY36" fmla="*/ 2071355 h 6858000"/>
              <a:gd name="connsiteX37" fmla="*/ 6322678 w 6568309"/>
              <a:gd name="connsiteY37" fmla="*/ 2141166 h 6858000"/>
              <a:gd name="connsiteX38" fmla="*/ 6321340 w 6568309"/>
              <a:gd name="connsiteY38" fmla="*/ 2154548 h 6858000"/>
              <a:gd name="connsiteX39" fmla="*/ 6316582 w 6568309"/>
              <a:gd name="connsiteY39" fmla="*/ 2158153 h 6858000"/>
              <a:gd name="connsiteX40" fmla="*/ 6311428 w 6568309"/>
              <a:gd name="connsiteY40" fmla="*/ 2178174 h 6858000"/>
              <a:gd name="connsiteX41" fmla="*/ 6310192 w 6568309"/>
              <a:gd name="connsiteY41" fmla="*/ 2202858 h 6858000"/>
              <a:gd name="connsiteX42" fmla="*/ 6309211 w 6568309"/>
              <a:gd name="connsiteY42" fmla="*/ 2320214 h 6858000"/>
              <a:gd name="connsiteX43" fmla="*/ 6300151 w 6568309"/>
              <a:gd name="connsiteY43" fmla="*/ 2417011 h 6858000"/>
              <a:gd name="connsiteX44" fmla="*/ 6295176 w 6568309"/>
              <a:gd name="connsiteY44" fmla="*/ 2454207 h 6858000"/>
              <a:gd name="connsiteX45" fmla="*/ 6293727 w 6568309"/>
              <a:gd name="connsiteY45" fmla="*/ 2487203 h 6858000"/>
              <a:gd name="connsiteX46" fmla="*/ 6285477 w 6568309"/>
              <a:gd name="connsiteY46" fmla="*/ 2512282 h 6858000"/>
              <a:gd name="connsiteX47" fmla="*/ 6286205 w 6568309"/>
              <a:gd name="connsiteY47" fmla="*/ 2514318 h 6858000"/>
              <a:gd name="connsiteX48" fmla="*/ 6304629 w 6568309"/>
              <a:gd name="connsiteY48" fmla="*/ 2574334 h 6858000"/>
              <a:gd name="connsiteX49" fmla="*/ 6303842 w 6568309"/>
              <a:gd name="connsiteY49" fmla="*/ 2579877 h 6858000"/>
              <a:gd name="connsiteX50" fmla="*/ 6303953 w 6568309"/>
              <a:gd name="connsiteY50" fmla="*/ 2608928 h 6858000"/>
              <a:gd name="connsiteX51" fmla="*/ 6303530 w 6568309"/>
              <a:gd name="connsiteY51" fmla="*/ 2613111 h 6858000"/>
              <a:gd name="connsiteX52" fmla="*/ 6297474 w 6568309"/>
              <a:gd name="connsiteY52" fmla="*/ 2621996 h 6858000"/>
              <a:gd name="connsiteX53" fmla="*/ 6299263 w 6568309"/>
              <a:gd name="connsiteY53" fmla="*/ 2634265 h 6858000"/>
              <a:gd name="connsiteX54" fmla="*/ 6293065 w 6568309"/>
              <a:gd name="connsiteY54" fmla="*/ 2647237 h 6858000"/>
              <a:gd name="connsiteX55" fmla="*/ 6297496 w 6568309"/>
              <a:gd name="connsiteY55" fmla="*/ 2650786 h 6858000"/>
              <a:gd name="connsiteX56" fmla="*/ 6301708 w 6568309"/>
              <a:gd name="connsiteY56" fmla="*/ 2661993 h 6858000"/>
              <a:gd name="connsiteX57" fmla="*/ 6295884 w 6568309"/>
              <a:gd name="connsiteY57" fmla="*/ 2670949 h 6858000"/>
              <a:gd name="connsiteX58" fmla="*/ 6291714 w 6568309"/>
              <a:gd name="connsiteY58" fmla="*/ 2690255 h 6858000"/>
              <a:gd name="connsiteX59" fmla="*/ 6292327 w 6568309"/>
              <a:gd name="connsiteY59" fmla="*/ 2695683 h 6858000"/>
              <a:gd name="connsiteX60" fmla="*/ 6284410 w 6568309"/>
              <a:gd name="connsiteY60" fmla="*/ 2713964 h 6858000"/>
              <a:gd name="connsiteX61" fmla="*/ 6280410 w 6568309"/>
              <a:gd name="connsiteY61" fmla="*/ 2730175 h 6858000"/>
              <a:gd name="connsiteX62" fmla="*/ 6288082 w 6568309"/>
              <a:gd name="connsiteY62" fmla="*/ 2763497 h 6858000"/>
              <a:gd name="connsiteX63" fmla="*/ 6260924 w 6568309"/>
              <a:gd name="connsiteY63" fmla="*/ 3051539 h 6858000"/>
              <a:gd name="connsiteX64" fmla="*/ 6210151 w 6568309"/>
              <a:gd name="connsiteY64" fmla="*/ 3335396 h 6858000"/>
              <a:gd name="connsiteX65" fmla="*/ 6212034 w 6568309"/>
              <a:gd name="connsiteY65" fmla="*/ 3456509 h 6858000"/>
              <a:gd name="connsiteX66" fmla="*/ 6197490 w 6568309"/>
              <a:gd name="connsiteY66" fmla="*/ 3531827 h 6858000"/>
              <a:gd name="connsiteX67" fmla="*/ 6208018 w 6568309"/>
              <a:gd name="connsiteY67" fmla="*/ 3570877 h 6858000"/>
              <a:gd name="connsiteX68" fmla="*/ 6205920 w 6568309"/>
              <a:gd name="connsiteY68" fmla="*/ 3583849 h 6858000"/>
              <a:gd name="connsiteX69" fmla="*/ 6199616 w 6568309"/>
              <a:gd name="connsiteY69" fmla="*/ 3592763 h 6858000"/>
              <a:gd name="connsiteX70" fmla="*/ 6181288 w 6568309"/>
              <a:gd name="connsiteY70" fmla="*/ 3653485 h 6858000"/>
              <a:gd name="connsiteX71" fmla="*/ 6175963 w 6568309"/>
              <a:gd name="connsiteY71" fmla="*/ 3670528 h 6858000"/>
              <a:gd name="connsiteX72" fmla="*/ 6176722 w 6568309"/>
              <a:gd name="connsiteY72" fmla="*/ 3685990 h 6858000"/>
              <a:gd name="connsiteX73" fmla="*/ 6181549 w 6568309"/>
              <a:gd name="connsiteY73" fmla="*/ 3690283 h 6858000"/>
              <a:gd name="connsiteX74" fmla="*/ 6179476 w 6568309"/>
              <a:gd name="connsiteY74" fmla="*/ 3699787 h 6858000"/>
              <a:gd name="connsiteX75" fmla="*/ 6180040 w 6568309"/>
              <a:gd name="connsiteY75" fmla="*/ 3702486 h 6858000"/>
              <a:gd name="connsiteX76" fmla="*/ 6182155 w 6568309"/>
              <a:gd name="connsiteY76" fmla="*/ 3717784 h 6858000"/>
              <a:gd name="connsiteX77" fmla="*/ 6158980 w 6568309"/>
              <a:gd name="connsiteY77" fmla="*/ 3746229 h 6858000"/>
              <a:gd name="connsiteX78" fmla="*/ 6096049 w 6568309"/>
              <a:gd name="connsiteY78" fmla="*/ 3924910 h 6858000"/>
              <a:gd name="connsiteX79" fmla="*/ 6069712 w 6568309"/>
              <a:gd name="connsiteY79" fmla="*/ 3989353 h 6858000"/>
              <a:gd name="connsiteX80" fmla="*/ 6067330 w 6568309"/>
              <a:gd name="connsiteY80" fmla="*/ 4033899 h 6858000"/>
              <a:gd name="connsiteX81" fmla="*/ 6061081 w 6568309"/>
              <a:gd name="connsiteY81" fmla="*/ 4142250 h 6858000"/>
              <a:gd name="connsiteX82" fmla="*/ 6042858 w 6568309"/>
              <a:gd name="connsiteY82" fmla="*/ 4329442 h 6858000"/>
              <a:gd name="connsiteX83" fmla="*/ 6034182 w 6568309"/>
              <a:gd name="connsiteY83" fmla="*/ 4456184 h 6858000"/>
              <a:gd name="connsiteX84" fmla="*/ 6029178 w 6568309"/>
              <a:gd name="connsiteY84" fmla="*/ 4468478 h 6858000"/>
              <a:gd name="connsiteX85" fmla="*/ 6029974 w 6568309"/>
              <a:gd name="connsiteY85" fmla="*/ 4469862 h 6858000"/>
              <a:gd name="connsiteX86" fmla="*/ 6028340 w 6568309"/>
              <a:gd name="connsiteY86" fmla="*/ 4483797 h 6858000"/>
              <a:gd name="connsiteX87" fmla="*/ 6025168 w 6568309"/>
              <a:gd name="connsiteY87" fmla="*/ 4487091 h 6858000"/>
              <a:gd name="connsiteX88" fmla="*/ 6023164 w 6568309"/>
              <a:gd name="connsiteY88" fmla="*/ 4496728 h 6858000"/>
              <a:gd name="connsiteX89" fmla="*/ 6016839 w 6568309"/>
              <a:gd name="connsiteY89" fmla="*/ 4515918 h 6858000"/>
              <a:gd name="connsiteX90" fmla="*/ 6017886 w 6568309"/>
              <a:gd name="connsiteY90" fmla="*/ 4519316 h 6858000"/>
              <a:gd name="connsiteX91" fmla="*/ 6011819 w 6568309"/>
              <a:gd name="connsiteY91" fmla="*/ 4547957 h 6858000"/>
              <a:gd name="connsiteX92" fmla="*/ 6012791 w 6568309"/>
              <a:gd name="connsiteY92" fmla="*/ 4548262 h 6858000"/>
              <a:gd name="connsiteX93" fmla="*/ 6015703 w 6568309"/>
              <a:gd name="connsiteY93" fmla="*/ 4555939 h 6858000"/>
              <a:gd name="connsiteX94" fmla="*/ 6018854 w 6568309"/>
              <a:gd name="connsiteY94" fmla="*/ 4570815 h 6858000"/>
              <a:gd name="connsiteX95" fmla="*/ 6033000 w 6568309"/>
              <a:gd name="connsiteY95" fmla="*/ 4633846 h 6858000"/>
              <a:gd name="connsiteX96" fmla="*/ 6032325 w 6568309"/>
              <a:gd name="connsiteY96" fmla="*/ 4639816 h 6858000"/>
              <a:gd name="connsiteX97" fmla="*/ 6032549 w 6568309"/>
              <a:gd name="connsiteY97" fmla="*/ 4639923 h 6858000"/>
              <a:gd name="connsiteX98" fmla="*/ 6032309 w 6568309"/>
              <a:gd name="connsiteY98" fmla="*/ 4646192 h 6858000"/>
              <a:gd name="connsiteX99" fmla="*/ 6031095 w 6568309"/>
              <a:gd name="connsiteY99" fmla="*/ 4650706 h 6858000"/>
              <a:gd name="connsiteX100" fmla="*/ 6029786 w 6568309"/>
              <a:gd name="connsiteY100" fmla="*/ 4662290 h 6858000"/>
              <a:gd name="connsiteX101" fmla="*/ 6030911 w 6568309"/>
              <a:gd name="connsiteY101" fmla="*/ 4666180 h 6858000"/>
              <a:gd name="connsiteX102" fmla="*/ 6033630 w 6568309"/>
              <a:gd name="connsiteY102" fmla="*/ 4667585 h 6858000"/>
              <a:gd name="connsiteX103" fmla="*/ 6033189 w 6568309"/>
              <a:gd name="connsiteY103" fmla="*/ 4668660 h 6858000"/>
              <a:gd name="connsiteX104" fmla="*/ 6038764 w 6568309"/>
              <a:gd name="connsiteY104" fmla="*/ 4689807 h 6858000"/>
              <a:gd name="connsiteX105" fmla="*/ 6042217 w 6568309"/>
              <a:gd name="connsiteY105" fmla="*/ 4737890 h 6858000"/>
              <a:gd name="connsiteX106" fmla="*/ 6040543 w 6568309"/>
              <a:gd name="connsiteY106" fmla="*/ 4765657 h 6858000"/>
              <a:gd name="connsiteX107" fmla="*/ 6039956 w 6568309"/>
              <a:gd name="connsiteY107" fmla="*/ 4841463 h 6858000"/>
              <a:gd name="connsiteX108" fmla="*/ 6057123 w 6568309"/>
              <a:gd name="connsiteY108" fmla="*/ 4969863 h 6858000"/>
              <a:gd name="connsiteX109" fmla="*/ 6055039 w 6568309"/>
              <a:gd name="connsiteY109" fmla="*/ 4974028 h 6858000"/>
              <a:gd name="connsiteX110" fmla="*/ 6053462 w 6568309"/>
              <a:gd name="connsiteY110" fmla="*/ 4980318 h 6858000"/>
              <a:gd name="connsiteX111" fmla="*/ 6053643 w 6568309"/>
              <a:gd name="connsiteY111" fmla="*/ 4980501 h 6858000"/>
              <a:gd name="connsiteX112" fmla="*/ 6051733 w 6568309"/>
              <a:gd name="connsiteY112" fmla="*/ 4986338 h 6858000"/>
              <a:gd name="connsiteX113" fmla="*/ 6049602 w 6568309"/>
              <a:gd name="connsiteY113" fmla="*/ 4991296 h 6858000"/>
              <a:gd name="connsiteX114" fmla="*/ 6075165 w 6568309"/>
              <a:gd name="connsiteY114" fmla="*/ 5076895 h 6858000"/>
              <a:gd name="connsiteX115" fmla="*/ 6073751 w 6568309"/>
              <a:gd name="connsiteY115" fmla="*/ 5081568 h 6858000"/>
              <a:gd name="connsiteX116" fmla="*/ 6073150 w 6568309"/>
              <a:gd name="connsiteY116" fmla="*/ 5088173 h 6858000"/>
              <a:gd name="connsiteX117" fmla="*/ 6073355 w 6568309"/>
              <a:gd name="connsiteY117" fmla="*/ 5088300 h 6858000"/>
              <a:gd name="connsiteX118" fmla="*/ 6072362 w 6568309"/>
              <a:gd name="connsiteY118" fmla="*/ 5094558 h 6858000"/>
              <a:gd name="connsiteX119" fmla="*/ 6064726 w 6568309"/>
              <a:gd name="connsiteY119" fmla="*/ 5125620 h 6858000"/>
              <a:gd name="connsiteX120" fmla="*/ 6065415 w 6568309"/>
              <a:gd name="connsiteY120" fmla="*/ 5268004 h 6858000"/>
              <a:gd name="connsiteX121" fmla="*/ 6066081 w 6568309"/>
              <a:gd name="connsiteY121" fmla="*/ 5269530 h 6858000"/>
              <a:gd name="connsiteX122" fmla="*/ 6043407 w 6568309"/>
              <a:gd name="connsiteY122" fmla="*/ 5390941 h 6858000"/>
              <a:gd name="connsiteX123" fmla="*/ 6025377 w 6568309"/>
              <a:gd name="connsiteY123" fmla="*/ 5539927 h 6858000"/>
              <a:gd name="connsiteX124" fmla="*/ 6010052 w 6568309"/>
              <a:gd name="connsiteY124" fmla="*/ 5791594 h 6858000"/>
              <a:gd name="connsiteX125" fmla="*/ 5994220 w 6568309"/>
              <a:gd name="connsiteY125" fmla="*/ 5855206 h 6858000"/>
              <a:gd name="connsiteX126" fmla="*/ 5982580 w 6568309"/>
              <a:gd name="connsiteY126" fmla="*/ 5873582 h 6858000"/>
              <a:gd name="connsiteX127" fmla="*/ 5983608 w 6568309"/>
              <a:gd name="connsiteY127" fmla="*/ 5876037 h 6858000"/>
              <a:gd name="connsiteX128" fmla="*/ 5983535 w 6568309"/>
              <a:gd name="connsiteY128" fmla="*/ 5886534 h 6858000"/>
              <a:gd name="connsiteX129" fmla="*/ 5988737 w 6568309"/>
              <a:gd name="connsiteY129" fmla="*/ 5888644 h 6858000"/>
              <a:gd name="connsiteX130" fmla="*/ 5992371 w 6568309"/>
              <a:gd name="connsiteY130" fmla="*/ 5903832 h 6858000"/>
              <a:gd name="connsiteX131" fmla="*/ 5990780 w 6568309"/>
              <a:gd name="connsiteY131" fmla="*/ 5923391 h 6858000"/>
              <a:gd name="connsiteX132" fmla="*/ 5993870 w 6568309"/>
              <a:gd name="connsiteY132" fmla="*/ 6013205 h 6858000"/>
              <a:gd name="connsiteX133" fmla="*/ 5997673 w 6568309"/>
              <a:gd name="connsiteY133" fmla="*/ 6074018 h 6858000"/>
              <a:gd name="connsiteX134" fmla="*/ 6014840 w 6568309"/>
              <a:gd name="connsiteY134" fmla="*/ 6130837 h 6858000"/>
              <a:gd name="connsiteX135" fmla="*/ 6010704 w 6568309"/>
              <a:gd name="connsiteY135" fmla="*/ 6152982 h 6858000"/>
              <a:gd name="connsiteX136" fmla="*/ 6038294 w 6568309"/>
              <a:gd name="connsiteY136" fmla="*/ 6221100 h 6858000"/>
              <a:gd name="connsiteX137" fmla="*/ 6052331 w 6568309"/>
              <a:gd name="connsiteY137" fmla="*/ 6287550 h 6858000"/>
              <a:gd name="connsiteX138" fmla="*/ 6074143 w 6568309"/>
              <a:gd name="connsiteY138" fmla="*/ 6401595 h 6858000"/>
              <a:gd name="connsiteX139" fmla="*/ 6060199 w 6568309"/>
              <a:gd name="connsiteY139" fmla="*/ 6487110 h 6858000"/>
              <a:gd name="connsiteX140" fmla="*/ 6081156 w 6568309"/>
              <a:gd name="connsiteY140" fmla="*/ 6588589 h 6858000"/>
              <a:gd name="connsiteX141" fmla="*/ 6114944 w 6568309"/>
              <a:gd name="connsiteY141" fmla="*/ 6769963 h 6858000"/>
              <a:gd name="connsiteX142" fmla="*/ 6128950 w 6568309"/>
              <a:gd name="connsiteY142" fmla="*/ 6835814 h 6858000"/>
              <a:gd name="connsiteX143" fmla="*/ 6132536 w 6568309"/>
              <a:gd name="connsiteY143" fmla="*/ 6858000 h 6858000"/>
              <a:gd name="connsiteX144" fmla="*/ 4789511 w 6568309"/>
              <a:gd name="connsiteY144" fmla="*/ 6858000 h 6858000"/>
              <a:gd name="connsiteX145" fmla="*/ 1866294 w 6568309"/>
              <a:gd name="connsiteY145" fmla="*/ 6858000 h 6858000"/>
              <a:gd name="connsiteX146" fmla="*/ 1705866 w 6568309"/>
              <a:gd name="connsiteY146" fmla="*/ 6858000 h 6858000"/>
              <a:gd name="connsiteX147" fmla="*/ 1343025 w 6568309"/>
              <a:gd name="connsiteY147" fmla="*/ 6858000 h 6858000"/>
              <a:gd name="connsiteX148" fmla="*/ 523269 w 6568309"/>
              <a:gd name="connsiteY148" fmla="*/ 6858000 h 6858000"/>
              <a:gd name="connsiteX149" fmla="*/ 362841 w 6568309"/>
              <a:gd name="connsiteY149" fmla="*/ 6858000 h 6858000"/>
              <a:gd name="connsiteX150" fmla="*/ 0 w 6568309"/>
              <a:gd name="connsiteY15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6568309" h="6858000">
                <a:moveTo>
                  <a:pt x="0" y="0"/>
                </a:moveTo>
                <a:lnTo>
                  <a:pt x="362841" y="0"/>
                </a:lnTo>
                <a:lnTo>
                  <a:pt x="523269" y="0"/>
                </a:lnTo>
                <a:lnTo>
                  <a:pt x="1343025" y="0"/>
                </a:lnTo>
                <a:lnTo>
                  <a:pt x="1705866" y="0"/>
                </a:lnTo>
                <a:lnTo>
                  <a:pt x="1866294" y="0"/>
                </a:lnTo>
                <a:lnTo>
                  <a:pt x="5225154" y="0"/>
                </a:lnTo>
                <a:lnTo>
                  <a:pt x="6568179" y="0"/>
                </a:lnTo>
                <a:lnTo>
                  <a:pt x="6568309" y="1"/>
                </a:lnTo>
                <a:lnTo>
                  <a:pt x="6562951" y="30700"/>
                </a:lnTo>
                <a:cubicBezTo>
                  <a:pt x="6559126" y="84364"/>
                  <a:pt x="6548218" y="241149"/>
                  <a:pt x="6547446" y="310025"/>
                </a:cubicBezTo>
                <a:cubicBezTo>
                  <a:pt x="6550151" y="367544"/>
                  <a:pt x="6557712" y="408251"/>
                  <a:pt x="6558316" y="443960"/>
                </a:cubicBezTo>
                <a:cubicBezTo>
                  <a:pt x="6555224" y="499397"/>
                  <a:pt x="6534767" y="604434"/>
                  <a:pt x="6528896" y="642659"/>
                </a:cubicBezTo>
                <a:cubicBezTo>
                  <a:pt x="6535204" y="657287"/>
                  <a:pt x="6515365" y="658191"/>
                  <a:pt x="6523095" y="673307"/>
                </a:cubicBezTo>
                <a:cubicBezTo>
                  <a:pt x="6523388" y="693769"/>
                  <a:pt x="6506868" y="797295"/>
                  <a:pt x="6496169" y="839641"/>
                </a:cubicBezTo>
                <a:cubicBezTo>
                  <a:pt x="6484119" y="887148"/>
                  <a:pt x="6457817" y="937731"/>
                  <a:pt x="6450789" y="958357"/>
                </a:cubicBezTo>
                <a:cubicBezTo>
                  <a:pt x="6443760" y="978983"/>
                  <a:pt x="6459217" y="936930"/>
                  <a:pt x="6453996" y="963398"/>
                </a:cubicBezTo>
                <a:cubicBezTo>
                  <a:pt x="6448777" y="989867"/>
                  <a:pt x="6425575" y="1087010"/>
                  <a:pt x="6419467" y="1117169"/>
                </a:cubicBezTo>
                <a:cubicBezTo>
                  <a:pt x="6431540" y="1118586"/>
                  <a:pt x="6409651" y="1135372"/>
                  <a:pt x="6417348" y="1144352"/>
                </a:cubicBezTo>
                <a:cubicBezTo>
                  <a:pt x="6424109" y="1150681"/>
                  <a:pt x="6419047" y="1157251"/>
                  <a:pt x="6418473" y="1164484"/>
                </a:cubicBezTo>
                <a:cubicBezTo>
                  <a:pt x="6423767" y="1173524"/>
                  <a:pt x="6413947" y="1205209"/>
                  <a:pt x="6406979" y="1213829"/>
                </a:cubicBezTo>
                <a:cubicBezTo>
                  <a:pt x="6382818" y="1235037"/>
                  <a:pt x="6400452" y="1277327"/>
                  <a:pt x="6381928" y="1294823"/>
                </a:cubicBezTo>
                <a:cubicBezTo>
                  <a:pt x="6379195" y="1300845"/>
                  <a:pt x="6378069" y="1306615"/>
                  <a:pt x="6377948" y="1312193"/>
                </a:cubicBezTo>
                <a:lnTo>
                  <a:pt x="6379894" y="1327626"/>
                </a:lnTo>
                <a:lnTo>
                  <a:pt x="6385024" y="1331644"/>
                </a:lnTo>
                <a:lnTo>
                  <a:pt x="6383696" y="1341276"/>
                </a:lnTo>
                <a:cubicBezTo>
                  <a:pt x="6383952" y="1342166"/>
                  <a:pt x="6384208" y="1343055"/>
                  <a:pt x="6384464" y="1343945"/>
                </a:cubicBezTo>
                <a:cubicBezTo>
                  <a:pt x="6385957" y="1349040"/>
                  <a:pt x="6387253" y="1354080"/>
                  <a:pt x="6387748" y="1359134"/>
                </a:cubicBezTo>
                <a:cubicBezTo>
                  <a:pt x="6384363" y="1373109"/>
                  <a:pt x="6372802" y="1397612"/>
                  <a:pt x="6364157" y="1427803"/>
                </a:cubicBezTo>
                <a:cubicBezTo>
                  <a:pt x="6348141" y="1460349"/>
                  <a:pt x="6348362" y="1505076"/>
                  <a:pt x="6335874" y="1540278"/>
                </a:cubicBezTo>
                <a:lnTo>
                  <a:pt x="6331892" y="1547262"/>
                </a:lnTo>
                <a:lnTo>
                  <a:pt x="6332744" y="1577056"/>
                </a:lnTo>
                <a:cubicBezTo>
                  <a:pt x="6335859" y="1582205"/>
                  <a:pt x="6336674" y="1589568"/>
                  <a:pt x="6333604" y="1595898"/>
                </a:cubicBezTo>
                <a:lnTo>
                  <a:pt x="6324749" y="1703726"/>
                </a:lnTo>
                <a:cubicBezTo>
                  <a:pt x="6324080" y="1739332"/>
                  <a:pt x="6318019" y="1754453"/>
                  <a:pt x="6329594" y="1809535"/>
                </a:cubicBezTo>
                <a:cubicBezTo>
                  <a:pt x="6344930" y="1868036"/>
                  <a:pt x="6323725" y="1952670"/>
                  <a:pt x="6329062" y="2018310"/>
                </a:cubicBezTo>
                <a:cubicBezTo>
                  <a:pt x="6308075" y="2053162"/>
                  <a:pt x="6326925" y="2034561"/>
                  <a:pt x="6321735" y="2071355"/>
                </a:cubicBezTo>
                <a:lnTo>
                  <a:pt x="6322678" y="2141166"/>
                </a:lnTo>
                <a:lnTo>
                  <a:pt x="6321340" y="2154548"/>
                </a:lnTo>
                <a:lnTo>
                  <a:pt x="6316582" y="2158153"/>
                </a:lnTo>
                <a:lnTo>
                  <a:pt x="6311428" y="2178174"/>
                </a:lnTo>
                <a:cubicBezTo>
                  <a:pt x="6310177" y="2185696"/>
                  <a:pt x="6309622" y="2193828"/>
                  <a:pt x="6310192" y="2202858"/>
                </a:cubicBezTo>
                <a:cubicBezTo>
                  <a:pt x="6319667" y="2232772"/>
                  <a:pt x="6296459" y="2283357"/>
                  <a:pt x="6309211" y="2320214"/>
                </a:cubicBezTo>
                <a:cubicBezTo>
                  <a:pt x="6307537" y="2355906"/>
                  <a:pt x="6302490" y="2394678"/>
                  <a:pt x="6300151" y="2417011"/>
                </a:cubicBezTo>
                <a:cubicBezTo>
                  <a:pt x="6292303" y="2426377"/>
                  <a:pt x="6304439" y="2456509"/>
                  <a:pt x="6295176" y="2454207"/>
                </a:cubicBezTo>
                <a:cubicBezTo>
                  <a:pt x="6299335" y="2464947"/>
                  <a:pt x="6297305" y="2476105"/>
                  <a:pt x="6293727" y="2487203"/>
                </a:cubicBezTo>
                <a:lnTo>
                  <a:pt x="6285477" y="2512282"/>
                </a:lnTo>
                <a:cubicBezTo>
                  <a:pt x="6285720" y="2512961"/>
                  <a:pt x="6285962" y="2513640"/>
                  <a:pt x="6286205" y="2514318"/>
                </a:cubicBezTo>
                <a:cubicBezTo>
                  <a:pt x="6292347" y="2534324"/>
                  <a:pt x="6298487" y="2554328"/>
                  <a:pt x="6304629" y="2574334"/>
                </a:cubicBezTo>
                <a:lnTo>
                  <a:pt x="6303842" y="2579877"/>
                </a:lnTo>
                <a:cubicBezTo>
                  <a:pt x="6303729" y="2585644"/>
                  <a:pt x="6304006" y="2603388"/>
                  <a:pt x="6303953" y="2608928"/>
                </a:cubicBezTo>
                <a:lnTo>
                  <a:pt x="6303530" y="2613111"/>
                </a:lnTo>
                <a:lnTo>
                  <a:pt x="6297474" y="2621996"/>
                </a:lnTo>
                <a:lnTo>
                  <a:pt x="6299263" y="2634265"/>
                </a:lnTo>
                <a:lnTo>
                  <a:pt x="6293065" y="2647237"/>
                </a:lnTo>
                <a:cubicBezTo>
                  <a:pt x="6294685" y="2648158"/>
                  <a:pt x="6296180" y="2649356"/>
                  <a:pt x="6297496" y="2650786"/>
                </a:cubicBezTo>
                <a:lnTo>
                  <a:pt x="6301708" y="2661993"/>
                </a:lnTo>
                <a:lnTo>
                  <a:pt x="6295884" y="2670949"/>
                </a:lnTo>
                <a:cubicBezTo>
                  <a:pt x="6304913" y="2672007"/>
                  <a:pt x="6294429" y="2681695"/>
                  <a:pt x="6291714" y="2690255"/>
                </a:cubicBezTo>
                <a:lnTo>
                  <a:pt x="6292327" y="2695683"/>
                </a:lnTo>
                <a:lnTo>
                  <a:pt x="6284410" y="2713964"/>
                </a:lnTo>
                <a:lnTo>
                  <a:pt x="6280410" y="2730175"/>
                </a:lnTo>
                <a:lnTo>
                  <a:pt x="6288082" y="2763497"/>
                </a:lnTo>
                <a:lnTo>
                  <a:pt x="6260924" y="3051539"/>
                </a:lnTo>
                <a:cubicBezTo>
                  <a:pt x="6251455" y="3165645"/>
                  <a:pt x="6222174" y="3216611"/>
                  <a:pt x="6210151" y="3335396"/>
                </a:cubicBezTo>
                <a:lnTo>
                  <a:pt x="6212034" y="3456509"/>
                </a:lnTo>
                <a:lnTo>
                  <a:pt x="6197490" y="3531827"/>
                </a:lnTo>
                <a:lnTo>
                  <a:pt x="6208018" y="3570877"/>
                </a:lnTo>
                <a:lnTo>
                  <a:pt x="6205920" y="3583849"/>
                </a:lnTo>
                <a:lnTo>
                  <a:pt x="6199616" y="3592763"/>
                </a:lnTo>
                <a:cubicBezTo>
                  <a:pt x="6191839" y="3613948"/>
                  <a:pt x="6196204" y="3641245"/>
                  <a:pt x="6181288" y="3653485"/>
                </a:cubicBezTo>
                <a:cubicBezTo>
                  <a:pt x="6178087" y="3659316"/>
                  <a:pt x="6176516" y="3664985"/>
                  <a:pt x="6175963" y="3670528"/>
                </a:cubicBezTo>
                <a:lnTo>
                  <a:pt x="6176722" y="3685990"/>
                </a:lnTo>
                <a:lnTo>
                  <a:pt x="6181549" y="3690283"/>
                </a:lnTo>
                <a:lnTo>
                  <a:pt x="6179476" y="3699787"/>
                </a:lnTo>
                <a:cubicBezTo>
                  <a:pt x="6179664" y="3700686"/>
                  <a:pt x="6179852" y="3701586"/>
                  <a:pt x="6180040" y="3702486"/>
                </a:cubicBezTo>
                <a:cubicBezTo>
                  <a:pt x="6181140" y="3707637"/>
                  <a:pt x="6182047" y="3712728"/>
                  <a:pt x="6182155" y="3717784"/>
                </a:cubicBezTo>
                <a:cubicBezTo>
                  <a:pt x="6156678" y="3711701"/>
                  <a:pt x="6178864" y="3759789"/>
                  <a:pt x="6158980" y="3746229"/>
                </a:cubicBezTo>
                <a:cubicBezTo>
                  <a:pt x="6144630" y="3780750"/>
                  <a:pt x="6117520" y="3867558"/>
                  <a:pt x="6096049" y="3924910"/>
                </a:cubicBezTo>
                <a:lnTo>
                  <a:pt x="6069712" y="3989353"/>
                </a:lnTo>
                <a:lnTo>
                  <a:pt x="6067330" y="4033899"/>
                </a:lnTo>
                <a:cubicBezTo>
                  <a:pt x="6065506" y="4070470"/>
                  <a:pt x="6063599" y="4110146"/>
                  <a:pt x="6061081" y="4142250"/>
                </a:cubicBezTo>
                <a:cubicBezTo>
                  <a:pt x="6055260" y="4200007"/>
                  <a:pt x="6045907" y="4278998"/>
                  <a:pt x="6042858" y="4329442"/>
                </a:cubicBezTo>
                <a:cubicBezTo>
                  <a:pt x="6038376" y="4381764"/>
                  <a:pt x="6036461" y="4433012"/>
                  <a:pt x="6034182" y="4456184"/>
                </a:cubicBezTo>
                <a:lnTo>
                  <a:pt x="6029178" y="4468478"/>
                </a:lnTo>
                <a:lnTo>
                  <a:pt x="6029974" y="4469862"/>
                </a:lnTo>
                <a:cubicBezTo>
                  <a:pt x="6031287" y="4476321"/>
                  <a:pt x="6030316" y="4480555"/>
                  <a:pt x="6028340" y="4483797"/>
                </a:cubicBezTo>
                <a:lnTo>
                  <a:pt x="6025168" y="4487091"/>
                </a:lnTo>
                <a:lnTo>
                  <a:pt x="6023164" y="4496728"/>
                </a:lnTo>
                <a:lnTo>
                  <a:pt x="6016839" y="4515918"/>
                </a:lnTo>
                <a:cubicBezTo>
                  <a:pt x="6017189" y="4517049"/>
                  <a:pt x="6017537" y="4518182"/>
                  <a:pt x="6017886" y="4519316"/>
                </a:cubicBezTo>
                <a:lnTo>
                  <a:pt x="6011819" y="4547957"/>
                </a:lnTo>
                <a:lnTo>
                  <a:pt x="6012791" y="4548262"/>
                </a:lnTo>
                <a:cubicBezTo>
                  <a:pt x="6014837" y="4549595"/>
                  <a:pt x="6016087" y="4551811"/>
                  <a:pt x="6015703" y="4555939"/>
                </a:cubicBezTo>
                <a:cubicBezTo>
                  <a:pt x="6031790" y="4548276"/>
                  <a:pt x="6021405" y="4557977"/>
                  <a:pt x="6018854" y="4570815"/>
                </a:cubicBezTo>
                <a:cubicBezTo>
                  <a:pt x="6021736" y="4583801"/>
                  <a:pt x="6030754" y="4622347"/>
                  <a:pt x="6033000" y="4633846"/>
                </a:cubicBezTo>
                <a:lnTo>
                  <a:pt x="6032325" y="4639816"/>
                </a:lnTo>
                <a:lnTo>
                  <a:pt x="6032549" y="4639923"/>
                </a:lnTo>
                <a:cubicBezTo>
                  <a:pt x="6032911" y="4641190"/>
                  <a:pt x="6032878" y="4643141"/>
                  <a:pt x="6032309" y="4646192"/>
                </a:cubicBezTo>
                <a:lnTo>
                  <a:pt x="6031095" y="4650706"/>
                </a:lnTo>
                <a:lnTo>
                  <a:pt x="6029786" y="4662290"/>
                </a:lnTo>
                <a:cubicBezTo>
                  <a:pt x="6030161" y="4663587"/>
                  <a:pt x="6030536" y="4664883"/>
                  <a:pt x="6030911" y="4666180"/>
                </a:cubicBezTo>
                <a:lnTo>
                  <a:pt x="6033630" y="4667585"/>
                </a:lnTo>
                <a:lnTo>
                  <a:pt x="6033189" y="4668660"/>
                </a:lnTo>
                <a:cubicBezTo>
                  <a:pt x="6027286" y="4676831"/>
                  <a:pt x="6019767" y="4679345"/>
                  <a:pt x="6038764" y="4689807"/>
                </a:cubicBezTo>
                <a:cubicBezTo>
                  <a:pt x="6028616" y="4708535"/>
                  <a:pt x="6040474" y="4712235"/>
                  <a:pt x="6042217" y="4737890"/>
                </a:cubicBezTo>
                <a:cubicBezTo>
                  <a:pt x="6033362" y="4748600"/>
                  <a:pt x="6035273" y="4757223"/>
                  <a:pt x="6040543" y="4765657"/>
                </a:cubicBezTo>
                <a:cubicBezTo>
                  <a:pt x="6034416" y="4790618"/>
                  <a:pt x="6040696" y="4813399"/>
                  <a:pt x="6039956" y="4841463"/>
                </a:cubicBezTo>
                <a:lnTo>
                  <a:pt x="6057123" y="4969863"/>
                </a:lnTo>
                <a:lnTo>
                  <a:pt x="6055039" y="4974028"/>
                </a:lnTo>
                <a:cubicBezTo>
                  <a:pt x="6053860" y="4976933"/>
                  <a:pt x="6053409" y="4978909"/>
                  <a:pt x="6053462" y="4980318"/>
                </a:cubicBezTo>
                <a:lnTo>
                  <a:pt x="6053643" y="4980501"/>
                </a:lnTo>
                <a:lnTo>
                  <a:pt x="6051733" y="4986338"/>
                </a:lnTo>
                <a:lnTo>
                  <a:pt x="6049602" y="4991296"/>
                </a:lnTo>
                <a:cubicBezTo>
                  <a:pt x="6058123" y="5019829"/>
                  <a:pt x="6066643" y="5048361"/>
                  <a:pt x="6075165" y="5076895"/>
                </a:cubicBezTo>
                <a:lnTo>
                  <a:pt x="6073751" y="5081568"/>
                </a:lnTo>
                <a:cubicBezTo>
                  <a:pt x="6073034" y="5084748"/>
                  <a:pt x="6072888" y="5086810"/>
                  <a:pt x="6073150" y="5088173"/>
                </a:cubicBezTo>
                <a:lnTo>
                  <a:pt x="6073355" y="5088300"/>
                </a:lnTo>
                <a:lnTo>
                  <a:pt x="6072362" y="5094558"/>
                </a:lnTo>
                <a:cubicBezTo>
                  <a:pt x="6070184" y="5105196"/>
                  <a:pt x="6067588" y="5115626"/>
                  <a:pt x="6064726" y="5125620"/>
                </a:cubicBezTo>
                <a:cubicBezTo>
                  <a:pt x="6063568" y="5154527"/>
                  <a:pt x="6065189" y="5244020"/>
                  <a:pt x="6065415" y="5268004"/>
                </a:cubicBezTo>
                <a:cubicBezTo>
                  <a:pt x="6065637" y="5268513"/>
                  <a:pt x="6065860" y="5269021"/>
                  <a:pt x="6066081" y="5269530"/>
                </a:cubicBezTo>
                <a:lnTo>
                  <a:pt x="6043407" y="5390941"/>
                </a:lnTo>
                <a:cubicBezTo>
                  <a:pt x="6032545" y="5438194"/>
                  <a:pt x="6020942" y="5465286"/>
                  <a:pt x="6025377" y="5539927"/>
                </a:cubicBezTo>
                <a:cubicBezTo>
                  <a:pt x="6019787" y="5610775"/>
                  <a:pt x="6013913" y="5740573"/>
                  <a:pt x="6010052" y="5791594"/>
                </a:cubicBezTo>
                <a:cubicBezTo>
                  <a:pt x="5989401" y="5787060"/>
                  <a:pt x="6018524" y="5849672"/>
                  <a:pt x="5994220" y="5855206"/>
                </a:cubicBezTo>
                <a:cubicBezTo>
                  <a:pt x="5995282" y="5860240"/>
                  <a:pt x="5980598" y="5868910"/>
                  <a:pt x="5982580" y="5873582"/>
                </a:cubicBezTo>
                <a:cubicBezTo>
                  <a:pt x="5982922" y="5874401"/>
                  <a:pt x="5983265" y="5875218"/>
                  <a:pt x="5983608" y="5876037"/>
                </a:cubicBezTo>
                <a:lnTo>
                  <a:pt x="5983535" y="5886534"/>
                </a:lnTo>
                <a:lnTo>
                  <a:pt x="5988737" y="5888644"/>
                </a:lnTo>
                <a:cubicBezTo>
                  <a:pt x="5989948" y="5893707"/>
                  <a:pt x="5991159" y="5898769"/>
                  <a:pt x="5992371" y="5903832"/>
                </a:cubicBezTo>
                <a:cubicBezTo>
                  <a:pt x="5992924" y="5909651"/>
                  <a:pt x="5992578" y="5916068"/>
                  <a:pt x="5990780" y="5923391"/>
                </a:cubicBezTo>
                <a:cubicBezTo>
                  <a:pt x="5975822" y="5948880"/>
                  <a:pt x="6013580" y="5981626"/>
                  <a:pt x="5993870" y="6013205"/>
                </a:cubicBezTo>
                <a:cubicBezTo>
                  <a:pt x="5988486" y="6024901"/>
                  <a:pt x="5991718" y="6066777"/>
                  <a:pt x="5997673" y="6074018"/>
                </a:cubicBezTo>
                <a:cubicBezTo>
                  <a:pt x="5998007" y="6081731"/>
                  <a:pt x="6007861" y="6126985"/>
                  <a:pt x="6014840" y="6130837"/>
                </a:cubicBezTo>
                <a:cubicBezTo>
                  <a:pt x="6022998" y="6137057"/>
                  <a:pt x="5999420" y="6156330"/>
                  <a:pt x="6010704" y="6152982"/>
                </a:cubicBezTo>
                <a:cubicBezTo>
                  <a:pt x="6008682" y="6186619"/>
                  <a:pt x="6039938" y="6191636"/>
                  <a:pt x="6038294" y="6221100"/>
                </a:cubicBezTo>
                <a:cubicBezTo>
                  <a:pt x="6039643" y="6222126"/>
                  <a:pt x="6046356" y="6257468"/>
                  <a:pt x="6052331" y="6287550"/>
                </a:cubicBezTo>
                <a:cubicBezTo>
                  <a:pt x="6058307" y="6317632"/>
                  <a:pt x="6082079" y="6391312"/>
                  <a:pt x="6074143" y="6401595"/>
                </a:cubicBezTo>
                <a:cubicBezTo>
                  <a:pt x="6074931" y="6423902"/>
                  <a:pt x="6059614" y="6432919"/>
                  <a:pt x="6060199" y="6487110"/>
                </a:cubicBezTo>
                <a:cubicBezTo>
                  <a:pt x="6075583" y="6574474"/>
                  <a:pt x="6076150" y="6553611"/>
                  <a:pt x="6081156" y="6588589"/>
                </a:cubicBezTo>
                <a:cubicBezTo>
                  <a:pt x="6102088" y="6637976"/>
                  <a:pt x="6067660" y="6687723"/>
                  <a:pt x="6114944" y="6769963"/>
                </a:cubicBezTo>
                <a:cubicBezTo>
                  <a:pt x="6130462" y="6819284"/>
                  <a:pt x="6119243" y="6817955"/>
                  <a:pt x="6128950" y="6835814"/>
                </a:cubicBezTo>
                <a:lnTo>
                  <a:pt x="6132536" y="6858000"/>
                </a:lnTo>
                <a:lnTo>
                  <a:pt x="4789511" y="6858000"/>
                </a:lnTo>
                <a:lnTo>
                  <a:pt x="1866294" y="6858000"/>
                </a:lnTo>
                <a:lnTo>
                  <a:pt x="1705866" y="6858000"/>
                </a:lnTo>
                <a:lnTo>
                  <a:pt x="1343025" y="6858000"/>
                </a:lnTo>
                <a:lnTo>
                  <a:pt x="523269" y="6858000"/>
                </a:lnTo>
                <a:lnTo>
                  <a:pt x="36284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E70F4EC-F631-A8F8-89D2-4FEF0C5C9F86}"/>
              </a:ext>
            </a:extLst>
          </p:cNvPr>
          <p:cNvSpPr>
            <a:spLocks noGrp="1"/>
          </p:cNvSpPr>
          <p:nvPr>
            <p:ph type="title"/>
          </p:nvPr>
        </p:nvSpPr>
        <p:spPr>
          <a:xfrm>
            <a:off x="1137034" y="609600"/>
            <a:ext cx="4784796" cy="1330840"/>
          </a:xfrm>
        </p:spPr>
        <p:txBody>
          <a:bodyPr>
            <a:normAutofit/>
          </a:bodyPr>
          <a:lstStyle/>
          <a:p>
            <a:r>
              <a:rPr lang="en-GB" dirty="0"/>
              <a:t>Vector: List</a:t>
            </a:r>
          </a:p>
        </p:txBody>
      </p:sp>
      <p:sp>
        <p:nvSpPr>
          <p:cNvPr id="3" name="Content Placeholder 2">
            <a:extLst>
              <a:ext uri="{FF2B5EF4-FFF2-40B4-BE49-F238E27FC236}">
                <a16:creationId xmlns:a16="http://schemas.microsoft.com/office/drawing/2014/main" id="{5485C4E5-2878-52F4-3AF1-A0645D3BEAB0}"/>
              </a:ext>
            </a:extLst>
          </p:cNvPr>
          <p:cNvSpPr>
            <a:spLocks noGrp="1"/>
          </p:cNvSpPr>
          <p:nvPr>
            <p:ph idx="1"/>
          </p:nvPr>
        </p:nvSpPr>
        <p:spPr>
          <a:xfrm>
            <a:off x="777643" y="2205677"/>
            <a:ext cx="5773628" cy="4148824"/>
          </a:xfrm>
        </p:spPr>
        <p:txBody>
          <a:bodyPr>
            <a:normAutofit fontScale="92500" lnSpcReduction="10000"/>
          </a:bodyPr>
          <a:lstStyle/>
          <a:p>
            <a:r>
              <a:rPr lang="en-GB" b="1" dirty="0"/>
              <a:t>std::vector&lt;float&gt; data = {2, 5, 7, 3, 9, 4, 6};</a:t>
            </a:r>
          </a:p>
          <a:p>
            <a:r>
              <a:rPr lang="en-GB" dirty="0"/>
              <a:t>data = {2, 5, 7, 3, 9, 4, 6} </a:t>
            </a:r>
            <a:r>
              <a:rPr lang="en-GB" dirty="0">
                <a:sym typeface="Wingdings" pitchFamily="2" charset="2"/>
              </a:rPr>
              <a:t> </a:t>
            </a:r>
            <a:r>
              <a:rPr lang="en-GB" dirty="0"/>
              <a:t>This is our </a:t>
            </a:r>
            <a:r>
              <a:rPr lang="en-GB" b="1" dirty="0"/>
              <a:t>dataset</a:t>
            </a:r>
            <a:r>
              <a:rPr lang="en-GB" dirty="0"/>
              <a:t>.</a:t>
            </a:r>
          </a:p>
          <a:p>
            <a:r>
              <a:rPr lang="en-GB" dirty="0"/>
              <a:t>Each number could represent “</a:t>
            </a:r>
            <a:r>
              <a:rPr lang="en-GB" b="1" i="1" dirty="0"/>
              <a:t>how many people boarded in the first 7 bus stops in the route from High Holborn to Peckham in the 68 bus route to West Norwood”</a:t>
            </a:r>
          </a:p>
          <a:p>
            <a:r>
              <a:rPr lang="en-GB" dirty="0"/>
              <a:t>We will play one sound for each number</a:t>
            </a:r>
          </a:p>
          <a:p>
            <a:pPr marL="0" indent="0">
              <a:buNone/>
            </a:pPr>
            <a:endParaRPr lang="en-GB" sz="2200" dirty="0"/>
          </a:p>
        </p:txBody>
      </p:sp>
      <p:pic>
        <p:nvPicPr>
          <p:cNvPr id="4" name="Picture 3">
            <a:extLst>
              <a:ext uri="{FF2B5EF4-FFF2-40B4-BE49-F238E27FC236}">
                <a16:creationId xmlns:a16="http://schemas.microsoft.com/office/drawing/2014/main" id="{B543C5B6-C801-E19A-80E9-902DC1300A0A}"/>
              </a:ext>
            </a:extLst>
          </p:cNvPr>
          <p:cNvPicPr>
            <a:picLocks noChangeAspect="1"/>
          </p:cNvPicPr>
          <p:nvPr/>
        </p:nvPicPr>
        <p:blipFill>
          <a:blip r:embed="rId3"/>
          <a:stretch>
            <a:fillRect/>
          </a:stretch>
        </p:blipFill>
        <p:spPr>
          <a:xfrm>
            <a:off x="6880610" y="1225257"/>
            <a:ext cx="4737650" cy="4429701"/>
          </a:xfrm>
          <a:prstGeom prst="rect">
            <a:avLst/>
          </a:prstGeom>
        </p:spPr>
      </p:pic>
    </p:spTree>
    <p:extLst>
      <p:ext uri="{BB962C8B-B14F-4D97-AF65-F5344CB8AC3E}">
        <p14:creationId xmlns:p14="http://schemas.microsoft.com/office/powerpoint/2010/main" val="21422369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652F473-513E-7378-EBA6-7F02135F4093}"/>
            </a:ext>
          </a:extLst>
        </p:cNvPr>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6302229A-D49D-C5BB-043A-15E0D77661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0696C378-5BEE-3CEA-0A5E-804EBC15AF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95584" y="610517"/>
            <a:ext cx="4010943" cy="5636963"/>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381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6" name="Freeform: Shape 35">
            <a:extLst>
              <a:ext uri="{FF2B5EF4-FFF2-40B4-BE49-F238E27FC236}">
                <a16:creationId xmlns:a16="http://schemas.microsoft.com/office/drawing/2014/main" id="{9ABBD0C4-83B3-F7B9-9D90-42727C4E8A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0"/>
            <a:ext cx="7918980" cy="6858000"/>
          </a:xfrm>
          <a:custGeom>
            <a:avLst/>
            <a:gdLst>
              <a:gd name="connsiteX0" fmla="*/ 0 w 7918980"/>
              <a:gd name="connsiteY0" fmla="*/ 0 h 6858000"/>
              <a:gd name="connsiteX1" fmla="*/ 504457 w 7918980"/>
              <a:gd name="connsiteY1" fmla="*/ 0 h 6858000"/>
              <a:gd name="connsiteX2" fmla="*/ 727500 w 7918980"/>
              <a:gd name="connsiteY2" fmla="*/ 0 h 6858000"/>
              <a:gd name="connsiteX3" fmla="*/ 1822980 w 7918980"/>
              <a:gd name="connsiteY3" fmla="*/ 0 h 6858000"/>
              <a:gd name="connsiteX4" fmla="*/ 2092387 w 7918980"/>
              <a:gd name="connsiteY4" fmla="*/ 0 h 6858000"/>
              <a:gd name="connsiteX5" fmla="*/ 7076514 w 7918980"/>
              <a:gd name="connsiteY5" fmla="*/ 0 h 6858000"/>
              <a:gd name="connsiteX6" fmla="*/ 7264525 w 7918980"/>
              <a:gd name="connsiteY6" fmla="*/ 0 h 6858000"/>
              <a:gd name="connsiteX7" fmla="*/ 7390497 w 7918980"/>
              <a:gd name="connsiteY7" fmla="*/ 0 h 6858000"/>
              <a:gd name="connsiteX8" fmla="*/ 7389918 w 7918980"/>
              <a:gd name="connsiteY8" fmla="*/ 1705 h 6858000"/>
              <a:gd name="connsiteX9" fmla="*/ 7374574 w 7918980"/>
              <a:gd name="connsiteY9" fmla="*/ 17287 h 6858000"/>
              <a:gd name="connsiteX10" fmla="*/ 7368621 w 7918980"/>
              <a:gd name="connsiteY10" fmla="*/ 130336 h 6858000"/>
              <a:gd name="connsiteX11" fmla="*/ 7361269 w 7918980"/>
              <a:gd name="connsiteY11" fmla="*/ 187093 h 6858000"/>
              <a:gd name="connsiteX12" fmla="*/ 7368770 w 7918980"/>
              <a:gd name="connsiteY12" fmla="*/ 265704 h 6858000"/>
              <a:gd name="connsiteX13" fmla="*/ 7365293 w 7918980"/>
              <a:gd name="connsiteY13" fmla="*/ 354566 h 6858000"/>
              <a:gd name="connsiteX14" fmla="*/ 7347106 w 7918980"/>
              <a:gd name="connsiteY14" fmla="*/ 472000 h 6858000"/>
              <a:gd name="connsiteX15" fmla="*/ 7345150 w 7918980"/>
              <a:gd name="connsiteY15" fmla="*/ 473782 h 6858000"/>
              <a:gd name="connsiteX16" fmla="*/ 7344778 w 7918980"/>
              <a:gd name="connsiteY16" fmla="*/ 491380 h 6858000"/>
              <a:gd name="connsiteX17" fmla="*/ 7359399 w 7918980"/>
              <a:gd name="connsiteY17" fmla="*/ 531675 h 6858000"/>
              <a:gd name="connsiteX18" fmla="*/ 7356415 w 7918980"/>
              <a:gd name="connsiteY18" fmla="*/ 536015 h 6858000"/>
              <a:gd name="connsiteX19" fmla="*/ 7361068 w 7918980"/>
              <a:gd name="connsiteY19" fmla="*/ 572092 h 6858000"/>
              <a:gd name="connsiteX20" fmla="*/ 7359041 w 7918980"/>
              <a:gd name="connsiteY20" fmla="*/ 572511 h 6858000"/>
              <a:gd name="connsiteX21" fmla="*/ 7351198 w 7918980"/>
              <a:gd name="connsiteY21" fmla="*/ 582332 h 6858000"/>
              <a:gd name="connsiteX22" fmla="*/ 7340991 w 7918980"/>
              <a:gd name="connsiteY22" fmla="*/ 601285 h 6858000"/>
              <a:gd name="connsiteX23" fmla="*/ 7296154 w 7918980"/>
              <a:gd name="connsiteY23" fmla="*/ 681608 h 6858000"/>
              <a:gd name="connsiteX24" fmla="*/ 7295943 w 7918980"/>
              <a:gd name="connsiteY24" fmla="*/ 689151 h 6858000"/>
              <a:gd name="connsiteX25" fmla="*/ 7295465 w 7918980"/>
              <a:gd name="connsiteY25" fmla="*/ 689289 h 6858000"/>
              <a:gd name="connsiteX26" fmla="*/ 7294306 w 7918980"/>
              <a:gd name="connsiteY26" fmla="*/ 697222 h 6858000"/>
              <a:gd name="connsiteX27" fmla="*/ 7295144 w 7918980"/>
              <a:gd name="connsiteY27" fmla="*/ 717531 h 6858000"/>
              <a:gd name="connsiteX28" fmla="*/ 7291871 w 7918980"/>
              <a:gd name="connsiteY28" fmla="*/ 722494 h 6858000"/>
              <a:gd name="connsiteX29" fmla="*/ 7286061 w 7918980"/>
              <a:gd name="connsiteY29" fmla="*/ 724368 h 6858000"/>
              <a:gd name="connsiteX30" fmla="*/ 7269961 w 7918980"/>
              <a:gd name="connsiteY30" fmla="*/ 752692 h 6858000"/>
              <a:gd name="connsiteX31" fmla="*/ 7240170 w 7918980"/>
              <a:gd name="connsiteY31" fmla="*/ 816346 h 6858000"/>
              <a:gd name="connsiteX32" fmla="*/ 7211938 w 7918980"/>
              <a:gd name="connsiteY32" fmla="*/ 889417 h 6858000"/>
              <a:gd name="connsiteX33" fmla="*/ 7130024 w 7918980"/>
              <a:gd name="connsiteY33" fmla="*/ 1063288 h 6858000"/>
              <a:gd name="connsiteX34" fmla="*/ 7126817 w 7918980"/>
              <a:gd name="connsiteY34" fmla="*/ 1157176 h 6858000"/>
              <a:gd name="connsiteX35" fmla="*/ 7109474 w 7918980"/>
              <a:gd name="connsiteY35" fmla="*/ 1210776 h 6858000"/>
              <a:gd name="connsiteX36" fmla="*/ 7105443 w 7918980"/>
              <a:gd name="connsiteY36" fmla="*/ 1301993 h 6858000"/>
              <a:gd name="connsiteX37" fmla="*/ 7075215 w 7918980"/>
              <a:gd name="connsiteY37" fmla="*/ 1360879 h 6858000"/>
              <a:gd name="connsiteX38" fmla="*/ 7067477 w 7918980"/>
              <a:gd name="connsiteY38" fmla="*/ 1404045 h 6858000"/>
              <a:gd name="connsiteX39" fmla="*/ 7046803 w 7918980"/>
              <a:gd name="connsiteY39" fmla="*/ 1429568 h 6858000"/>
              <a:gd name="connsiteX40" fmla="*/ 7047831 w 7918980"/>
              <a:gd name="connsiteY40" fmla="*/ 1430305 h 6858000"/>
              <a:gd name="connsiteX41" fmla="*/ 7035374 w 7918980"/>
              <a:gd name="connsiteY41" fmla="*/ 1463304 h 6858000"/>
              <a:gd name="connsiteX42" fmla="*/ 7032938 w 7918980"/>
              <a:gd name="connsiteY42" fmla="*/ 1514846 h 6858000"/>
              <a:gd name="connsiteX43" fmla="*/ 7029397 w 7918980"/>
              <a:gd name="connsiteY43" fmla="*/ 1519731 h 6858000"/>
              <a:gd name="connsiteX44" fmla="*/ 7029620 w 7918980"/>
              <a:gd name="connsiteY44" fmla="*/ 1519929 h 6858000"/>
              <a:gd name="connsiteX45" fmla="*/ 7030612 w 7918980"/>
              <a:gd name="connsiteY45" fmla="*/ 1546022 h 6858000"/>
              <a:gd name="connsiteX46" fmla="*/ 7035010 w 7918980"/>
              <a:gd name="connsiteY46" fmla="*/ 1578752 h 6858000"/>
              <a:gd name="connsiteX47" fmla="*/ 7026513 w 7918980"/>
              <a:gd name="connsiteY47" fmla="*/ 1647555 h 6858000"/>
              <a:gd name="connsiteX48" fmla="*/ 7013857 w 7918980"/>
              <a:gd name="connsiteY48" fmla="*/ 1715685 h 6858000"/>
              <a:gd name="connsiteX49" fmla="*/ 7007215 w 7918980"/>
              <a:gd name="connsiteY49" fmla="*/ 1740358 h 6858000"/>
              <a:gd name="connsiteX50" fmla="*/ 7004455 w 7918980"/>
              <a:gd name="connsiteY50" fmla="*/ 1784314 h 6858000"/>
              <a:gd name="connsiteX51" fmla="*/ 7008825 w 7918980"/>
              <a:gd name="connsiteY51" fmla="*/ 1804434 h 6858000"/>
              <a:gd name="connsiteX52" fmla="*/ 7008048 w 7918980"/>
              <a:gd name="connsiteY52" fmla="*/ 1805316 h 6858000"/>
              <a:gd name="connsiteX53" fmla="*/ 7011573 w 7918980"/>
              <a:gd name="connsiteY53" fmla="*/ 1807109 h 6858000"/>
              <a:gd name="connsiteX54" fmla="*/ 7008900 w 7918980"/>
              <a:gd name="connsiteY54" fmla="*/ 1821003 h 6858000"/>
              <a:gd name="connsiteX55" fmla="*/ 7006523 w 7918980"/>
              <a:gd name="connsiteY55" fmla="*/ 1824832 h 6858000"/>
              <a:gd name="connsiteX56" fmla="*/ 7005215 w 7918980"/>
              <a:gd name="connsiteY56" fmla="*/ 1830429 h 6858000"/>
              <a:gd name="connsiteX57" fmla="*/ 7005505 w 7918980"/>
              <a:gd name="connsiteY57" fmla="*/ 1830569 h 6858000"/>
              <a:gd name="connsiteX58" fmla="*/ 7003643 w 7918980"/>
              <a:gd name="connsiteY58" fmla="*/ 1835810 h 6858000"/>
              <a:gd name="connsiteX59" fmla="*/ 6990432 w 7918980"/>
              <a:gd name="connsiteY59" fmla="*/ 1861483 h 6858000"/>
              <a:gd name="connsiteX60" fmla="*/ 6997246 w 7918980"/>
              <a:gd name="connsiteY60" fmla="*/ 1892417 h 6858000"/>
              <a:gd name="connsiteX61" fmla="*/ 7012242 w 7918980"/>
              <a:gd name="connsiteY61" fmla="*/ 1895114 h 6858000"/>
              <a:gd name="connsiteX62" fmla="*/ 7010080 w 7918980"/>
              <a:gd name="connsiteY62" fmla="*/ 1899379 h 6858000"/>
              <a:gd name="connsiteX63" fmla="*/ 7003451 w 7918980"/>
              <a:gd name="connsiteY63" fmla="*/ 1907867 h 6858000"/>
              <a:gd name="connsiteX64" fmla="*/ 7004341 w 7918980"/>
              <a:gd name="connsiteY64" fmla="*/ 1910265 h 6858000"/>
              <a:gd name="connsiteX65" fmla="*/ 7001248 w 7918980"/>
              <a:gd name="connsiteY65" fmla="*/ 1935584 h 6858000"/>
              <a:gd name="connsiteX66" fmla="*/ 7006599 w 7918980"/>
              <a:gd name="connsiteY66" fmla="*/ 1942021 h 6858000"/>
              <a:gd name="connsiteX67" fmla="*/ 7007460 w 7918980"/>
              <a:gd name="connsiteY67" fmla="*/ 1945112 h 6858000"/>
              <a:gd name="connsiteX68" fmla="*/ 6995756 w 7918980"/>
              <a:gd name="connsiteY68" fmla="*/ 1961162 h 6858000"/>
              <a:gd name="connsiteX69" fmla="*/ 6991493 w 7918980"/>
              <a:gd name="connsiteY69" fmla="*/ 1969445 h 6858000"/>
              <a:gd name="connsiteX70" fmla="*/ 6949577 w 7918980"/>
              <a:gd name="connsiteY70" fmla="*/ 2024270 h 6858000"/>
              <a:gd name="connsiteX71" fmla="*/ 6942508 w 7918980"/>
              <a:gd name="connsiteY71" fmla="*/ 2107942 h 6858000"/>
              <a:gd name="connsiteX72" fmla="*/ 6933336 w 7918980"/>
              <a:gd name="connsiteY72" fmla="*/ 2193455 h 6858000"/>
              <a:gd name="connsiteX73" fmla="*/ 6927972 w 7918980"/>
              <a:gd name="connsiteY73" fmla="*/ 2260088 h 6858000"/>
              <a:gd name="connsiteX74" fmla="*/ 6909058 w 7918980"/>
              <a:gd name="connsiteY74" fmla="*/ 2296008 h 6858000"/>
              <a:gd name="connsiteX75" fmla="*/ 6901810 w 7918980"/>
              <a:gd name="connsiteY75" fmla="*/ 2305564 h 6858000"/>
              <a:gd name="connsiteX76" fmla="*/ 6904482 w 7918980"/>
              <a:gd name="connsiteY76" fmla="*/ 2320214 h 6858000"/>
              <a:gd name="connsiteX77" fmla="*/ 6891885 w 7918980"/>
              <a:gd name="connsiteY77" fmla="*/ 2417011 h 6858000"/>
              <a:gd name="connsiteX78" fmla="*/ 6884970 w 7918980"/>
              <a:gd name="connsiteY78" fmla="*/ 2454207 h 6858000"/>
              <a:gd name="connsiteX79" fmla="*/ 6882954 w 7918980"/>
              <a:gd name="connsiteY79" fmla="*/ 2487203 h 6858000"/>
              <a:gd name="connsiteX80" fmla="*/ 6871484 w 7918980"/>
              <a:gd name="connsiteY80" fmla="*/ 2512282 h 6858000"/>
              <a:gd name="connsiteX81" fmla="*/ 6872496 w 7918980"/>
              <a:gd name="connsiteY81" fmla="*/ 2514318 h 6858000"/>
              <a:gd name="connsiteX82" fmla="*/ 6898111 w 7918980"/>
              <a:gd name="connsiteY82" fmla="*/ 2574334 h 6858000"/>
              <a:gd name="connsiteX83" fmla="*/ 6897017 w 7918980"/>
              <a:gd name="connsiteY83" fmla="*/ 2579877 h 6858000"/>
              <a:gd name="connsiteX84" fmla="*/ 6897171 w 7918980"/>
              <a:gd name="connsiteY84" fmla="*/ 2608928 h 6858000"/>
              <a:gd name="connsiteX85" fmla="*/ 6896584 w 7918980"/>
              <a:gd name="connsiteY85" fmla="*/ 2613111 h 6858000"/>
              <a:gd name="connsiteX86" fmla="*/ 6888164 w 7918980"/>
              <a:gd name="connsiteY86" fmla="*/ 2621996 h 6858000"/>
              <a:gd name="connsiteX87" fmla="*/ 6890652 w 7918980"/>
              <a:gd name="connsiteY87" fmla="*/ 2634265 h 6858000"/>
              <a:gd name="connsiteX88" fmla="*/ 6882034 w 7918980"/>
              <a:gd name="connsiteY88" fmla="*/ 2647237 h 6858000"/>
              <a:gd name="connsiteX89" fmla="*/ 6888195 w 7918980"/>
              <a:gd name="connsiteY89" fmla="*/ 2650786 h 6858000"/>
              <a:gd name="connsiteX90" fmla="*/ 6894052 w 7918980"/>
              <a:gd name="connsiteY90" fmla="*/ 2661993 h 6858000"/>
              <a:gd name="connsiteX91" fmla="*/ 6885953 w 7918980"/>
              <a:gd name="connsiteY91" fmla="*/ 2670949 h 6858000"/>
              <a:gd name="connsiteX92" fmla="*/ 6880156 w 7918980"/>
              <a:gd name="connsiteY92" fmla="*/ 2690255 h 6858000"/>
              <a:gd name="connsiteX93" fmla="*/ 6881009 w 7918980"/>
              <a:gd name="connsiteY93" fmla="*/ 2695683 h 6858000"/>
              <a:gd name="connsiteX94" fmla="*/ 6870001 w 7918980"/>
              <a:gd name="connsiteY94" fmla="*/ 2713964 h 6858000"/>
              <a:gd name="connsiteX95" fmla="*/ 6864441 w 7918980"/>
              <a:gd name="connsiteY95" fmla="*/ 2730175 h 6858000"/>
              <a:gd name="connsiteX96" fmla="*/ 6875107 w 7918980"/>
              <a:gd name="connsiteY96" fmla="*/ 2763497 h 6858000"/>
              <a:gd name="connsiteX97" fmla="*/ 6837349 w 7918980"/>
              <a:gd name="connsiteY97" fmla="*/ 3051539 h 6858000"/>
              <a:gd name="connsiteX98" fmla="*/ 6835698 w 7918980"/>
              <a:gd name="connsiteY98" fmla="*/ 3060333 h 6858000"/>
              <a:gd name="connsiteX99" fmla="*/ 6837785 w 7918980"/>
              <a:gd name="connsiteY99" fmla="*/ 3065434 h 6858000"/>
              <a:gd name="connsiteX100" fmla="*/ 6834476 w 7918980"/>
              <a:gd name="connsiteY100" fmla="*/ 3066836 h 6858000"/>
              <a:gd name="connsiteX101" fmla="*/ 6831096 w 7918980"/>
              <a:gd name="connsiteY101" fmla="*/ 3084834 h 6858000"/>
              <a:gd name="connsiteX102" fmla="*/ 6831305 w 7918980"/>
              <a:gd name="connsiteY102" fmla="*/ 3097259 h 6858000"/>
              <a:gd name="connsiteX103" fmla="*/ 6828050 w 7918980"/>
              <a:gd name="connsiteY103" fmla="*/ 3101053 h 6858000"/>
              <a:gd name="connsiteX104" fmla="*/ 6827093 w 7918980"/>
              <a:gd name="connsiteY104" fmla="*/ 3106151 h 6858000"/>
              <a:gd name="connsiteX105" fmla="*/ 6833251 w 7918980"/>
              <a:gd name="connsiteY105" fmla="*/ 3116747 h 6858000"/>
              <a:gd name="connsiteX106" fmla="*/ 6825921 w 7918980"/>
              <a:gd name="connsiteY106" fmla="*/ 3151828 h 6858000"/>
              <a:gd name="connsiteX107" fmla="*/ 6825863 w 7918980"/>
              <a:gd name="connsiteY107" fmla="*/ 3180546 h 6858000"/>
              <a:gd name="connsiteX108" fmla="*/ 6839691 w 7918980"/>
              <a:gd name="connsiteY108" fmla="*/ 3258677 h 6858000"/>
              <a:gd name="connsiteX109" fmla="*/ 6840898 w 7918980"/>
              <a:gd name="connsiteY109" fmla="*/ 3262610 h 6858000"/>
              <a:gd name="connsiteX110" fmla="*/ 6834652 w 7918980"/>
              <a:gd name="connsiteY110" fmla="*/ 3277179 h 6858000"/>
              <a:gd name="connsiteX111" fmla="*/ 6832324 w 7918980"/>
              <a:gd name="connsiteY111" fmla="*/ 3278130 h 6858000"/>
              <a:gd name="connsiteX112" fmla="*/ 6849750 w 7918980"/>
              <a:gd name="connsiteY112" fmla="*/ 3325671 h 6858000"/>
              <a:gd name="connsiteX113" fmla="*/ 6847551 w 7918980"/>
              <a:gd name="connsiteY113" fmla="*/ 3332072 h 6858000"/>
              <a:gd name="connsiteX114" fmla="*/ 6864685 w 7918980"/>
              <a:gd name="connsiteY114" fmla="*/ 3362948 h 6858000"/>
              <a:gd name="connsiteX115" fmla="*/ 6870457 w 7918980"/>
              <a:gd name="connsiteY115" fmla="*/ 3378959 h 6858000"/>
              <a:gd name="connsiteX116" fmla="*/ 6883738 w 7918980"/>
              <a:gd name="connsiteY116" fmla="*/ 3407057 h 6858000"/>
              <a:gd name="connsiteX117" fmla="*/ 6881948 w 7918980"/>
              <a:gd name="connsiteY117" fmla="*/ 3409825 h 6858000"/>
              <a:gd name="connsiteX118" fmla="*/ 6885647 w 7918980"/>
              <a:gd name="connsiteY118" fmla="*/ 3415218 h 6858000"/>
              <a:gd name="connsiteX119" fmla="*/ 6883908 w 7918980"/>
              <a:gd name="connsiteY119" fmla="*/ 3419880 h 6858000"/>
              <a:gd name="connsiteX120" fmla="*/ 6885903 w 7918980"/>
              <a:gd name="connsiteY120" fmla="*/ 3424545 h 6858000"/>
              <a:gd name="connsiteX121" fmla="*/ 6887603 w 7918980"/>
              <a:gd name="connsiteY121" fmla="*/ 3476412 h 6858000"/>
              <a:gd name="connsiteX122" fmla="*/ 6892664 w 7918980"/>
              <a:gd name="connsiteY122" fmla="*/ 3486850 h 6858000"/>
              <a:gd name="connsiteX123" fmla="*/ 6886319 w 7918980"/>
              <a:gd name="connsiteY123" fmla="*/ 3496391 h 6858000"/>
              <a:gd name="connsiteX124" fmla="*/ 6893119 w 7918980"/>
              <a:gd name="connsiteY124" fmla="*/ 3531201 h 6858000"/>
              <a:gd name="connsiteX125" fmla="*/ 6902876 w 7918980"/>
              <a:gd name="connsiteY125" fmla="*/ 3542019 h 6858000"/>
              <a:gd name="connsiteX126" fmla="*/ 6910520 w 7918980"/>
              <a:gd name="connsiteY126" fmla="*/ 3552249 h 6858000"/>
              <a:gd name="connsiteX127" fmla="*/ 6910882 w 7918980"/>
              <a:gd name="connsiteY127" fmla="*/ 3553678 h 6858000"/>
              <a:gd name="connsiteX128" fmla="*/ 6914489 w 7918980"/>
              <a:gd name="connsiteY128" fmla="*/ 3568021 h 6858000"/>
              <a:gd name="connsiteX129" fmla="*/ 6914914 w 7918980"/>
              <a:gd name="connsiteY129" fmla="*/ 3569719 h 6858000"/>
              <a:gd name="connsiteX130" fmla="*/ 6912342 w 7918980"/>
              <a:gd name="connsiteY130" fmla="*/ 3586412 h 6858000"/>
              <a:gd name="connsiteX131" fmla="*/ 6915338 w 7918980"/>
              <a:gd name="connsiteY131" fmla="*/ 3597336 h 6858000"/>
              <a:gd name="connsiteX132" fmla="*/ 6907234 w 7918980"/>
              <a:gd name="connsiteY132" fmla="*/ 3606007 h 6858000"/>
              <a:gd name="connsiteX133" fmla="*/ 6907261 w 7918980"/>
              <a:gd name="connsiteY133" fmla="*/ 3641228 h 6858000"/>
              <a:gd name="connsiteX134" fmla="*/ 6914828 w 7918980"/>
              <a:gd name="connsiteY134" fmla="*/ 3653088 h 6858000"/>
              <a:gd name="connsiteX135" fmla="*/ 6920416 w 7918980"/>
              <a:gd name="connsiteY135" fmla="*/ 3664114 h 6858000"/>
              <a:gd name="connsiteX136" fmla="*/ 6920498 w 7918980"/>
              <a:gd name="connsiteY136" fmla="*/ 3665569 h 6858000"/>
              <a:gd name="connsiteX137" fmla="*/ 6922809 w 7918980"/>
              <a:gd name="connsiteY137" fmla="*/ 3707357 h 6858000"/>
              <a:gd name="connsiteX138" fmla="*/ 6937676 w 7918980"/>
              <a:gd name="connsiteY138" fmla="*/ 3778166 h 6858000"/>
              <a:gd name="connsiteX139" fmla="*/ 6958359 w 7918980"/>
              <a:gd name="connsiteY139" fmla="*/ 3878222 h 6858000"/>
              <a:gd name="connsiteX140" fmla="*/ 6953118 w 7918980"/>
              <a:gd name="connsiteY140" fmla="*/ 4048117 h 6858000"/>
              <a:gd name="connsiteX141" fmla="*/ 6913020 w 7918980"/>
              <a:gd name="connsiteY141" fmla="*/ 4219510 h 6858000"/>
              <a:gd name="connsiteX142" fmla="*/ 6915792 w 7918980"/>
              <a:gd name="connsiteY142" fmla="*/ 4411258 h 6858000"/>
              <a:gd name="connsiteX143" fmla="*/ 6907579 w 7918980"/>
              <a:gd name="connsiteY143" fmla="*/ 4488531 h 6858000"/>
              <a:gd name="connsiteX144" fmla="*/ 6907052 w 7918980"/>
              <a:gd name="connsiteY144" fmla="*/ 4539168 h 6858000"/>
              <a:gd name="connsiteX145" fmla="*/ 6891916 w 7918980"/>
              <a:gd name="connsiteY145" fmla="*/ 4625153 h 6858000"/>
              <a:gd name="connsiteX146" fmla="*/ 6882094 w 7918980"/>
              <a:gd name="connsiteY146" fmla="*/ 4733115 h 6858000"/>
              <a:gd name="connsiteX147" fmla="*/ 6860189 w 7918980"/>
              <a:gd name="connsiteY147" fmla="*/ 4844323 h 6858000"/>
              <a:gd name="connsiteX148" fmla="*/ 6843618 w 7918980"/>
              <a:gd name="connsiteY148" fmla="*/ 4877992 h 6858000"/>
              <a:gd name="connsiteX149" fmla="*/ 6829393 w 7918980"/>
              <a:gd name="connsiteY149" fmla="*/ 4925805 h 6858000"/>
              <a:gd name="connsiteX150" fmla="*/ 6794017 w 7918980"/>
              <a:gd name="connsiteY150" fmla="*/ 5009272 h 6858000"/>
              <a:gd name="connsiteX151" fmla="*/ 6786085 w 7918980"/>
              <a:gd name="connsiteY151" fmla="*/ 5111369 h 6858000"/>
              <a:gd name="connsiteX152" fmla="*/ 6799321 w 7918980"/>
              <a:gd name="connsiteY152" fmla="*/ 5210876 h 6858000"/>
              <a:gd name="connsiteX153" fmla="*/ 6803597 w 7918980"/>
              <a:gd name="connsiteY153" fmla="*/ 5269726 h 6858000"/>
              <a:gd name="connsiteX154" fmla="*/ 6820713 w 7918980"/>
              <a:gd name="connsiteY154" fmla="*/ 5464225 h 6858000"/>
              <a:gd name="connsiteX155" fmla="*/ 6824380 w 7918980"/>
              <a:gd name="connsiteY155" fmla="*/ 5594585 h 6858000"/>
              <a:gd name="connsiteX156" fmla="*/ 6806680 w 7918980"/>
              <a:gd name="connsiteY156" fmla="*/ 5667896 h 6858000"/>
              <a:gd name="connsiteX157" fmla="*/ 6791486 w 7918980"/>
              <a:gd name="connsiteY157" fmla="*/ 5769225 h 6858000"/>
              <a:gd name="connsiteX158" fmla="*/ 6792745 w 7918980"/>
              <a:gd name="connsiteY158" fmla="*/ 5823324 h 6858000"/>
              <a:gd name="connsiteX159" fmla="*/ 6789109 w 7918980"/>
              <a:gd name="connsiteY159" fmla="*/ 5862699 h 6858000"/>
              <a:gd name="connsiteX160" fmla="*/ 6793675 w 7918980"/>
              <a:gd name="connsiteY160" fmla="*/ 5906467 h 6858000"/>
              <a:gd name="connsiteX161" fmla="*/ 6814548 w 7918980"/>
              <a:gd name="connsiteY161" fmla="*/ 5939847 h 6858000"/>
              <a:gd name="connsiteX162" fmla="*/ 6809795 w 7918980"/>
              <a:gd name="connsiteY162" fmla="*/ 5973994 h 6858000"/>
              <a:gd name="connsiteX163" fmla="*/ 6810756 w 7918980"/>
              <a:gd name="connsiteY163" fmla="*/ 6089693 h 6858000"/>
              <a:gd name="connsiteX164" fmla="*/ 6814601 w 7918980"/>
              <a:gd name="connsiteY164" fmla="*/ 6224938 h 6858000"/>
              <a:gd name="connsiteX165" fmla="*/ 6840137 w 7918980"/>
              <a:gd name="connsiteY165" fmla="*/ 6370251 h 6858000"/>
              <a:gd name="connsiteX166" fmla="*/ 6863777 w 7918980"/>
              <a:gd name="connsiteY166" fmla="*/ 6541313 h 6858000"/>
              <a:gd name="connsiteX167" fmla="*/ 6868355 w 7918980"/>
              <a:gd name="connsiteY167" fmla="*/ 6640957 h 6858000"/>
              <a:gd name="connsiteX168" fmla="*/ 6881422 w 7918980"/>
              <a:gd name="connsiteY168" fmla="*/ 6705297 h 6858000"/>
              <a:gd name="connsiteX169" fmla="*/ 6894105 w 7918980"/>
              <a:gd name="connsiteY169" fmla="*/ 6759582 h 6858000"/>
              <a:gd name="connsiteX170" fmla="*/ 6892152 w 7918980"/>
              <a:gd name="connsiteY170" fmla="*/ 6817746 h 6858000"/>
              <a:gd name="connsiteX171" fmla="*/ 6895302 w 7918980"/>
              <a:gd name="connsiteY171" fmla="*/ 6843646 h 6858000"/>
              <a:gd name="connsiteX172" fmla="*/ 6914368 w 7918980"/>
              <a:gd name="connsiteY172" fmla="*/ 6857998 h 6858000"/>
              <a:gd name="connsiteX173" fmla="*/ 7549620 w 7918980"/>
              <a:gd name="connsiteY173" fmla="*/ 6857998 h 6858000"/>
              <a:gd name="connsiteX174" fmla="*/ 7918980 w 7918980"/>
              <a:gd name="connsiteY174" fmla="*/ 6857998 h 6858000"/>
              <a:gd name="connsiteX175" fmla="*/ 7918980 w 7918980"/>
              <a:gd name="connsiteY175" fmla="*/ 6858000 h 6858000"/>
              <a:gd name="connsiteX176" fmla="*/ 7549620 w 7918980"/>
              <a:gd name="connsiteY176" fmla="*/ 6858000 h 6858000"/>
              <a:gd name="connsiteX177" fmla="*/ 6658851 w 7918980"/>
              <a:gd name="connsiteY177" fmla="*/ 6858000 h 6858000"/>
              <a:gd name="connsiteX178" fmla="*/ 2092387 w 7918980"/>
              <a:gd name="connsiteY178" fmla="*/ 6858000 h 6858000"/>
              <a:gd name="connsiteX179" fmla="*/ 1822980 w 7918980"/>
              <a:gd name="connsiteY179" fmla="*/ 6858000 h 6858000"/>
              <a:gd name="connsiteX180" fmla="*/ 727500 w 7918980"/>
              <a:gd name="connsiteY180" fmla="*/ 6858000 h 6858000"/>
              <a:gd name="connsiteX181" fmla="*/ 504457 w 7918980"/>
              <a:gd name="connsiteY181" fmla="*/ 6858000 h 6858000"/>
              <a:gd name="connsiteX182" fmla="*/ 0 w 7918980"/>
              <a:gd name="connsiteY182" fmla="*/ 6858000 h 6858000"/>
              <a:gd name="connsiteX0" fmla="*/ 0 w 7918980"/>
              <a:gd name="connsiteY0" fmla="*/ 0 h 6858000"/>
              <a:gd name="connsiteX1" fmla="*/ 504457 w 7918980"/>
              <a:gd name="connsiteY1" fmla="*/ 0 h 6858000"/>
              <a:gd name="connsiteX2" fmla="*/ 727500 w 7918980"/>
              <a:gd name="connsiteY2" fmla="*/ 0 h 6858000"/>
              <a:gd name="connsiteX3" fmla="*/ 1822980 w 7918980"/>
              <a:gd name="connsiteY3" fmla="*/ 0 h 6858000"/>
              <a:gd name="connsiteX4" fmla="*/ 2092387 w 7918980"/>
              <a:gd name="connsiteY4" fmla="*/ 0 h 6858000"/>
              <a:gd name="connsiteX5" fmla="*/ 7076514 w 7918980"/>
              <a:gd name="connsiteY5" fmla="*/ 0 h 6858000"/>
              <a:gd name="connsiteX6" fmla="*/ 7264525 w 7918980"/>
              <a:gd name="connsiteY6" fmla="*/ 0 h 6858000"/>
              <a:gd name="connsiteX7" fmla="*/ 7390497 w 7918980"/>
              <a:gd name="connsiteY7" fmla="*/ 0 h 6858000"/>
              <a:gd name="connsiteX8" fmla="*/ 7389918 w 7918980"/>
              <a:gd name="connsiteY8" fmla="*/ 1705 h 6858000"/>
              <a:gd name="connsiteX9" fmla="*/ 7374574 w 7918980"/>
              <a:gd name="connsiteY9" fmla="*/ 17287 h 6858000"/>
              <a:gd name="connsiteX10" fmla="*/ 7368621 w 7918980"/>
              <a:gd name="connsiteY10" fmla="*/ 130336 h 6858000"/>
              <a:gd name="connsiteX11" fmla="*/ 7361269 w 7918980"/>
              <a:gd name="connsiteY11" fmla="*/ 187093 h 6858000"/>
              <a:gd name="connsiteX12" fmla="*/ 7368770 w 7918980"/>
              <a:gd name="connsiteY12" fmla="*/ 265704 h 6858000"/>
              <a:gd name="connsiteX13" fmla="*/ 7365293 w 7918980"/>
              <a:gd name="connsiteY13" fmla="*/ 354566 h 6858000"/>
              <a:gd name="connsiteX14" fmla="*/ 7347106 w 7918980"/>
              <a:gd name="connsiteY14" fmla="*/ 472000 h 6858000"/>
              <a:gd name="connsiteX15" fmla="*/ 7345150 w 7918980"/>
              <a:gd name="connsiteY15" fmla="*/ 473782 h 6858000"/>
              <a:gd name="connsiteX16" fmla="*/ 7344778 w 7918980"/>
              <a:gd name="connsiteY16" fmla="*/ 491380 h 6858000"/>
              <a:gd name="connsiteX17" fmla="*/ 7359399 w 7918980"/>
              <a:gd name="connsiteY17" fmla="*/ 531675 h 6858000"/>
              <a:gd name="connsiteX18" fmla="*/ 7356415 w 7918980"/>
              <a:gd name="connsiteY18" fmla="*/ 536015 h 6858000"/>
              <a:gd name="connsiteX19" fmla="*/ 7361068 w 7918980"/>
              <a:gd name="connsiteY19" fmla="*/ 572092 h 6858000"/>
              <a:gd name="connsiteX20" fmla="*/ 7359041 w 7918980"/>
              <a:gd name="connsiteY20" fmla="*/ 572511 h 6858000"/>
              <a:gd name="connsiteX21" fmla="*/ 7351198 w 7918980"/>
              <a:gd name="connsiteY21" fmla="*/ 582332 h 6858000"/>
              <a:gd name="connsiteX22" fmla="*/ 7340991 w 7918980"/>
              <a:gd name="connsiteY22" fmla="*/ 601285 h 6858000"/>
              <a:gd name="connsiteX23" fmla="*/ 7296154 w 7918980"/>
              <a:gd name="connsiteY23" fmla="*/ 681608 h 6858000"/>
              <a:gd name="connsiteX24" fmla="*/ 7295943 w 7918980"/>
              <a:gd name="connsiteY24" fmla="*/ 689151 h 6858000"/>
              <a:gd name="connsiteX25" fmla="*/ 7295465 w 7918980"/>
              <a:gd name="connsiteY25" fmla="*/ 689289 h 6858000"/>
              <a:gd name="connsiteX26" fmla="*/ 7294306 w 7918980"/>
              <a:gd name="connsiteY26" fmla="*/ 697222 h 6858000"/>
              <a:gd name="connsiteX27" fmla="*/ 7295144 w 7918980"/>
              <a:gd name="connsiteY27" fmla="*/ 717531 h 6858000"/>
              <a:gd name="connsiteX28" fmla="*/ 7291871 w 7918980"/>
              <a:gd name="connsiteY28" fmla="*/ 722494 h 6858000"/>
              <a:gd name="connsiteX29" fmla="*/ 7286061 w 7918980"/>
              <a:gd name="connsiteY29" fmla="*/ 724368 h 6858000"/>
              <a:gd name="connsiteX30" fmla="*/ 7269961 w 7918980"/>
              <a:gd name="connsiteY30" fmla="*/ 752692 h 6858000"/>
              <a:gd name="connsiteX31" fmla="*/ 7240170 w 7918980"/>
              <a:gd name="connsiteY31" fmla="*/ 816346 h 6858000"/>
              <a:gd name="connsiteX32" fmla="*/ 7211938 w 7918980"/>
              <a:gd name="connsiteY32" fmla="*/ 889417 h 6858000"/>
              <a:gd name="connsiteX33" fmla="*/ 7130024 w 7918980"/>
              <a:gd name="connsiteY33" fmla="*/ 1063288 h 6858000"/>
              <a:gd name="connsiteX34" fmla="*/ 7126817 w 7918980"/>
              <a:gd name="connsiteY34" fmla="*/ 1157176 h 6858000"/>
              <a:gd name="connsiteX35" fmla="*/ 7109474 w 7918980"/>
              <a:gd name="connsiteY35" fmla="*/ 1210776 h 6858000"/>
              <a:gd name="connsiteX36" fmla="*/ 7105443 w 7918980"/>
              <a:gd name="connsiteY36" fmla="*/ 1301993 h 6858000"/>
              <a:gd name="connsiteX37" fmla="*/ 7075215 w 7918980"/>
              <a:gd name="connsiteY37" fmla="*/ 1360879 h 6858000"/>
              <a:gd name="connsiteX38" fmla="*/ 7067477 w 7918980"/>
              <a:gd name="connsiteY38" fmla="*/ 1404045 h 6858000"/>
              <a:gd name="connsiteX39" fmla="*/ 7046803 w 7918980"/>
              <a:gd name="connsiteY39" fmla="*/ 1429568 h 6858000"/>
              <a:gd name="connsiteX40" fmla="*/ 7047831 w 7918980"/>
              <a:gd name="connsiteY40" fmla="*/ 1430305 h 6858000"/>
              <a:gd name="connsiteX41" fmla="*/ 7035374 w 7918980"/>
              <a:gd name="connsiteY41" fmla="*/ 1463304 h 6858000"/>
              <a:gd name="connsiteX42" fmla="*/ 7032938 w 7918980"/>
              <a:gd name="connsiteY42" fmla="*/ 1514846 h 6858000"/>
              <a:gd name="connsiteX43" fmla="*/ 7029397 w 7918980"/>
              <a:gd name="connsiteY43" fmla="*/ 1519731 h 6858000"/>
              <a:gd name="connsiteX44" fmla="*/ 7029620 w 7918980"/>
              <a:gd name="connsiteY44" fmla="*/ 1519929 h 6858000"/>
              <a:gd name="connsiteX45" fmla="*/ 7030612 w 7918980"/>
              <a:gd name="connsiteY45" fmla="*/ 1546022 h 6858000"/>
              <a:gd name="connsiteX46" fmla="*/ 7035010 w 7918980"/>
              <a:gd name="connsiteY46" fmla="*/ 1578752 h 6858000"/>
              <a:gd name="connsiteX47" fmla="*/ 7026513 w 7918980"/>
              <a:gd name="connsiteY47" fmla="*/ 1647555 h 6858000"/>
              <a:gd name="connsiteX48" fmla="*/ 7013857 w 7918980"/>
              <a:gd name="connsiteY48" fmla="*/ 1715685 h 6858000"/>
              <a:gd name="connsiteX49" fmla="*/ 7007215 w 7918980"/>
              <a:gd name="connsiteY49" fmla="*/ 1740358 h 6858000"/>
              <a:gd name="connsiteX50" fmla="*/ 7004455 w 7918980"/>
              <a:gd name="connsiteY50" fmla="*/ 1784314 h 6858000"/>
              <a:gd name="connsiteX51" fmla="*/ 7008825 w 7918980"/>
              <a:gd name="connsiteY51" fmla="*/ 1804434 h 6858000"/>
              <a:gd name="connsiteX52" fmla="*/ 7008048 w 7918980"/>
              <a:gd name="connsiteY52" fmla="*/ 1805316 h 6858000"/>
              <a:gd name="connsiteX53" fmla="*/ 7011573 w 7918980"/>
              <a:gd name="connsiteY53" fmla="*/ 1807109 h 6858000"/>
              <a:gd name="connsiteX54" fmla="*/ 7008900 w 7918980"/>
              <a:gd name="connsiteY54" fmla="*/ 1821003 h 6858000"/>
              <a:gd name="connsiteX55" fmla="*/ 7006523 w 7918980"/>
              <a:gd name="connsiteY55" fmla="*/ 1824832 h 6858000"/>
              <a:gd name="connsiteX56" fmla="*/ 7005215 w 7918980"/>
              <a:gd name="connsiteY56" fmla="*/ 1830429 h 6858000"/>
              <a:gd name="connsiteX57" fmla="*/ 7005505 w 7918980"/>
              <a:gd name="connsiteY57" fmla="*/ 1830569 h 6858000"/>
              <a:gd name="connsiteX58" fmla="*/ 7003643 w 7918980"/>
              <a:gd name="connsiteY58" fmla="*/ 1835810 h 6858000"/>
              <a:gd name="connsiteX59" fmla="*/ 6990432 w 7918980"/>
              <a:gd name="connsiteY59" fmla="*/ 1861483 h 6858000"/>
              <a:gd name="connsiteX60" fmla="*/ 6997246 w 7918980"/>
              <a:gd name="connsiteY60" fmla="*/ 1892417 h 6858000"/>
              <a:gd name="connsiteX61" fmla="*/ 7012242 w 7918980"/>
              <a:gd name="connsiteY61" fmla="*/ 1895114 h 6858000"/>
              <a:gd name="connsiteX62" fmla="*/ 7010080 w 7918980"/>
              <a:gd name="connsiteY62" fmla="*/ 1899379 h 6858000"/>
              <a:gd name="connsiteX63" fmla="*/ 7003451 w 7918980"/>
              <a:gd name="connsiteY63" fmla="*/ 1907867 h 6858000"/>
              <a:gd name="connsiteX64" fmla="*/ 7004341 w 7918980"/>
              <a:gd name="connsiteY64" fmla="*/ 1910265 h 6858000"/>
              <a:gd name="connsiteX65" fmla="*/ 7001248 w 7918980"/>
              <a:gd name="connsiteY65" fmla="*/ 1935584 h 6858000"/>
              <a:gd name="connsiteX66" fmla="*/ 7006599 w 7918980"/>
              <a:gd name="connsiteY66" fmla="*/ 1942021 h 6858000"/>
              <a:gd name="connsiteX67" fmla="*/ 7007460 w 7918980"/>
              <a:gd name="connsiteY67" fmla="*/ 1945112 h 6858000"/>
              <a:gd name="connsiteX68" fmla="*/ 6995756 w 7918980"/>
              <a:gd name="connsiteY68" fmla="*/ 1961162 h 6858000"/>
              <a:gd name="connsiteX69" fmla="*/ 6949577 w 7918980"/>
              <a:gd name="connsiteY69" fmla="*/ 2024270 h 6858000"/>
              <a:gd name="connsiteX70" fmla="*/ 6942508 w 7918980"/>
              <a:gd name="connsiteY70" fmla="*/ 2107942 h 6858000"/>
              <a:gd name="connsiteX71" fmla="*/ 6933336 w 7918980"/>
              <a:gd name="connsiteY71" fmla="*/ 2193455 h 6858000"/>
              <a:gd name="connsiteX72" fmla="*/ 6927972 w 7918980"/>
              <a:gd name="connsiteY72" fmla="*/ 2260088 h 6858000"/>
              <a:gd name="connsiteX73" fmla="*/ 6909058 w 7918980"/>
              <a:gd name="connsiteY73" fmla="*/ 2296008 h 6858000"/>
              <a:gd name="connsiteX74" fmla="*/ 6901810 w 7918980"/>
              <a:gd name="connsiteY74" fmla="*/ 2305564 h 6858000"/>
              <a:gd name="connsiteX75" fmla="*/ 6904482 w 7918980"/>
              <a:gd name="connsiteY75" fmla="*/ 2320214 h 6858000"/>
              <a:gd name="connsiteX76" fmla="*/ 6891885 w 7918980"/>
              <a:gd name="connsiteY76" fmla="*/ 2417011 h 6858000"/>
              <a:gd name="connsiteX77" fmla="*/ 6884970 w 7918980"/>
              <a:gd name="connsiteY77" fmla="*/ 2454207 h 6858000"/>
              <a:gd name="connsiteX78" fmla="*/ 6882954 w 7918980"/>
              <a:gd name="connsiteY78" fmla="*/ 2487203 h 6858000"/>
              <a:gd name="connsiteX79" fmla="*/ 6871484 w 7918980"/>
              <a:gd name="connsiteY79" fmla="*/ 2512282 h 6858000"/>
              <a:gd name="connsiteX80" fmla="*/ 6872496 w 7918980"/>
              <a:gd name="connsiteY80" fmla="*/ 2514318 h 6858000"/>
              <a:gd name="connsiteX81" fmla="*/ 6898111 w 7918980"/>
              <a:gd name="connsiteY81" fmla="*/ 2574334 h 6858000"/>
              <a:gd name="connsiteX82" fmla="*/ 6897017 w 7918980"/>
              <a:gd name="connsiteY82" fmla="*/ 2579877 h 6858000"/>
              <a:gd name="connsiteX83" fmla="*/ 6897171 w 7918980"/>
              <a:gd name="connsiteY83" fmla="*/ 2608928 h 6858000"/>
              <a:gd name="connsiteX84" fmla="*/ 6896584 w 7918980"/>
              <a:gd name="connsiteY84" fmla="*/ 2613111 h 6858000"/>
              <a:gd name="connsiteX85" fmla="*/ 6888164 w 7918980"/>
              <a:gd name="connsiteY85" fmla="*/ 2621996 h 6858000"/>
              <a:gd name="connsiteX86" fmla="*/ 6890652 w 7918980"/>
              <a:gd name="connsiteY86" fmla="*/ 2634265 h 6858000"/>
              <a:gd name="connsiteX87" fmla="*/ 6882034 w 7918980"/>
              <a:gd name="connsiteY87" fmla="*/ 2647237 h 6858000"/>
              <a:gd name="connsiteX88" fmla="*/ 6888195 w 7918980"/>
              <a:gd name="connsiteY88" fmla="*/ 2650786 h 6858000"/>
              <a:gd name="connsiteX89" fmla="*/ 6894052 w 7918980"/>
              <a:gd name="connsiteY89" fmla="*/ 2661993 h 6858000"/>
              <a:gd name="connsiteX90" fmla="*/ 6885953 w 7918980"/>
              <a:gd name="connsiteY90" fmla="*/ 2670949 h 6858000"/>
              <a:gd name="connsiteX91" fmla="*/ 6880156 w 7918980"/>
              <a:gd name="connsiteY91" fmla="*/ 2690255 h 6858000"/>
              <a:gd name="connsiteX92" fmla="*/ 6881009 w 7918980"/>
              <a:gd name="connsiteY92" fmla="*/ 2695683 h 6858000"/>
              <a:gd name="connsiteX93" fmla="*/ 6870001 w 7918980"/>
              <a:gd name="connsiteY93" fmla="*/ 2713964 h 6858000"/>
              <a:gd name="connsiteX94" fmla="*/ 6864441 w 7918980"/>
              <a:gd name="connsiteY94" fmla="*/ 2730175 h 6858000"/>
              <a:gd name="connsiteX95" fmla="*/ 6875107 w 7918980"/>
              <a:gd name="connsiteY95" fmla="*/ 2763497 h 6858000"/>
              <a:gd name="connsiteX96" fmla="*/ 6837349 w 7918980"/>
              <a:gd name="connsiteY96" fmla="*/ 3051539 h 6858000"/>
              <a:gd name="connsiteX97" fmla="*/ 6835698 w 7918980"/>
              <a:gd name="connsiteY97" fmla="*/ 3060333 h 6858000"/>
              <a:gd name="connsiteX98" fmla="*/ 6837785 w 7918980"/>
              <a:gd name="connsiteY98" fmla="*/ 3065434 h 6858000"/>
              <a:gd name="connsiteX99" fmla="*/ 6834476 w 7918980"/>
              <a:gd name="connsiteY99" fmla="*/ 3066836 h 6858000"/>
              <a:gd name="connsiteX100" fmla="*/ 6831096 w 7918980"/>
              <a:gd name="connsiteY100" fmla="*/ 3084834 h 6858000"/>
              <a:gd name="connsiteX101" fmla="*/ 6831305 w 7918980"/>
              <a:gd name="connsiteY101" fmla="*/ 3097259 h 6858000"/>
              <a:gd name="connsiteX102" fmla="*/ 6828050 w 7918980"/>
              <a:gd name="connsiteY102" fmla="*/ 3101053 h 6858000"/>
              <a:gd name="connsiteX103" fmla="*/ 6827093 w 7918980"/>
              <a:gd name="connsiteY103" fmla="*/ 3106151 h 6858000"/>
              <a:gd name="connsiteX104" fmla="*/ 6833251 w 7918980"/>
              <a:gd name="connsiteY104" fmla="*/ 3116747 h 6858000"/>
              <a:gd name="connsiteX105" fmla="*/ 6825921 w 7918980"/>
              <a:gd name="connsiteY105" fmla="*/ 3151828 h 6858000"/>
              <a:gd name="connsiteX106" fmla="*/ 6825863 w 7918980"/>
              <a:gd name="connsiteY106" fmla="*/ 3180546 h 6858000"/>
              <a:gd name="connsiteX107" fmla="*/ 6839691 w 7918980"/>
              <a:gd name="connsiteY107" fmla="*/ 3258677 h 6858000"/>
              <a:gd name="connsiteX108" fmla="*/ 6840898 w 7918980"/>
              <a:gd name="connsiteY108" fmla="*/ 3262610 h 6858000"/>
              <a:gd name="connsiteX109" fmla="*/ 6834652 w 7918980"/>
              <a:gd name="connsiteY109" fmla="*/ 3277179 h 6858000"/>
              <a:gd name="connsiteX110" fmla="*/ 6832324 w 7918980"/>
              <a:gd name="connsiteY110" fmla="*/ 3278130 h 6858000"/>
              <a:gd name="connsiteX111" fmla="*/ 6849750 w 7918980"/>
              <a:gd name="connsiteY111" fmla="*/ 3325671 h 6858000"/>
              <a:gd name="connsiteX112" fmla="*/ 6847551 w 7918980"/>
              <a:gd name="connsiteY112" fmla="*/ 3332072 h 6858000"/>
              <a:gd name="connsiteX113" fmla="*/ 6864685 w 7918980"/>
              <a:gd name="connsiteY113" fmla="*/ 3362948 h 6858000"/>
              <a:gd name="connsiteX114" fmla="*/ 6870457 w 7918980"/>
              <a:gd name="connsiteY114" fmla="*/ 3378959 h 6858000"/>
              <a:gd name="connsiteX115" fmla="*/ 6883738 w 7918980"/>
              <a:gd name="connsiteY115" fmla="*/ 3407057 h 6858000"/>
              <a:gd name="connsiteX116" fmla="*/ 6881948 w 7918980"/>
              <a:gd name="connsiteY116" fmla="*/ 3409825 h 6858000"/>
              <a:gd name="connsiteX117" fmla="*/ 6885647 w 7918980"/>
              <a:gd name="connsiteY117" fmla="*/ 3415218 h 6858000"/>
              <a:gd name="connsiteX118" fmla="*/ 6883908 w 7918980"/>
              <a:gd name="connsiteY118" fmla="*/ 3419880 h 6858000"/>
              <a:gd name="connsiteX119" fmla="*/ 6885903 w 7918980"/>
              <a:gd name="connsiteY119" fmla="*/ 3424545 h 6858000"/>
              <a:gd name="connsiteX120" fmla="*/ 6887603 w 7918980"/>
              <a:gd name="connsiteY120" fmla="*/ 3476412 h 6858000"/>
              <a:gd name="connsiteX121" fmla="*/ 6892664 w 7918980"/>
              <a:gd name="connsiteY121" fmla="*/ 3486850 h 6858000"/>
              <a:gd name="connsiteX122" fmla="*/ 6886319 w 7918980"/>
              <a:gd name="connsiteY122" fmla="*/ 3496391 h 6858000"/>
              <a:gd name="connsiteX123" fmla="*/ 6893119 w 7918980"/>
              <a:gd name="connsiteY123" fmla="*/ 3531201 h 6858000"/>
              <a:gd name="connsiteX124" fmla="*/ 6902876 w 7918980"/>
              <a:gd name="connsiteY124" fmla="*/ 3542019 h 6858000"/>
              <a:gd name="connsiteX125" fmla="*/ 6910520 w 7918980"/>
              <a:gd name="connsiteY125" fmla="*/ 3552249 h 6858000"/>
              <a:gd name="connsiteX126" fmla="*/ 6910882 w 7918980"/>
              <a:gd name="connsiteY126" fmla="*/ 3553678 h 6858000"/>
              <a:gd name="connsiteX127" fmla="*/ 6914489 w 7918980"/>
              <a:gd name="connsiteY127" fmla="*/ 3568021 h 6858000"/>
              <a:gd name="connsiteX128" fmla="*/ 6914914 w 7918980"/>
              <a:gd name="connsiteY128" fmla="*/ 3569719 h 6858000"/>
              <a:gd name="connsiteX129" fmla="*/ 6912342 w 7918980"/>
              <a:gd name="connsiteY129" fmla="*/ 3586412 h 6858000"/>
              <a:gd name="connsiteX130" fmla="*/ 6915338 w 7918980"/>
              <a:gd name="connsiteY130" fmla="*/ 3597336 h 6858000"/>
              <a:gd name="connsiteX131" fmla="*/ 6907234 w 7918980"/>
              <a:gd name="connsiteY131" fmla="*/ 3606007 h 6858000"/>
              <a:gd name="connsiteX132" fmla="*/ 6907261 w 7918980"/>
              <a:gd name="connsiteY132" fmla="*/ 3641228 h 6858000"/>
              <a:gd name="connsiteX133" fmla="*/ 6914828 w 7918980"/>
              <a:gd name="connsiteY133" fmla="*/ 3653088 h 6858000"/>
              <a:gd name="connsiteX134" fmla="*/ 6920416 w 7918980"/>
              <a:gd name="connsiteY134" fmla="*/ 3664114 h 6858000"/>
              <a:gd name="connsiteX135" fmla="*/ 6920498 w 7918980"/>
              <a:gd name="connsiteY135" fmla="*/ 3665569 h 6858000"/>
              <a:gd name="connsiteX136" fmla="*/ 6922809 w 7918980"/>
              <a:gd name="connsiteY136" fmla="*/ 3707357 h 6858000"/>
              <a:gd name="connsiteX137" fmla="*/ 6937676 w 7918980"/>
              <a:gd name="connsiteY137" fmla="*/ 3778166 h 6858000"/>
              <a:gd name="connsiteX138" fmla="*/ 6958359 w 7918980"/>
              <a:gd name="connsiteY138" fmla="*/ 3878222 h 6858000"/>
              <a:gd name="connsiteX139" fmla="*/ 6953118 w 7918980"/>
              <a:gd name="connsiteY139" fmla="*/ 4048117 h 6858000"/>
              <a:gd name="connsiteX140" fmla="*/ 6913020 w 7918980"/>
              <a:gd name="connsiteY140" fmla="*/ 4219510 h 6858000"/>
              <a:gd name="connsiteX141" fmla="*/ 6915792 w 7918980"/>
              <a:gd name="connsiteY141" fmla="*/ 4411258 h 6858000"/>
              <a:gd name="connsiteX142" fmla="*/ 6907579 w 7918980"/>
              <a:gd name="connsiteY142" fmla="*/ 4488531 h 6858000"/>
              <a:gd name="connsiteX143" fmla="*/ 6907052 w 7918980"/>
              <a:gd name="connsiteY143" fmla="*/ 4539168 h 6858000"/>
              <a:gd name="connsiteX144" fmla="*/ 6891916 w 7918980"/>
              <a:gd name="connsiteY144" fmla="*/ 4625153 h 6858000"/>
              <a:gd name="connsiteX145" fmla="*/ 6882094 w 7918980"/>
              <a:gd name="connsiteY145" fmla="*/ 4733115 h 6858000"/>
              <a:gd name="connsiteX146" fmla="*/ 6860189 w 7918980"/>
              <a:gd name="connsiteY146" fmla="*/ 4844323 h 6858000"/>
              <a:gd name="connsiteX147" fmla="*/ 6843618 w 7918980"/>
              <a:gd name="connsiteY147" fmla="*/ 4877992 h 6858000"/>
              <a:gd name="connsiteX148" fmla="*/ 6829393 w 7918980"/>
              <a:gd name="connsiteY148" fmla="*/ 4925805 h 6858000"/>
              <a:gd name="connsiteX149" fmla="*/ 6794017 w 7918980"/>
              <a:gd name="connsiteY149" fmla="*/ 5009272 h 6858000"/>
              <a:gd name="connsiteX150" fmla="*/ 6786085 w 7918980"/>
              <a:gd name="connsiteY150" fmla="*/ 5111369 h 6858000"/>
              <a:gd name="connsiteX151" fmla="*/ 6799321 w 7918980"/>
              <a:gd name="connsiteY151" fmla="*/ 5210876 h 6858000"/>
              <a:gd name="connsiteX152" fmla="*/ 6803597 w 7918980"/>
              <a:gd name="connsiteY152" fmla="*/ 5269726 h 6858000"/>
              <a:gd name="connsiteX153" fmla="*/ 6820713 w 7918980"/>
              <a:gd name="connsiteY153" fmla="*/ 5464225 h 6858000"/>
              <a:gd name="connsiteX154" fmla="*/ 6824380 w 7918980"/>
              <a:gd name="connsiteY154" fmla="*/ 5594585 h 6858000"/>
              <a:gd name="connsiteX155" fmla="*/ 6806680 w 7918980"/>
              <a:gd name="connsiteY155" fmla="*/ 5667896 h 6858000"/>
              <a:gd name="connsiteX156" fmla="*/ 6791486 w 7918980"/>
              <a:gd name="connsiteY156" fmla="*/ 5769225 h 6858000"/>
              <a:gd name="connsiteX157" fmla="*/ 6792745 w 7918980"/>
              <a:gd name="connsiteY157" fmla="*/ 5823324 h 6858000"/>
              <a:gd name="connsiteX158" fmla="*/ 6789109 w 7918980"/>
              <a:gd name="connsiteY158" fmla="*/ 5862699 h 6858000"/>
              <a:gd name="connsiteX159" fmla="*/ 6793675 w 7918980"/>
              <a:gd name="connsiteY159" fmla="*/ 5906467 h 6858000"/>
              <a:gd name="connsiteX160" fmla="*/ 6814548 w 7918980"/>
              <a:gd name="connsiteY160" fmla="*/ 5939847 h 6858000"/>
              <a:gd name="connsiteX161" fmla="*/ 6809795 w 7918980"/>
              <a:gd name="connsiteY161" fmla="*/ 5973994 h 6858000"/>
              <a:gd name="connsiteX162" fmla="*/ 6810756 w 7918980"/>
              <a:gd name="connsiteY162" fmla="*/ 6089693 h 6858000"/>
              <a:gd name="connsiteX163" fmla="*/ 6814601 w 7918980"/>
              <a:gd name="connsiteY163" fmla="*/ 6224938 h 6858000"/>
              <a:gd name="connsiteX164" fmla="*/ 6840137 w 7918980"/>
              <a:gd name="connsiteY164" fmla="*/ 6370251 h 6858000"/>
              <a:gd name="connsiteX165" fmla="*/ 6863777 w 7918980"/>
              <a:gd name="connsiteY165" fmla="*/ 6541313 h 6858000"/>
              <a:gd name="connsiteX166" fmla="*/ 6868355 w 7918980"/>
              <a:gd name="connsiteY166" fmla="*/ 6640957 h 6858000"/>
              <a:gd name="connsiteX167" fmla="*/ 6881422 w 7918980"/>
              <a:gd name="connsiteY167" fmla="*/ 6705297 h 6858000"/>
              <a:gd name="connsiteX168" fmla="*/ 6894105 w 7918980"/>
              <a:gd name="connsiteY168" fmla="*/ 6759582 h 6858000"/>
              <a:gd name="connsiteX169" fmla="*/ 6892152 w 7918980"/>
              <a:gd name="connsiteY169" fmla="*/ 6817746 h 6858000"/>
              <a:gd name="connsiteX170" fmla="*/ 6895302 w 7918980"/>
              <a:gd name="connsiteY170" fmla="*/ 6843646 h 6858000"/>
              <a:gd name="connsiteX171" fmla="*/ 6914368 w 7918980"/>
              <a:gd name="connsiteY171" fmla="*/ 6857998 h 6858000"/>
              <a:gd name="connsiteX172" fmla="*/ 7549620 w 7918980"/>
              <a:gd name="connsiteY172" fmla="*/ 6857998 h 6858000"/>
              <a:gd name="connsiteX173" fmla="*/ 7918980 w 7918980"/>
              <a:gd name="connsiteY173" fmla="*/ 6857998 h 6858000"/>
              <a:gd name="connsiteX174" fmla="*/ 7918980 w 7918980"/>
              <a:gd name="connsiteY174" fmla="*/ 6858000 h 6858000"/>
              <a:gd name="connsiteX175" fmla="*/ 7549620 w 7918980"/>
              <a:gd name="connsiteY175" fmla="*/ 6858000 h 6858000"/>
              <a:gd name="connsiteX176" fmla="*/ 6658851 w 7918980"/>
              <a:gd name="connsiteY176" fmla="*/ 6858000 h 6858000"/>
              <a:gd name="connsiteX177" fmla="*/ 2092387 w 7918980"/>
              <a:gd name="connsiteY177" fmla="*/ 6858000 h 6858000"/>
              <a:gd name="connsiteX178" fmla="*/ 1822980 w 7918980"/>
              <a:gd name="connsiteY178" fmla="*/ 6858000 h 6858000"/>
              <a:gd name="connsiteX179" fmla="*/ 727500 w 7918980"/>
              <a:gd name="connsiteY179" fmla="*/ 6858000 h 6858000"/>
              <a:gd name="connsiteX180" fmla="*/ 504457 w 7918980"/>
              <a:gd name="connsiteY180" fmla="*/ 6858000 h 6858000"/>
              <a:gd name="connsiteX181" fmla="*/ 0 w 7918980"/>
              <a:gd name="connsiteY181" fmla="*/ 6858000 h 6858000"/>
              <a:gd name="connsiteX182" fmla="*/ 0 w 7918980"/>
              <a:gd name="connsiteY182" fmla="*/ 0 h 6858000"/>
              <a:gd name="connsiteX0" fmla="*/ 0 w 7918980"/>
              <a:gd name="connsiteY0" fmla="*/ 0 h 6858000"/>
              <a:gd name="connsiteX1" fmla="*/ 504457 w 7918980"/>
              <a:gd name="connsiteY1" fmla="*/ 0 h 6858000"/>
              <a:gd name="connsiteX2" fmla="*/ 727500 w 7918980"/>
              <a:gd name="connsiteY2" fmla="*/ 0 h 6858000"/>
              <a:gd name="connsiteX3" fmla="*/ 1822980 w 7918980"/>
              <a:gd name="connsiteY3" fmla="*/ 0 h 6858000"/>
              <a:gd name="connsiteX4" fmla="*/ 2092387 w 7918980"/>
              <a:gd name="connsiteY4" fmla="*/ 0 h 6858000"/>
              <a:gd name="connsiteX5" fmla="*/ 7076514 w 7918980"/>
              <a:gd name="connsiteY5" fmla="*/ 0 h 6858000"/>
              <a:gd name="connsiteX6" fmla="*/ 7264525 w 7918980"/>
              <a:gd name="connsiteY6" fmla="*/ 0 h 6858000"/>
              <a:gd name="connsiteX7" fmla="*/ 7390497 w 7918980"/>
              <a:gd name="connsiteY7" fmla="*/ 0 h 6858000"/>
              <a:gd name="connsiteX8" fmla="*/ 7389918 w 7918980"/>
              <a:gd name="connsiteY8" fmla="*/ 1705 h 6858000"/>
              <a:gd name="connsiteX9" fmla="*/ 7374574 w 7918980"/>
              <a:gd name="connsiteY9" fmla="*/ 17287 h 6858000"/>
              <a:gd name="connsiteX10" fmla="*/ 7368621 w 7918980"/>
              <a:gd name="connsiteY10" fmla="*/ 130336 h 6858000"/>
              <a:gd name="connsiteX11" fmla="*/ 7361269 w 7918980"/>
              <a:gd name="connsiteY11" fmla="*/ 187093 h 6858000"/>
              <a:gd name="connsiteX12" fmla="*/ 7368770 w 7918980"/>
              <a:gd name="connsiteY12" fmla="*/ 265704 h 6858000"/>
              <a:gd name="connsiteX13" fmla="*/ 7365293 w 7918980"/>
              <a:gd name="connsiteY13" fmla="*/ 354566 h 6858000"/>
              <a:gd name="connsiteX14" fmla="*/ 7347106 w 7918980"/>
              <a:gd name="connsiteY14" fmla="*/ 472000 h 6858000"/>
              <a:gd name="connsiteX15" fmla="*/ 7345150 w 7918980"/>
              <a:gd name="connsiteY15" fmla="*/ 473782 h 6858000"/>
              <a:gd name="connsiteX16" fmla="*/ 7344778 w 7918980"/>
              <a:gd name="connsiteY16" fmla="*/ 491380 h 6858000"/>
              <a:gd name="connsiteX17" fmla="*/ 7359399 w 7918980"/>
              <a:gd name="connsiteY17" fmla="*/ 531675 h 6858000"/>
              <a:gd name="connsiteX18" fmla="*/ 7356415 w 7918980"/>
              <a:gd name="connsiteY18" fmla="*/ 536015 h 6858000"/>
              <a:gd name="connsiteX19" fmla="*/ 7361068 w 7918980"/>
              <a:gd name="connsiteY19" fmla="*/ 572092 h 6858000"/>
              <a:gd name="connsiteX20" fmla="*/ 7359041 w 7918980"/>
              <a:gd name="connsiteY20" fmla="*/ 572511 h 6858000"/>
              <a:gd name="connsiteX21" fmla="*/ 7351198 w 7918980"/>
              <a:gd name="connsiteY21" fmla="*/ 582332 h 6858000"/>
              <a:gd name="connsiteX22" fmla="*/ 7340991 w 7918980"/>
              <a:gd name="connsiteY22" fmla="*/ 601285 h 6858000"/>
              <a:gd name="connsiteX23" fmla="*/ 7296154 w 7918980"/>
              <a:gd name="connsiteY23" fmla="*/ 681608 h 6858000"/>
              <a:gd name="connsiteX24" fmla="*/ 7295943 w 7918980"/>
              <a:gd name="connsiteY24" fmla="*/ 689151 h 6858000"/>
              <a:gd name="connsiteX25" fmla="*/ 7295465 w 7918980"/>
              <a:gd name="connsiteY25" fmla="*/ 689289 h 6858000"/>
              <a:gd name="connsiteX26" fmla="*/ 7294306 w 7918980"/>
              <a:gd name="connsiteY26" fmla="*/ 697222 h 6858000"/>
              <a:gd name="connsiteX27" fmla="*/ 7295144 w 7918980"/>
              <a:gd name="connsiteY27" fmla="*/ 717531 h 6858000"/>
              <a:gd name="connsiteX28" fmla="*/ 7291871 w 7918980"/>
              <a:gd name="connsiteY28" fmla="*/ 722494 h 6858000"/>
              <a:gd name="connsiteX29" fmla="*/ 7286061 w 7918980"/>
              <a:gd name="connsiteY29" fmla="*/ 724368 h 6858000"/>
              <a:gd name="connsiteX30" fmla="*/ 7269961 w 7918980"/>
              <a:gd name="connsiteY30" fmla="*/ 752692 h 6858000"/>
              <a:gd name="connsiteX31" fmla="*/ 7240170 w 7918980"/>
              <a:gd name="connsiteY31" fmla="*/ 816346 h 6858000"/>
              <a:gd name="connsiteX32" fmla="*/ 7211938 w 7918980"/>
              <a:gd name="connsiteY32" fmla="*/ 889417 h 6858000"/>
              <a:gd name="connsiteX33" fmla="*/ 7130024 w 7918980"/>
              <a:gd name="connsiteY33" fmla="*/ 1063288 h 6858000"/>
              <a:gd name="connsiteX34" fmla="*/ 7126817 w 7918980"/>
              <a:gd name="connsiteY34" fmla="*/ 1157176 h 6858000"/>
              <a:gd name="connsiteX35" fmla="*/ 7109474 w 7918980"/>
              <a:gd name="connsiteY35" fmla="*/ 1210776 h 6858000"/>
              <a:gd name="connsiteX36" fmla="*/ 7105443 w 7918980"/>
              <a:gd name="connsiteY36" fmla="*/ 1301993 h 6858000"/>
              <a:gd name="connsiteX37" fmla="*/ 7075215 w 7918980"/>
              <a:gd name="connsiteY37" fmla="*/ 1360879 h 6858000"/>
              <a:gd name="connsiteX38" fmla="*/ 7067477 w 7918980"/>
              <a:gd name="connsiteY38" fmla="*/ 1404045 h 6858000"/>
              <a:gd name="connsiteX39" fmla="*/ 7046803 w 7918980"/>
              <a:gd name="connsiteY39" fmla="*/ 1429568 h 6858000"/>
              <a:gd name="connsiteX40" fmla="*/ 7047831 w 7918980"/>
              <a:gd name="connsiteY40" fmla="*/ 1430305 h 6858000"/>
              <a:gd name="connsiteX41" fmla="*/ 7035374 w 7918980"/>
              <a:gd name="connsiteY41" fmla="*/ 1463304 h 6858000"/>
              <a:gd name="connsiteX42" fmla="*/ 7032938 w 7918980"/>
              <a:gd name="connsiteY42" fmla="*/ 1514846 h 6858000"/>
              <a:gd name="connsiteX43" fmla="*/ 7029397 w 7918980"/>
              <a:gd name="connsiteY43" fmla="*/ 1519731 h 6858000"/>
              <a:gd name="connsiteX44" fmla="*/ 7029620 w 7918980"/>
              <a:gd name="connsiteY44" fmla="*/ 1519929 h 6858000"/>
              <a:gd name="connsiteX45" fmla="*/ 7030612 w 7918980"/>
              <a:gd name="connsiteY45" fmla="*/ 1546022 h 6858000"/>
              <a:gd name="connsiteX46" fmla="*/ 7035010 w 7918980"/>
              <a:gd name="connsiteY46" fmla="*/ 1578752 h 6858000"/>
              <a:gd name="connsiteX47" fmla="*/ 7026513 w 7918980"/>
              <a:gd name="connsiteY47" fmla="*/ 1647555 h 6858000"/>
              <a:gd name="connsiteX48" fmla="*/ 7013857 w 7918980"/>
              <a:gd name="connsiteY48" fmla="*/ 1715685 h 6858000"/>
              <a:gd name="connsiteX49" fmla="*/ 7007215 w 7918980"/>
              <a:gd name="connsiteY49" fmla="*/ 1740358 h 6858000"/>
              <a:gd name="connsiteX50" fmla="*/ 7004455 w 7918980"/>
              <a:gd name="connsiteY50" fmla="*/ 1784314 h 6858000"/>
              <a:gd name="connsiteX51" fmla="*/ 7008825 w 7918980"/>
              <a:gd name="connsiteY51" fmla="*/ 1804434 h 6858000"/>
              <a:gd name="connsiteX52" fmla="*/ 7008048 w 7918980"/>
              <a:gd name="connsiteY52" fmla="*/ 1805316 h 6858000"/>
              <a:gd name="connsiteX53" fmla="*/ 7011573 w 7918980"/>
              <a:gd name="connsiteY53" fmla="*/ 1807109 h 6858000"/>
              <a:gd name="connsiteX54" fmla="*/ 7008900 w 7918980"/>
              <a:gd name="connsiteY54" fmla="*/ 1821003 h 6858000"/>
              <a:gd name="connsiteX55" fmla="*/ 7006523 w 7918980"/>
              <a:gd name="connsiteY55" fmla="*/ 1824832 h 6858000"/>
              <a:gd name="connsiteX56" fmla="*/ 7005215 w 7918980"/>
              <a:gd name="connsiteY56" fmla="*/ 1830429 h 6858000"/>
              <a:gd name="connsiteX57" fmla="*/ 7005505 w 7918980"/>
              <a:gd name="connsiteY57" fmla="*/ 1830569 h 6858000"/>
              <a:gd name="connsiteX58" fmla="*/ 7003643 w 7918980"/>
              <a:gd name="connsiteY58" fmla="*/ 1835810 h 6858000"/>
              <a:gd name="connsiteX59" fmla="*/ 6990432 w 7918980"/>
              <a:gd name="connsiteY59" fmla="*/ 1861483 h 6858000"/>
              <a:gd name="connsiteX60" fmla="*/ 6997246 w 7918980"/>
              <a:gd name="connsiteY60" fmla="*/ 1892417 h 6858000"/>
              <a:gd name="connsiteX61" fmla="*/ 7012242 w 7918980"/>
              <a:gd name="connsiteY61" fmla="*/ 1895114 h 6858000"/>
              <a:gd name="connsiteX62" fmla="*/ 7010080 w 7918980"/>
              <a:gd name="connsiteY62" fmla="*/ 1899379 h 6858000"/>
              <a:gd name="connsiteX63" fmla="*/ 7003451 w 7918980"/>
              <a:gd name="connsiteY63" fmla="*/ 1907867 h 6858000"/>
              <a:gd name="connsiteX64" fmla="*/ 7004341 w 7918980"/>
              <a:gd name="connsiteY64" fmla="*/ 1910265 h 6858000"/>
              <a:gd name="connsiteX65" fmla="*/ 7001248 w 7918980"/>
              <a:gd name="connsiteY65" fmla="*/ 1935584 h 6858000"/>
              <a:gd name="connsiteX66" fmla="*/ 7006599 w 7918980"/>
              <a:gd name="connsiteY66" fmla="*/ 1942021 h 6858000"/>
              <a:gd name="connsiteX67" fmla="*/ 7007460 w 7918980"/>
              <a:gd name="connsiteY67" fmla="*/ 1945112 h 6858000"/>
              <a:gd name="connsiteX68" fmla="*/ 6949577 w 7918980"/>
              <a:gd name="connsiteY68" fmla="*/ 2024270 h 6858000"/>
              <a:gd name="connsiteX69" fmla="*/ 6942508 w 7918980"/>
              <a:gd name="connsiteY69" fmla="*/ 2107942 h 6858000"/>
              <a:gd name="connsiteX70" fmla="*/ 6933336 w 7918980"/>
              <a:gd name="connsiteY70" fmla="*/ 2193455 h 6858000"/>
              <a:gd name="connsiteX71" fmla="*/ 6927972 w 7918980"/>
              <a:gd name="connsiteY71" fmla="*/ 2260088 h 6858000"/>
              <a:gd name="connsiteX72" fmla="*/ 6909058 w 7918980"/>
              <a:gd name="connsiteY72" fmla="*/ 2296008 h 6858000"/>
              <a:gd name="connsiteX73" fmla="*/ 6901810 w 7918980"/>
              <a:gd name="connsiteY73" fmla="*/ 2305564 h 6858000"/>
              <a:gd name="connsiteX74" fmla="*/ 6904482 w 7918980"/>
              <a:gd name="connsiteY74" fmla="*/ 2320214 h 6858000"/>
              <a:gd name="connsiteX75" fmla="*/ 6891885 w 7918980"/>
              <a:gd name="connsiteY75" fmla="*/ 2417011 h 6858000"/>
              <a:gd name="connsiteX76" fmla="*/ 6884970 w 7918980"/>
              <a:gd name="connsiteY76" fmla="*/ 2454207 h 6858000"/>
              <a:gd name="connsiteX77" fmla="*/ 6882954 w 7918980"/>
              <a:gd name="connsiteY77" fmla="*/ 2487203 h 6858000"/>
              <a:gd name="connsiteX78" fmla="*/ 6871484 w 7918980"/>
              <a:gd name="connsiteY78" fmla="*/ 2512282 h 6858000"/>
              <a:gd name="connsiteX79" fmla="*/ 6872496 w 7918980"/>
              <a:gd name="connsiteY79" fmla="*/ 2514318 h 6858000"/>
              <a:gd name="connsiteX80" fmla="*/ 6898111 w 7918980"/>
              <a:gd name="connsiteY80" fmla="*/ 2574334 h 6858000"/>
              <a:gd name="connsiteX81" fmla="*/ 6897017 w 7918980"/>
              <a:gd name="connsiteY81" fmla="*/ 2579877 h 6858000"/>
              <a:gd name="connsiteX82" fmla="*/ 6897171 w 7918980"/>
              <a:gd name="connsiteY82" fmla="*/ 2608928 h 6858000"/>
              <a:gd name="connsiteX83" fmla="*/ 6896584 w 7918980"/>
              <a:gd name="connsiteY83" fmla="*/ 2613111 h 6858000"/>
              <a:gd name="connsiteX84" fmla="*/ 6888164 w 7918980"/>
              <a:gd name="connsiteY84" fmla="*/ 2621996 h 6858000"/>
              <a:gd name="connsiteX85" fmla="*/ 6890652 w 7918980"/>
              <a:gd name="connsiteY85" fmla="*/ 2634265 h 6858000"/>
              <a:gd name="connsiteX86" fmla="*/ 6882034 w 7918980"/>
              <a:gd name="connsiteY86" fmla="*/ 2647237 h 6858000"/>
              <a:gd name="connsiteX87" fmla="*/ 6888195 w 7918980"/>
              <a:gd name="connsiteY87" fmla="*/ 2650786 h 6858000"/>
              <a:gd name="connsiteX88" fmla="*/ 6894052 w 7918980"/>
              <a:gd name="connsiteY88" fmla="*/ 2661993 h 6858000"/>
              <a:gd name="connsiteX89" fmla="*/ 6885953 w 7918980"/>
              <a:gd name="connsiteY89" fmla="*/ 2670949 h 6858000"/>
              <a:gd name="connsiteX90" fmla="*/ 6880156 w 7918980"/>
              <a:gd name="connsiteY90" fmla="*/ 2690255 h 6858000"/>
              <a:gd name="connsiteX91" fmla="*/ 6881009 w 7918980"/>
              <a:gd name="connsiteY91" fmla="*/ 2695683 h 6858000"/>
              <a:gd name="connsiteX92" fmla="*/ 6870001 w 7918980"/>
              <a:gd name="connsiteY92" fmla="*/ 2713964 h 6858000"/>
              <a:gd name="connsiteX93" fmla="*/ 6864441 w 7918980"/>
              <a:gd name="connsiteY93" fmla="*/ 2730175 h 6858000"/>
              <a:gd name="connsiteX94" fmla="*/ 6875107 w 7918980"/>
              <a:gd name="connsiteY94" fmla="*/ 2763497 h 6858000"/>
              <a:gd name="connsiteX95" fmla="*/ 6837349 w 7918980"/>
              <a:gd name="connsiteY95" fmla="*/ 3051539 h 6858000"/>
              <a:gd name="connsiteX96" fmla="*/ 6835698 w 7918980"/>
              <a:gd name="connsiteY96" fmla="*/ 3060333 h 6858000"/>
              <a:gd name="connsiteX97" fmla="*/ 6837785 w 7918980"/>
              <a:gd name="connsiteY97" fmla="*/ 3065434 h 6858000"/>
              <a:gd name="connsiteX98" fmla="*/ 6834476 w 7918980"/>
              <a:gd name="connsiteY98" fmla="*/ 3066836 h 6858000"/>
              <a:gd name="connsiteX99" fmla="*/ 6831096 w 7918980"/>
              <a:gd name="connsiteY99" fmla="*/ 3084834 h 6858000"/>
              <a:gd name="connsiteX100" fmla="*/ 6831305 w 7918980"/>
              <a:gd name="connsiteY100" fmla="*/ 3097259 h 6858000"/>
              <a:gd name="connsiteX101" fmla="*/ 6828050 w 7918980"/>
              <a:gd name="connsiteY101" fmla="*/ 3101053 h 6858000"/>
              <a:gd name="connsiteX102" fmla="*/ 6827093 w 7918980"/>
              <a:gd name="connsiteY102" fmla="*/ 3106151 h 6858000"/>
              <a:gd name="connsiteX103" fmla="*/ 6833251 w 7918980"/>
              <a:gd name="connsiteY103" fmla="*/ 3116747 h 6858000"/>
              <a:gd name="connsiteX104" fmla="*/ 6825921 w 7918980"/>
              <a:gd name="connsiteY104" fmla="*/ 3151828 h 6858000"/>
              <a:gd name="connsiteX105" fmla="*/ 6825863 w 7918980"/>
              <a:gd name="connsiteY105" fmla="*/ 3180546 h 6858000"/>
              <a:gd name="connsiteX106" fmla="*/ 6839691 w 7918980"/>
              <a:gd name="connsiteY106" fmla="*/ 3258677 h 6858000"/>
              <a:gd name="connsiteX107" fmla="*/ 6840898 w 7918980"/>
              <a:gd name="connsiteY107" fmla="*/ 3262610 h 6858000"/>
              <a:gd name="connsiteX108" fmla="*/ 6834652 w 7918980"/>
              <a:gd name="connsiteY108" fmla="*/ 3277179 h 6858000"/>
              <a:gd name="connsiteX109" fmla="*/ 6832324 w 7918980"/>
              <a:gd name="connsiteY109" fmla="*/ 3278130 h 6858000"/>
              <a:gd name="connsiteX110" fmla="*/ 6849750 w 7918980"/>
              <a:gd name="connsiteY110" fmla="*/ 3325671 h 6858000"/>
              <a:gd name="connsiteX111" fmla="*/ 6847551 w 7918980"/>
              <a:gd name="connsiteY111" fmla="*/ 3332072 h 6858000"/>
              <a:gd name="connsiteX112" fmla="*/ 6864685 w 7918980"/>
              <a:gd name="connsiteY112" fmla="*/ 3362948 h 6858000"/>
              <a:gd name="connsiteX113" fmla="*/ 6870457 w 7918980"/>
              <a:gd name="connsiteY113" fmla="*/ 3378959 h 6858000"/>
              <a:gd name="connsiteX114" fmla="*/ 6883738 w 7918980"/>
              <a:gd name="connsiteY114" fmla="*/ 3407057 h 6858000"/>
              <a:gd name="connsiteX115" fmla="*/ 6881948 w 7918980"/>
              <a:gd name="connsiteY115" fmla="*/ 3409825 h 6858000"/>
              <a:gd name="connsiteX116" fmla="*/ 6885647 w 7918980"/>
              <a:gd name="connsiteY116" fmla="*/ 3415218 h 6858000"/>
              <a:gd name="connsiteX117" fmla="*/ 6883908 w 7918980"/>
              <a:gd name="connsiteY117" fmla="*/ 3419880 h 6858000"/>
              <a:gd name="connsiteX118" fmla="*/ 6885903 w 7918980"/>
              <a:gd name="connsiteY118" fmla="*/ 3424545 h 6858000"/>
              <a:gd name="connsiteX119" fmla="*/ 6887603 w 7918980"/>
              <a:gd name="connsiteY119" fmla="*/ 3476412 h 6858000"/>
              <a:gd name="connsiteX120" fmla="*/ 6892664 w 7918980"/>
              <a:gd name="connsiteY120" fmla="*/ 3486850 h 6858000"/>
              <a:gd name="connsiteX121" fmla="*/ 6886319 w 7918980"/>
              <a:gd name="connsiteY121" fmla="*/ 3496391 h 6858000"/>
              <a:gd name="connsiteX122" fmla="*/ 6893119 w 7918980"/>
              <a:gd name="connsiteY122" fmla="*/ 3531201 h 6858000"/>
              <a:gd name="connsiteX123" fmla="*/ 6902876 w 7918980"/>
              <a:gd name="connsiteY123" fmla="*/ 3542019 h 6858000"/>
              <a:gd name="connsiteX124" fmla="*/ 6910520 w 7918980"/>
              <a:gd name="connsiteY124" fmla="*/ 3552249 h 6858000"/>
              <a:gd name="connsiteX125" fmla="*/ 6910882 w 7918980"/>
              <a:gd name="connsiteY125" fmla="*/ 3553678 h 6858000"/>
              <a:gd name="connsiteX126" fmla="*/ 6914489 w 7918980"/>
              <a:gd name="connsiteY126" fmla="*/ 3568021 h 6858000"/>
              <a:gd name="connsiteX127" fmla="*/ 6914914 w 7918980"/>
              <a:gd name="connsiteY127" fmla="*/ 3569719 h 6858000"/>
              <a:gd name="connsiteX128" fmla="*/ 6912342 w 7918980"/>
              <a:gd name="connsiteY128" fmla="*/ 3586412 h 6858000"/>
              <a:gd name="connsiteX129" fmla="*/ 6915338 w 7918980"/>
              <a:gd name="connsiteY129" fmla="*/ 3597336 h 6858000"/>
              <a:gd name="connsiteX130" fmla="*/ 6907234 w 7918980"/>
              <a:gd name="connsiteY130" fmla="*/ 3606007 h 6858000"/>
              <a:gd name="connsiteX131" fmla="*/ 6907261 w 7918980"/>
              <a:gd name="connsiteY131" fmla="*/ 3641228 h 6858000"/>
              <a:gd name="connsiteX132" fmla="*/ 6914828 w 7918980"/>
              <a:gd name="connsiteY132" fmla="*/ 3653088 h 6858000"/>
              <a:gd name="connsiteX133" fmla="*/ 6920416 w 7918980"/>
              <a:gd name="connsiteY133" fmla="*/ 3664114 h 6858000"/>
              <a:gd name="connsiteX134" fmla="*/ 6920498 w 7918980"/>
              <a:gd name="connsiteY134" fmla="*/ 3665569 h 6858000"/>
              <a:gd name="connsiteX135" fmla="*/ 6922809 w 7918980"/>
              <a:gd name="connsiteY135" fmla="*/ 3707357 h 6858000"/>
              <a:gd name="connsiteX136" fmla="*/ 6937676 w 7918980"/>
              <a:gd name="connsiteY136" fmla="*/ 3778166 h 6858000"/>
              <a:gd name="connsiteX137" fmla="*/ 6958359 w 7918980"/>
              <a:gd name="connsiteY137" fmla="*/ 3878222 h 6858000"/>
              <a:gd name="connsiteX138" fmla="*/ 6953118 w 7918980"/>
              <a:gd name="connsiteY138" fmla="*/ 4048117 h 6858000"/>
              <a:gd name="connsiteX139" fmla="*/ 6913020 w 7918980"/>
              <a:gd name="connsiteY139" fmla="*/ 4219510 h 6858000"/>
              <a:gd name="connsiteX140" fmla="*/ 6915792 w 7918980"/>
              <a:gd name="connsiteY140" fmla="*/ 4411258 h 6858000"/>
              <a:gd name="connsiteX141" fmla="*/ 6907579 w 7918980"/>
              <a:gd name="connsiteY141" fmla="*/ 4488531 h 6858000"/>
              <a:gd name="connsiteX142" fmla="*/ 6907052 w 7918980"/>
              <a:gd name="connsiteY142" fmla="*/ 4539168 h 6858000"/>
              <a:gd name="connsiteX143" fmla="*/ 6891916 w 7918980"/>
              <a:gd name="connsiteY143" fmla="*/ 4625153 h 6858000"/>
              <a:gd name="connsiteX144" fmla="*/ 6882094 w 7918980"/>
              <a:gd name="connsiteY144" fmla="*/ 4733115 h 6858000"/>
              <a:gd name="connsiteX145" fmla="*/ 6860189 w 7918980"/>
              <a:gd name="connsiteY145" fmla="*/ 4844323 h 6858000"/>
              <a:gd name="connsiteX146" fmla="*/ 6843618 w 7918980"/>
              <a:gd name="connsiteY146" fmla="*/ 4877992 h 6858000"/>
              <a:gd name="connsiteX147" fmla="*/ 6829393 w 7918980"/>
              <a:gd name="connsiteY147" fmla="*/ 4925805 h 6858000"/>
              <a:gd name="connsiteX148" fmla="*/ 6794017 w 7918980"/>
              <a:gd name="connsiteY148" fmla="*/ 5009272 h 6858000"/>
              <a:gd name="connsiteX149" fmla="*/ 6786085 w 7918980"/>
              <a:gd name="connsiteY149" fmla="*/ 5111369 h 6858000"/>
              <a:gd name="connsiteX150" fmla="*/ 6799321 w 7918980"/>
              <a:gd name="connsiteY150" fmla="*/ 5210876 h 6858000"/>
              <a:gd name="connsiteX151" fmla="*/ 6803597 w 7918980"/>
              <a:gd name="connsiteY151" fmla="*/ 5269726 h 6858000"/>
              <a:gd name="connsiteX152" fmla="*/ 6820713 w 7918980"/>
              <a:gd name="connsiteY152" fmla="*/ 5464225 h 6858000"/>
              <a:gd name="connsiteX153" fmla="*/ 6824380 w 7918980"/>
              <a:gd name="connsiteY153" fmla="*/ 5594585 h 6858000"/>
              <a:gd name="connsiteX154" fmla="*/ 6806680 w 7918980"/>
              <a:gd name="connsiteY154" fmla="*/ 5667896 h 6858000"/>
              <a:gd name="connsiteX155" fmla="*/ 6791486 w 7918980"/>
              <a:gd name="connsiteY155" fmla="*/ 5769225 h 6858000"/>
              <a:gd name="connsiteX156" fmla="*/ 6792745 w 7918980"/>
              <a:gd name="connsiteY156" fmla="*/ 5823324 h 6858000"/>
              <a:gd name="connsiteX157" fmla="*/ 6789109 w 7918980"/>
              <a:gd name="connsiteY157" fmla="*/ 5862699 h 6858000"/>
              <a:gd name="connsiteX158" fmla="*/ 6793675 w 7918980"/>
              <a:gd name="connsiteY158" fmla="*/ 5906467 h 6858000"/>
              <a:gd name="connsiteX159" fmla="*/ 6814548 w 7918980"/>
              <a:gd name="connsiteY159" fmla="*/ 5939847 h 6858000"/>
              <a:gd name="connsiteX160" fmla="*/ 6809795 w 7918980"/>
              <a:gd name="connsiteY160" fmla="*/ 5973994 h 6858000"/>
              <a:gd name="connsiteX161" fmla="*/ 6810756 w 7918980"/>
              <a:gd name="connsiteY161" fmla="*/ 6089693 h 6858000"/>
              <a:gd name="connsiteX162" fmla="*/ 6814601 w 7918980"/>
              <a:gd name="connsiteY162" fmla="*/ 6224938 h 6858000"/>
              <a:gd name="connsiteX163" fmla="*/ 6840137 w 7918980"/>
              <a:gd name="connsiteY163" fmla="*/ 6370251 h 6858000"/>
              <a:gd name="connsiteX164" fmla="*/ 6863777 w 7918980"/>
              <a:gd name="connsiteY164" fmla="*/ 6541313 h 6858000"/>
              <a:gd name="connsiteX165" fmla="*/ 6868355 w 7918980"/>
              <a:gd name="connsiteY165" fmla="*/ 6640957 h 6858000"/>
              <a:gd name="connsiteX166" fmla="*/ 6881422 w 7918980"/>
              <a:gd name="connsiteY166" fmla="*/ 6705297 h 6858000"/>
              <a:gd name="connsiteX167" fmla="*/ 6894105 w 7918980"/>
              <a:gd name="connsiteY167" fmla="*/ 6759582 h 6858000"/>
              <a:gd name="connsiteX168" fmla="*/ 6892152 w 7918980"/>
              <a:gd name="connsiteY168" fmla="*/ 6817746 h 6858000"/>
              <a:gd name="connsiteX169" fmla="*/ 6895302 w 7918980"/>
              <a:gd name="connsiteY169" fmla="*/ 6843646 h 6858000"/>
              <a:gd name="connsiteX170" fmla="*/ 6914368 w 7918980"/>
              <a:gd name="connsiteY170" fmla="*/ 6857998 h 6858000"/>
              <a:gd name="connsiteX171" fmla="*/ 7549620 w 7918980"/>
              <a:gd name="connsiteY171" fmla="*/ 6857998 h 6858000"/>
              <a:gd name="connsiteX172" fmla="*/ 7918980 w 7918980"/>
              <a:gd name="connsiteY172" fmla="*/ 6857998 h 6858000"/>
              <a:gd name="connsiteX173" fmla="*/ 7918980 w 7918980"/>
              <a:gd name="connsiteY173" fmla="*/ 6858000 h 6858000"/>
              <a:gd name="connsiteX174" fmla="*/ 7549620 w 7918980"/>
              <a:gd name="connsiteY174" fmla="*/ 6858000 h 6858000"/>
              <a:gd name="connsiteX175" fmla="*/ 6658851 w 7918980"/>
              <a:gd name="connsiteY175" fmla="*/ 6858000 h 6858000"/>
              <a:gd name="connsiteX176" fmla="*/ 2092387 w 7918980"/>
              <a:gd name="connsiteY176" fmla="*/ 6858000 h 6858000"/>
              <a:gd name="connsiteX177" fmla="*/ 1822980 w 7918980"/>
              <a:gd name="connsiteY177" fmla="*/ 6858000 h 6858000"/>
              <a:gd name="connsiteX178" fmla="*/ 727500 w 7918980"/>
              <a:gd name="connsiteY178" fmla="*/ 6858000 h 6858000"/>
              <a:gd name="connsiteX179" fmla="*/ 504457 w 7918980"/>
              <a:gd name="connsiteY179" fmla="*/ 6858000 h 6858000"/>
              <a:gd name="connsiteX180" fmla="*/ 0 w 7918980"/>
              <a:gd name="connsiteY180" fmla="*/ 6858000 h 6858000"/>
              <a:gd name="connsiteX181" fmla="*/ 0 w 7918980"/>
              <a:gd name="connsiteY181" fmla="*/ 0 h 6858000"/>
              <a:gd name="connsiteX0" fmla="*/ 0 w 7918980"/>
              <a:gd name="connsiteY0" fmla="*/ 0 h 6858000"/>
              <a:gd name="connsiteX1" fmla="*/ 504457 w 7918980"/>
              <a:gd name="connsiteY1" fmla="*/ 0 h 6858000"/>
              <a:gd name="connsiteX2" fmla="*/ 727500 w 7918980"/>
              <a:gd name="connsiteY2" fmla="*/ 0 h 6858000"/>
              <a:gd name="connsiteX3" fmla="*/ 1822980 w 7918980"/>
              <a:gd name="connsiteY3" fmla="*/ 0 h 6858000"/>
              <a:gd name="connsiteX4" fmla="*/ 2092387 w 7918980"/>
              <a:gd name="connsiteY4" fmla="*/ 0 h 6858000"/>
              <a:gd name="connsiteX5" fmla="*/ 7076514 w 7918980"/>
              <a:gd name="connsiteY5" fmla="*/ 0 h 6858000"/>
              <a:gd name="connsiteX6" fmla="*/ 7264525 w 7918980"/>
              <a:gd name="connsiteY6" fmla="*/ 0 h 6858000"/>
              <a:gd name="connsiteX7" fmla="*/ 7390497 w 7918980"/>
              <a:gd name="connsiteY7" fmla="*/ 0 h 6858000"/>
              <a:gd name="connsiteX8" fmla="*/ 7389918 w 7918980"/>
              <a:gd name="connsiteY8" fmla="*/ 1705 h 6858000"/>
              <a:gd name="connsiteX9" fmla="*/ 7374574 w 7918980"/>
              <a:gd name="connsiteY9" fmla="*/ 17287 h 6858000"/>
              <a:gd name="connsiteX10" fmla="*/ 7368621 w 7918980"/>
              <a:gd name="connsiteY10" fmla="*/ 130336 h 6858000"/>
              <a:gd name="connsiteX11" fmla="*/ 7361269 w 7918980"/>
              <a:gd name="connsiteY11" fmla="*/ 187093 h 6858000"/>
              <a:gd name="connsiteX12" fmla="*/ 7368770 w 7918980"/>
              <a:gd name="connsiteY12" fmla="*/ 265704 h 6858000"/>
              <a:gd name="connsiteX13" fmla="*/ 7365293 w 7918980"/>
              <a:gd name="connsiteY13" fmla="*/ 354566 h 6858000"/>
              <a:gd name="connsiteX14" fmla="*/ 7347106 w 7918980"/>
              <a:gd name="connsiteY14" fmla="*/ 472000 h 6858000"/>
              <a:gd name="connsiteX15" fmla="*/ 7345150 w 7918980"/>
              <a:gd name="connsiteY15" fmla="*/ 473782 h 6858000"/>
              <a:gd name="connsiteX16" fmla="*/ 7344778 w 7918980"/>
              <a:gd name="connsiteY16" fmla="*/ 491380 h 6858000"/>
              <a:gd name="connsiteX17" fmla="*/ 7359399 w 7918980"/>
              <a:gd name="connsiteY17" fmla="*/ 531675 h 6858000"/>
              <a:gd name="connsiteX18" fmla="*/ 7356415 w 7918980"/>
              <a:gd name="connsiteY18" fmla="*/ 536015 h 6858000"/>
              <a:gd name="connsiteX19" fmla="*/ 7361068 w 7918980"/>
              <a:gd name="connsiteY19" fmla="*/ 572092 h 6858000"/>
              <a:gd name="connsiteX20" fmla="*/ 7359041 w 7918980"/>
              <a:gd name="connsiteY20" fmla="*/ 572511 h 6858000"/>
              <a:gd name="connsiteX21" fmla="*/ 7351198 w 7918980"/>
              <a:gd name="connsiteY21" fmla="*/ 582332 h 6858000"/>
              <a:gd name="connsiteX22" fmla="*/ 7340991 w 7918980"/>
              <a:gd name="connsiteY22" fmla="*/ 601285 h 6858000"/>
              <a:gd name="connsiteX23" fmla="*/ 7296154 w 7918980"/>
              <a:gd name="connsiteY23" fmla="*/ 681608 h 6858000"/>
              <a:gd name="connsiteX24" fmla="*/ 7295943 w 7918980"/>
              <a:gd name="connsiteY24" fmla="*/ 689151 h 6858000"/>
              <a:gd name="connsiteX25" fmla="*/ 7295465 w 7918980"/>
              <a:gd name="connsiteY25" fmla="*/ 689289 h 6858000"/>
              <a:gd name="connsiteX26" fmla="*/ 7294306 w 7918980"/>
              <a:gd name="connsiteY26" fmla="*/ 697222 h 6858000"/>
              <a:gd name="connsiteX27" fmla="*/ 7295144 w 7918980"/>
              <a:gd name="connsiteY27" fmla="*/ 717531 h 6858000"/>
              <a:gd name="connsiteX28" fmla="*/ 7291871 w 7918980"/>
              <a:gd name="connsiteY28" fmla="*/ 722494 h 6858000"/>
              <a:gd name="connsiteX29" fmla="*/ 7286061 w 7918980"/>
              <a:gd name="connsiteY29" fmla="*/ 724368 h 6858000"/>
              <a:gd name="connsiteX30" fmla="*/ 7269961 w 7918980"/>
              <a:gd name="connsiteY30" fmla="*/ 752692 h 6858000"/>
              <a:gd name="connsiteX31" fmla="*/ 7240170 w 7918980"/>
              <a:gd name="connsiteY31" fmla="*/ 816346 h 6858000"/>
              <a:gd name="connsiteX32" fmla="*/ 7211938 w 7918980"/>
              <a:gd name="connsiteY32" fmla="*/ 889417 h 6858000"/>
              <a:gd name="connsiteX33" fmla="*/ 7130024 w 7918980"/>
              <a:gd name="connsiteY33" fmla="*/ 1063288 h 6858000"/>
              <a:gd name="connsiteX34" fmla="*/ 7126817 w 7918980"/>
              <a:gd name="connsiteY34" fmla="*/ 1157176 h 6858000"/>
              <a:gd name="connsiteX35" fmla="*/ 7109474 w 7918980"/>
              <a:gd name="connsiteY35" fmla="*/ 1210776 h 6858000"/>
              <a:gd name="connsiteX36" fmla="*/ 7105443 w 7918980"/>
              <a:gd name="connsiteY36" fmla="*/ 1301993 h 6858000"/>
              <a:gd name="connsiteX37" fmla="*/ 7075215 w 7918980"/>
              <a:gd name="connsiteY37" fmla="*/ 1360879 h 6858000"/>
              <a:gd name="connsiteX38" fmla="*/ 7067477 w 7918980"/>
              <a:gd name="connsiteY38" fmla="*/ 1404045 h 6858000"/>
              <a:gd name="connsiteX39" fmla="*/ 7046803 w 7918980"/>
              <a:gd name="connsiteY39" fmla="*/ 1429568 h 6858000"/>
              <a:gd name="connsiteX40" fmla="*/ 7047831 w 7918980"/>
              <a:gd name="connsiteY40" fmla="*/ 1430305 h 6858000"/>
              <a:gd name="connsiteX41" fmla="*/ 7035374 w 7918980"/>
              <a:gd name="connsiteY41" fmla="*/ 1463304 h 6858000"/>
              <a:gd name="connsiteX42" fmla="*/ 7032938 w 7918980"/>
              <a:gd name="connsiteY42" fmla="*/ 1514846 h 6858000"/>
              <a:gd name="connsiteX43" fmla="*/ 7029397 w 7918980"/>
              <a:gd name="connsiteY43" fmla="*/ 1519731 h 6858000"/>
              <a:gd name="connsiteX44" fmla="*/ 7029620 w 7918980"/>
              <a:gd name="connsiteY44" fmla="*/ 1519929 h 6858000"/>
              <a:gd name="connsiteX45" fmla="*/ 7030612 w 7918980"/>
              <a:gd name="connsiteY45" fmla="*/ 1546022 h 6858000"/>
              <a:gd name="connsiteX46" fmla="*/ 7035010 w 7918980"/>
              <a:gd name="connsiteY46" fmla="*/ 1578752 h 6858000"/>
              <a:gd name="connsiteX47" fmla="*/ 7026513 w 7918980"/>
              <a:gd name="connsiteY47" fmla="*/ 1647555 h 6858000"/>
              <a:gd name="connsiteX48" fmla="*/ 7013857 w 7918980"/>
              <a:gd name="connsiteY48" fmla="*/ 1715685 h 6858000"/>
              <a:gd name="connsiteX49" fmla="*/ 7007215 w 7918980"/>
              <a:gd name="connsiteY49" fmla="*/ 1740358 h 6858000"/>
              <a:gd name="connsiteX50" fmla="*/ 7004455 w 7918980"/>
              <a:gd name="connsiteY50" fmla="*/ 1784314 h 6858000"/>
              <a:gd name="connsiteX51" fmla="*/ 7008825 w 7918980"/>
              <a:gd name="connsiteY51" fmla="*/ 1804434 h 6858000"/>
              <a:gd name="connsiteX52" fmla="*/ 7008048 w 7918980"/>
              <a:gd name="connsiteY52" fmla="*/ 1805316 h 6858000"/>
              <a:gd name="connsiteX53" fmla="*/ 7011573 w 7918980"/>
              <a:gd name="connsiteY53" fmla="*/ 1807109 h 6858000"/>
              <a:gd name="connsiteX54" fmla="*/ 7008900 w 7918980"/>
              <a:gd name="connsiteY54" fmla="*/ 1821003 h 6858000"/>
              <a:gd name="connsiteX55" fmla="*/ 7006523 w 7918980"/>
              <a:gd name="connsiteY55" fmla="*/ 1824832 h 6858000"/>
              <a:gd name="connsiteX56" fmla="*/ 7005215 w 7918980"/>
              <a:gd name="connsiteY56" fmla="*/ 1830429 h 6858000"/>
              <a:gd name="connsiteX57" fmla="*/ 7005505 w 7918980"/>
              <a:gd name="connsiteY57" fmla="*/ 1830569 h 6858000"/>
              <a:gd name="connsiteX58" fmla="*/ 7003643 w 7918980"/>
              <a:gd name="connsiteY58" fmla="*/ 1835810 h 6858000"/>
              <a:gd name="connsiteX59" fmla="*/ 6990432 w 7918980"/>
              <a:gd name="connsiteY59" fmla="*/ 1861483 h 6858000"/>
              <a:gd name="connsiteX60" fmla="*/ 6997246 w 7918980"/>
              <a:gd name="connsiteY60" fmla="*/ 1892417 h 6858000"/>
              <a:gd name="connsiteX61" fmla="*/ 7012242 w 7918980"/>
              <a:gd name="connsiteY61" fmla="*/ 1895114 h 6858000"/>
              <a:gd name="connsiteX62" fmla="*/ 7010080 w 7918980"/>
              <a:gd name="connsiteY62" fmla="*/ 1899379 h 6858000"/>
              <a:gd name="connsiteX63" fmla="*/ 7003451 w 7918980"/>
              <a:gd name="connsiteY63" fmla="*/ 1907867 h 6858000"/>
              <a:gd name="connsiteX64" fmla="*/ 7004341 w 7918980"/>
              <a:gd name="connsiteY64" fmla="*/ 1910265 h 6858000"/>
              <a:gd name="connsiteX65" fmla="*/ 7001248 w 7918980"/>
              <a:gd name="connsiteY65" fmla="*/ 1935584 h 6858000"/>
              <a:gd name="connsiteX66" fmla="*/ 7006599 w 7918980"/>
              <a:gd name="connsiteY66" fmla="*/ 1942021 h 6858000"/>
              <a:gd name="connsiteX67" fmla="*/ 6985020 w 7918980"/>
              <a:gd name="connsiteY67" fmla="*/ 1967551 h 6858000"/>
              <a:gd name="connsiteX68" fmla="*/ 6949577 w 7918980"/>
              <a:gd name="connsiteY68" fmla="*/ 2024270 h 6858000"/>
              <a:gd name="connsiteX69" fmla="*/ 6942508 w 7918980"/>
              <a:gd name="connsiteY69" fmla="*/ 2107942 h 6858000"/>
              <a:gd name="connsiteX70" fmla="*/ 6933336 w 7918980"/>
              <a:gd name="connsiteY70" fmla="*/ 2193455 h 6858000"/>
              <a:gd name="connsiteX71" fmla="*/ 6927972 w 7918980"/>
              <a:gd name="connsiteY71" fmla="*/ 2260088 h 6858000"/>
              <a:gd name="connsiteX72" fmla="*/ 6909058 w 7918980"/>
              <a:gd name="connsiteY72" fmla="*/ 2296008 h 6858000"/>
              <a:gd name="connsiteX73" fmla="*/ 6901810 w 7918980"/>
              <a:gd name="connsiteY73" fmla="*/ 2305564 h 6858000"/>
              <a:gd name="connsiteX74" fmla="*/ 6904482 w 7918980"/>
              <a:gd name="connsiteY74" fmla="*/ 2320214 h 6858000"/>
              <a:gd name="connsiteX75" fmla="*/ 6891885 w 7918980"/>
              <a:gd name="connsiteY75" fmla="*/ 2417011 h 6858000"/>
              <a:gd name="connsiteX76" fmla="*/ 6884970 w 7918980"/>
              <a:gd name="connsiteY76" fmla="*/ 2454207 h 6858000"/>
              <a:gd name="connsiteX77" fmla="*/ 6882954 w 7918980"/>
              <a:gd name="connsiteY77" fmla="*/ 2487203 h 6858000"/>
              <a:gd name="connsiteX78" fmla="*/ 6871484 w 7918980"/>
              <a:gd name="connsiteY78" fmla="*/ 2512282 h 6858000"/>
              <a:gd name="connsiteX79" fmla="*/ 6872496 w 7918980"/>
              <a:gd name="connsiteY79" fmla="*/ 2514318 h 6858000"/>
              <a:gd name="connsiteX80" fmla="*/ 6898111 w 7918980"/>
              <a:gd name="connsiteY80" fmla="*/ 2574334 h 6858000"/>
              <a:gd name="connsiteX81" fmla="*/ 6897017 w 7918980"/>
              <a:gd name="connsiteY81" fmla="*/ 2579877 h 6858000"/>
              <a:gd name="connsiteX82" fmla="*/ 6897171 w 7918980"/>
              <a:gd name="connsiteY82" fmla="*/ 2608928 h 6858000"/>
              <a:gd name="connsiteX83" fmla="*/ 6896584 w 7918980"/>
              <a:gd name="connsiteY83" fmla="*/ 2613111 h 6858000"/>
              <a:gd name="connsiteX84" fmla="*/ 6888164 w 7918980"/>
              <a:gd name="connsiteY84" fmla="*/ 2621996 h 6858000"/>
              <a:gd name="connsiteX85" fmla="*/ 6890652 w 7918980"/>
              <a:gd name="connsiteY85" fmla="*/ 2634265 h 6858000"/>
              <a:gd name="connsiteX86" fmla="*/ 6882034 w 7918980"/>
              <a:gd name="connsiteY86" fmla="*/ 2647237 h 6858000"/>
              <a:gd name="connsiteX87" fmla="*/ 6888195 w 7918980"/>
              <a:gd name="connsiteY87" fmla="*/ 2650786 h 6858000"/>
              <a:gd name="connsiteX88" fmla="*/ 6894052 w 7918980"/>
              <a:gd name="connsiteY88" fmla="*/ 2661993 h 6858000"/>
              <a:gd name="connsiteX89" fmla="*/ 6885953 w 7918980"/>
              <a:gd name="connsiteY89" fmla="*/ 2670949 h 6858000"/>
              <a:gd name="connsiteX90" fmla="*/ 6880156 w 7918980"/>
              <a:gd name="connsiteY90" fmla="*/ 2690255 h 6858000"/>
              <a:gd name="connsiteX91" fmla="*/ 6881009 w 7918980"/>
              <a:gd name="connsiteY91" fmla="*/ 2695683 h 6858000"/>
              <a:gd name="connsiteX92" fmla="*/ 6870001 w 7918980"/>
              <a:gd name="connsiteY92" fmla="*/ 2713964 h 6858000"/>
              <a:gd name="connsiteX93" fmla="*/ 6864441 w 7918980"/>
              <a:gd name="connsiteY93" fmla="*/ 2730175 h 6858000"/>
              <a:gd name="connsiteX94" fmla="*/ 6875107 w 7918980"/>
              <a:gd name="connsiteY94" fmla="*/ 2763497 h 6858000"/>
              <a:gd name="connsiteX95" fmla="*/ 6837349 w 7918980"/>
              <a:gd name="connsiteY95" fmla="*/ 3051539 h 6858000"/>
              <a:gd name="connsiteX96" fmla="*/ 6835698 w 7918980"/>
              <a:gd name="connsiteY96" fmla="*/ 3060333 h 6858000"/>
              <a:gd name="connsiteX97" fmla="*/ 6837785 w 7918980"/>
              <a:gd name="connsiteY97" fmla="*/ 3065434 h 6858000"/>
              <a:gd name="connsiteX98" fmla="*/ 6834476 w 7918980"/>
              <a:gd name="connsiteY98" fmla="*/ 3066836 h 6858000"/>
              <a:gd name="connsiteX99" fmla="*/ 6831096 w 7918980"/>
              <a:gd name="connsiteY99" fmla="*/ 3084834 h 6858000"/>
              <a:gd name="connsiteX100" fmla="*/ 6831305 w 7918980"/>
              <a:gd name="connsiteY100" fmla="*/ 3097259 h 6858000"/>
              <a:gd name="connsiteX101" fmla="*/ 6828050 w 7918980"/>
              <a:gd name="connsiteY101" fmla="*/ 3101053 h 6858000"/>
              <a:gd name="connsiteX102" fmla="*/ 6827093 w 7918980"/>
              <a:gd name="connsiteY102" fmla="*/ 3106151 h 6858000"/>
              <a:gd name="connsiteX103" fmla="*/ 6833251 w 7918980"/>
              <a:gd name="connsiteY103" fmla="*/ 3116747 h 6858000"/>
              <a:gd name="connsiteX104" fmla="*/ 6825921 w 7918980"/>
              <a:gd name="connsiteY104" fmla="*/ 3151828 h 6858000"/>
              <a:gd name="connsiteX105" fmla="*/ 6825863 w 7918980"/>
              <a:gd name="connsiteY105" fmla="*/ 3180546 h 6858000"/>
              <a:gd name="connsiteX106" fmla="*/ 6839691 w 7918980"/>
              <a:gd name="connsiteY106" fmla="*/ 3258677 h 6858000"/>
              <a:gd name="connsiteX107" fmla="*/ 6840898 w 7918980"/>
              <a:gd name="connsiteY107" fmla="*/ 3262610 h 6858000"/>
              <a:gd name="connsiteX108" fmla="*/ 6834652 w 7918980"/>
              <a:gd name="connsiteY108" fmla="*/ 3277179 h 6858000"/>
              <a:gd name="connsiteX109" fmla="*/ 6832324 w 7918980"/>
              <a:gd name="connsiteY109" fmla="*/ 3278130 h 6858000"/>
              <a:gd name="connsiteX110" fmla="*/ 6849750 w 7918980"/>
              <a:gd name="connsiteY110" fmla="*/ 3325671 h 6858000"/>
              <a:gd name="connsiteX111" fmla="*/ 6847551 w 7918980"/>
              <a:gd name="connsiteY111" fmla="*/ 3332072 h 6858000"/>
              <a:gd name="connsiteX112" fmla="*/ 6864685 w 7918980"/>
              <a:gd name="connsiteY112" fmla="*/ 3362948 h 6858000"/>
              <a:gd name="connsiteX113" fmla="*/ 6870457 w 7918980"/>
              <a:gd name="connsiteY113" fmla="*/ 3378959 h 6858000"/>
              <a:gd name="connsiteX114" fmla="*/ 6883738 w 7918980"/>
              <a:gd name="connsiteY114" fmla="*/ 3407057 h 6858000"/>
              <a:gd name="connsiteX115" fmla="*/ 6881948 w 7918980"/>
              <a:gd name="connsiteY115" fmla="*/ 3409825 h 6858000"/>
              <a:gd name="connsiteX116" fmla="*/ 6885647 w 7918980"/>
              <a:gd name="connsiteY116" fmla="*/ 3415218 h 6858000"/>
              <a:gd name="connsiteX117" fmla="*/ 6883908 w 7918980"/>
              <a:gd name="connsiteY117" fmla="*/ 3419880 h 6858000"/>
              <a:gd name="connsiteX118" fmla="*/ 6885903 w 7918980"/>
              <a:gd name="connsiteY118" fmla="*/ 3424545 h 6858000"/>
              <a:gd name="connsiteX119" fmla="*/ 6887603 w 7918980"/>
              <a:gd name="connsiteY119" fmla="*/ 3476412 h 6858000"/>
              <a:gd name="connsiteX120" fmla="*/ 6892664 w 7918980"/>
              <a:gd name="connsiteY120" fmla="*/ 3486850 h 6858000"/>
              <a:gd name="connsiteX121" fmla="*/ 6886319 w 7918980"/>
              <a:gd name="connsiteY121" fmla="*/ 3496391 h 6858000"/>
              <a:gd name="connsiteX122" fmla="*/ 6893119 w 7918980"/>
              <a:gd name="connsiteY122" fmla="*/ 3531201 h 6858000"/>
              <a:gd name="connsiteX123" fmla="*/ 6902876 w 7918980"/>
              <a:gd name="connsiteY123" fmla="*/ 3542019 h 6858000"/>
              <a:gd name="connsiteX124" fmla="*/ 6910520 w 7918980"/>
              <a:gd name="connsiteY124" fmla="*/ 3552249 h 6858000"/>
              <a:gd name="connsiteX125" fmla="*/ 6910882 w 7918980"/>
              <a:gd name="connsiteY125" fmla="*/ 3553678 h 6858000"/>
              <a:gd name="connsiteX126" fmla="*/ 6914489 w 7918980"/>
              <a:gd name="connsiteY126" fmla="*/ 3568021 h 6858000"/>
              <a:gd name="connsiteX127" fmla="*/ 6914914 w 7918980"/>
              <a:gd name="connsiteY127" fmla="*/ 3569719 h 6858000"/>
              <a:gd name="connsiteX128" fmla="*/ 6912342 w 7918980"/>
              <a:gd name="connsiteY128" fmla="*/ 3586412 h 6858000"/>
              <a:gd name="connsiteX129" fmla="*/ 6915338 w 7918980"/>
              <a:gd name="connsiteY129" fmla="*/ 3597336 h 6858000"/>
              <a:gd name="connsiteX130" fmla="*/ 6907234 w 7918980"/>
              <a:gd name="connsiteY130" fmla="*/ 3606007 h 6858000"/>
              <a:gd name="connsiteX131" fmla="*/ 6907261 w 7918980"/>
              <a:gd name="connsiteY131" fmla="*/ 3641228 h 6858000"/>
              <a:gd name="connsiteX132" fmla="*/ 6914828 w 7918980"/>
              <a:gd name="connsiteY132" fmla="*/ 3653088 h 6858000"/>
              <a:gd name="connsiteX133" fmla="*/ 6920416 w 7918980"/>
              <a:gd name="connsiteY133" fmla="*/ 3664114 h 6858000"/>
              <a:gd name="connsiteX134" fmla="*/ 6920498 w 7918980"/>
              <a:gd name="connsiteY134" fmla="*/ 3665569 h 6858000"/>
              <a:gd name="connsiteX135" fmla="*/ 6922809 w 7918980"/>
              <a:gd name="connsiteY135" fmla="*/ 3707357 h 6858000"/>
              <a:gd name="connsiteX136" fmla="*/ 6937676 w 7918980"/>
              <a:gd name="connsiteY136" fmla="*/ 3778166 h 6858000"/>
              <a:gd name="connsiteX137" fmla="*/ 6958359 w 7918980"/>
              <a:gd name="connsiteY137" fmla="*/ 3878222 h 6858000"/>
              <a:gd name="connsiteX138" fmla="*/ 6953118 w 7918980"/>
              <a:gd name="connsiteY138" fmla="*/ 4048117 h 6858000"/>
              <a:gd name="connsiteX139" fmla="*/ 6913020 w 7918980"/>
              <a:gd name="connsiteY139" fmla="*/ 4219510 h 6858000"/>
              <a:gd name="connsiteX140" fmla="*/ 6915792 w 7918980"/>
              <a:gd name="connsiteY140" fmla="*/ 4411258 h 6858000"/>
              <a:gd name="connsiteX141" fmla="*/ 6907579 w 7918980"/>
              <a:gd name="connsiteY141" fmla="*/ 4488531 h 6858000"/>
              <a:gd name="connsiteX142" fmla="*/ 6907052 w 7918980"/>
              <a:gd name="connsiteY142" fmla="*/ 4539168 h 6858000"/>
              <a:gd name="connsiteX143" fmla="*/ 6891916 w 7918980"/>
              <a:gd name="connsiteY143" fmla="*/ 4625153 h 6858000"/>
              <a:gd name="connsiteX144" fmla="*/ 6882094 w 7918980"/>
              <a:gd name="connsiteY144" fmla="*/ 4733115 h 6858000"/>
              <a:gd name="connsiteX145" fmla="*/ 6860189 w 7918980"/>
              <a:gd name="connsiteY145" fmla="*/ 4844323 h 6858000"/>
              <a:gd name="connsiteX146" fmla="*/ 6843618 w 7918980"/>
              <a:gd name="connsiteY146" fmla="*/ 4877992 h 6858000"/>
              <a:gd name="connsiteX147" fmla="*/ 6829393 w 7918980"/>
              <a:gd name="connsiteY147" fmla="*/ 4925805 h 6858000"/>
              <a:gd name="connsiteX148" fmla="*/ 6794017 w 7918980"/>
              <a:gd name="connsiteY148" fmla="*/ 5009272 h 6858000"/>
              <a:gd name="connsiteX149" fmla="*/ 6786085 w 7918980"/>
              <a:gd name="connsiteY149" fmla="*/ 5111369 h 6858000"/>
              <a:gd name="connsiteX150" fmla="*/ 6799321 w 7918980"/>
              <a:gd name="connsiteY150" fmla="*/ 5210876 h 6858000"/>
              <a:gd name="connsiteX151" fmla="*/ 6803597 w 7918980"/>
              <a:gd name="connsiteY151" fmla="*/ 5269726 h 6858000"/>
              <a:gd name="connsiteX152" fmla="*/ 6820713 w 7918980"/>
              <a:gd name="connsiteY152" fmla="*/ 5464225 h 6858000"/>
              <a:gd name="connsiteX153" fmla="*/ 6824380 w 7918980"/>
              <a:gd name="connsiteY153" fmla="*/ 5594585 h 6858000"/>
              <a:gd name="connsiteX154" fmla="*/ 6806680 w 7918980"/>
              <a:gd name="connsiteY154" fmla="*/ 5667896 h 6858000"/>
              <a:gd name="connsiteX155" fmla="*/ 6791486 w 7918980"/>
              <a:gd name="connsiteY155" fmla="*/ 5769225 h 6858000"/>
              <a:gd name="connsiteX156" fmla="*/ 6792745 w 7918980"/>
              <a:gd name="connsiteY156" fmla="*/ 5823324 h 6858000"/>
              <a:gd name="connsiteX157" fmla="*/ 6789109 w 7918980"/>
              <a:gd name="connsiteY157" fmla="*/ 5862699 h 6858000"/>
              <a:gd name="connsiteX158" fmla="*/ 6793675 w 7918980"/>
              <a:gd name="connsiteY158" fmla="*/ 5906467 h 6858000"/>
              <a:gd name="connsiteX159" fmla="*/ 6814548 w 7918980"/>
              <a:gd name="connsiteY159" fmla="*/ 5939847 h 6858000"/>
              <a:gd name="connsiteX160" fmla="*/ 6809795 w 7918980"/>
              <a:gd name="connsiteY160" fmla="*/ 5973994 h 6858000"/>
              <a:gd name="connsiteX161" fmla="*/ 6810756 w 7918980"/>
              <a:gd name="connsiteY161" fmla="*/ 6089693 h 6858000"/>
              <a:gd name="connsiteX162" fmla="*/ 6814601 w 7918980"/>
              <a:gd name="connsiteY162" fmla="*/ 6224938 h 6858000"/>
              <a:gd name="connsiteX163" fmla="*/ 6840137 w 7918980"/>
              <a:gd name="connsiteY163" fmla="*/ 6370251 h 6858000"/>
              <a:gd name="connsiteX164" fmla="*/ 6863777 w 7918980"/>
              <a:gd name="connsiteY164" fmla="*/ 6541313 h 6858000"/>
              <a:gd name="connsiteX165" fmla="*/ 6868355 w 7918980"/>
              <a:gd name="connsiteY165" fmla="*/ 6640957 h 6858000"/>
              <a:gd name="connsiteX166" fmla="*/ 6881422 w 7918980"/>
              <a:gd name="connsiteY166" fmla="*/ 6705297 h 6858000"/>
              <a:gd name="connsiteX167" fmla="*/ 6894105 w 7918980"/>
              <a:gd name="connsiteY167" fmla="*/ 6759582 h 6858000"/>
              <a:gd name="connsiteX168" fmla="*/ 6892152 w 7918980"/>
              <a:gd name="connsiteY168" fmla="*/ 6817746 h 6858000"/>
              <a:gd name="connsiteX169" fmla="*/ 6895302 w 7918980"/>
              <a:gd name="connsiteY169" fmla="*/ 6843646 h 6858000"/>
              <a:gd name="connsiteX170" fmla="*/ 6914368 w 7918980"/>
              <a:gd name="connsiteY170" fmla="*/ 6857998 h 6858000"/>
              <a:gd name="connsiteX171" fmla="*/ 7549620 w 7918980"/>
              <a:gd name="connsiteY171" fmla="*/ 6857998 h 6858000"/>
              <a:gd name="connsiteX172" fmla="*/ 7918980 w 7918980"/>
              <a:gd name="connsiteY172" fmla="*/ 6857998 h 6858000"/>
              <a:gd name="connsiteX173" fmla="*/ 7918980 w 7918980"/>
              <a:gd name="connsiteY173" fmla="*/ 6858000 h 6858000"/>
              <a:gd name="connsiteX174" fmla="*/ 7549620 w 7918980"/>
              <a:gd name="connsiteY174" fmla="*/ 6858000 h 6858000"/>
              <a:gd name="connsiteX175" fmla="*/ 6658851 w 7918980"/>
              <a:gd name="connsiteY175" fmla="*/ 6858000 h 6858000"/>
              <a:gd name="connsiteX176" fmla="*/ 2092387 w 7918980"/>
              <a:gd name="connsiteY176" fmla="*/ 6858000 h 6858000"/>
              <a:gd name="connsiteX177" fmla="*/ 1822980 w 7918980"/>
              <a:gd name="connsiteY177" fmla="*/ 6858000 h 6858000"/>
              <a:gd name="connsiteX178" fmla="*/ 727500 w 7918980"/>
              <a:gd name="connsiteY178" fmla="*/ 6858000 h 6858000"/>
              <a:gd name="connsiteX179" fmla="*/ 504457 w 7918980"/>
              <a:gd name="connsiteY179" fmla="*/ 6858000 h 6858000"/>
              <a:gd name="connsiteX180" fmla="*/ 0 w 7918980"/>
              <a:gd name="connsiteY180" fmla="*/ 6858000 h 6858000"/>
              <a:gd name="connsiteX181" fmla="*/ 0 w 7918980"/>
              <a:gd name="connsiteY18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Lst>
            <a:rect l="l" t="t" r="r" b="b"/>
            <a:pathLst>
              <a:path w="7918980" h="6858000">
                <a:moveTo>
                  <a:pt x="0" y="0"/>
                </a:moveTo>
                <a:lnTo>
                  <a:pt x="504457" y="0"/>
                </a:lnTo>
                <a:lnTo>
                  <a:pt x="727500" y="0"/>
                </a:lnTo>
                <a:lnTo>
                  <a:pt x="1822980" y="0"/>
                </a:lnTo>
                <a:lnTo>
                  <a:pt x="2092387" y="0"/>
                </a:lnTo>
                <a:lnTo>
                  <a:pt x="7076514" y="0"/>
                </a:lnTo>
                <a:lnTo>
                  <a:pt x="7264525" y="0"/>
                </a:lnTo>
                <a:lnTo>
                  <a:pt x="7390497" y="0"/>
                </a:lnTo>
                <a:lnTo>
                  <a:pt x="7389918" y="1705"/>
                </a:lnTo>
                <a:cubicBezTo>
                  <a:pt x="7386106" y="8440"/>
                  <a:pt x="7381092" y="13784"/>
                  <a:pt x="7374574" y="17287"/>
                </a:cubicBezTo>
                <a:cubicBezTo>
                  <a:pt x="7385344" y="82036"/>
                  <a:pt x="7333329" y="69804"/>
                  <a:pt x="7368621" y="130336"/>
                </a:cubicBezTo>
                <a:cubicBezTo>
                  <a:pt x="7349933" y="117589"/>
                  <a:pt x="7359958" y="162458"/>
                  <a:pt x="7361269" y="187093"/>
                </a:cubicBezTo>
                <a:cubicBezTo>
                  <a:pt x="7359185" y="226511"/>
                  <a:pt x="7368702" y="205530"/>
                  <a:pt x="7368770" y="265704"/>
                </a:cubicBezTo>
                <a:cubicBezTo>
                  <a:pt x="7365276" y="317533"/>
                  <a:pt x="7366793" y="325288"/>
                  <a:pt x="7365293" y="354566"/>
                </a:cubicBezTo>
                <a:lnTo>
                  <a:pt x="7347106" y="472000"/>
                </a:lnTo>
                <a:lnTo>
                  <a:pt x="7345150" y="473782"/>
                </a:lnTo>
                <a:cubicBezTo>
                  <a:pt x="7340827" y="482008"/>
                  <a:pt x="7341662" y="487340"/>
                  <a:pt x="7344778" y="491380"/>
                </a:cubicBezTo>
                <a:lnTo>
                  <a:pt x="7359399" y="531675"/>
                </a:lnTo>
                <a:lnTo>
                  <a:pt x="7356415" y="536015"/>
                </a:lnTo>
                <a:lnTo>
                  <a:pt x="7361068" y="572092"/>
                </a:lnTo>
                <a:lnTo>
                  <a:pt x="7359041" y="572511"/>
                </a:lnTo>
                <a:cubicBezTo>
                  <a:pt x="7354591" y="574271"/>
                  <a:pt x="7351509" y="577121"/>
                  <a:pt x="7351198" y="582332"/>
                </a:cubicBezTo>
                <a:cubicBezTo>
                  <a:pt x="7320982" y="573171"/>
                  <a:pt x="7339242" y="585107"/>
                  <a:pt x="7340991" y="601285"/>
                </a:cubicBezTo>
                <a:cubicBezTo>
                  <a:pt x="7331818" y="617831"/>
                  <a:pt x="7303664" y="666964"/>
                  <a:pt x="7296154" y="681608"/>
                </a:cubicBezTo>
                <a:cubicBezTo>
                  <a:pt x="7296082" y="684122"/>
                  <a:pt x="7296013" y="686637"/>
                  <a:pt x="7295943" y="689151"/>
                </a:cubicBezTo>
                <a:lnTo>
                  <a:pt x="7295465" y="689289"/>
                </a:lnTo>
                <a:cubicBezTo>
                  <a:pt x="7294414" y="690905"/>
                  <a:pt x="7293966" y="693376"/>
                  <a:pt x="7294306" y="697222"/>
                </a:cubicBezTo>
                <a:cubicBezTo>
                  <a:pt x="7294586" y="703992"/>
                  <a:pt x="7294864" y="710761"/>
                  <a:pt x="7295144" y="717531"/>
                </a:cubicBezTo>
                <a:lnTo>
                  <a:pt x="7291871" y="722494"/>
                </a:lnTo>
                <a:lnTo>
                  <a:pt x="7286061" y="724368"/>
                </a:lnTo>
                <a:lnTo>
                  <a:pt x="7269961" y="752692"/>
                </a:lnTo>
                <a:cubicBezTo>
                  <a:pt x="7277671" y="764380"/>
                  <a:pt x="7245699" y="808083"/>
                  <a:pt x="7240170" y="816346"/>
                </a:cubicBezTo>
                <a:lnTo>
                  <a:pt x="7211938" y="889417"/>
                </a:lnTo>
                <a:cubicBezTo>
                  <a:pt x="7143471" y="969963"/>
                  <a:pt x="7144887" y="1005331"/>
                  <a:pt x="7130024" y="1063288"/>
                </a:cubicBezTo>
                <a:cubicBezTo>
                  <a:pt x="7136312" y="1111028"/>
                  <a:pt x="7140076" y="1110140"/>
                  <a:pt x="7126817" y="1157176"/>
                </a:cubicBezTo>
                <a:cubicBezTo>
                  <a:pt x="7124083" y="1192124"/>
                  <a:pt x="7124864" y="1197232"/>
                  <a:pt x="7109474" y="1210776"/>
                </a:cubicBezTo>
                <a:lnTo>
                  <a:pt x="7105443" y="1301993"/>
                </a:lnTo>
                <a:lnTo>
                  <a:pt x="7075215" y="1360879"/>
                </a:lnTo>
                <a:lnTo>
                  <a:pt x="7067477" y="1404045"/>
                </a:lnTo>
                <a:lnTo>
                  <a:pt x="7046803" y="1429568"/>
                </a:lnTo>
                <a:lnTo>
                  <a:pt x="7047831" y="1430305"/>
                </a:lnTo>
                <a:cubicBezTo>
                  <a:pt x="7049677" y="1432466"/>
                  <a:pt x="7037718" y="1459891"/>
                  <a:pt x="7035374" y="1463304"/>
                </a:cubicBezTo>
                <a:cubicBezTo>
                  <a:pt x="7032892" y="1477394"/>
                  <a:pt x="7036007" y="1501295"/>
                  <a:pt x="7032938" y="1514846"/>
                </a:cubicBezTo>
                <a:lnTo>
                  <a:pt x="7029397" y="1519731"/>
                </a:lnTo>
                <a:lnTo>
                  <a:pt x="7029620" y="1519929"/>
                </a:lnTo>
                <a:cubicBezTo>
                  <a:pt x="7029470" y="1521210"/>
                  <a:pt x="7032690" y="1543635"/>
                  <a:pt x="7030612" y="1546022"/>
                </a:cubicBezTo>
                <a:lnTo>
                  <a:pt x="7035010" y="1578752"/>
                </a:lnTo>
                <a:cubicBezTo>
                  <a:pt x="7029127" y="1605585"/>
                  <a:pt x="7049361" y="1622803"/>
                  <a:pt x="7026513" y="1647555"/>
                </a:cubicBezTo>
                <a:cubicBezTo>
                  <a:pt x="7021108" y="1672675"/>
                  <a:pt x="7026193" y="1694404"/>
                  <a:pt x="7013857" y="1715685"/>
                </a:cubicBezTo>
                <a:cubicBezTo>
                  <a:pt x="7019795" y="1724301"/>
                  <a:pt x="7021078" y="1732435"/>
                  <a:pt x="7007215" y="1740358"/>
                </a:cubicBezTo>
                <a:cubicBezTo>
                  <a:pt x="7005605" y="1763793"/>
                  <a:pt x="7021348" y="1769422"/>
                  <a:pt x="7004455" y="1784314"/>
                </a:cubicBezTo>
                <a:cubicBezTo>
                  <a:pt x="7028967" y="1797417"/>
                  <a:pt x="7018226" y="1798221"/>
                  <a:pt x="7008825" y="1804434"/>
                </a:cubicBezTo>
                <a:lnTo>
                  <a:pt x="7008048" y="1805316"/>
                </a:lnTo>
                <a:lnTo>
                  <a:pt x="7011573" y="1807109"/>
                </a:lnTo>
                <a:lnTo>
                  <a:pt x="7008900" y="1821003"/>
                </a:lnTo>
                <a:lnTo>
                  <a:pt x="7006523" y="1824832"/>
                </a:lnTo>
                <a:cubicBezTo>
                  <a:pt x="7005264" y="1827468"/>
                  <a:pt x="7004917" y="1829219"/>
                  <a:pt x="7005215" y="1830429"/>
                </a:cubicBezTo>
                <a:lnTo>
                  <a:pt x="7005505" y="1830569"/>
                </a:lnTo>
                <a:lnTo>
                  <a:pt x="7003643" y="1835810"/>
                </a:lnTo>
                <a:cubicBezTo>
                  <a:pt x="6999759" y="1844665"/>
                  <a:pt x="6995277" y="1853278"/>
                  <a:pt x="6990432" y="1861483"/>
                </a:cubicBezTo>
                <a:cubicBezTo>
                  <a:pt x="7002807" y="1866643"/>
                  <a:pt x="6989768" y="1884999"/>
                  <a:pt x="6997246" y="1892417"/>
                </a:cubicBezTo>
                <a:lnTo>
                  <a:pt x="7012242" y="1895114"/>
                </a:lnTo>
                <a:lnTo>
                  <a:pt x="7010080" y="1899379"/>
                </a:lnTo>
                <a:lnTo>
                  <a:pt x="7003451" y="1907867"/>
                </a:lnTo>
                <a:cubicBezTo>
                  <a:pt x="7002589" y="1909162"/>
                  <a:pt x="7002627" y="1909994"/>
                  <a:pt x="7004341" y="1910265"/>
                </a:cubicBezTo>
                <a:cubicBezTo>
                  <a:pt x="7003975" y="1914884"/>
                  <a:pt x="7000873" y="1930292"/>
                  <a:pt x="7001248" y="1935584"/>
                </a:cubicBezTo>
                <a:lnTo>
                  <a:pt x="7006599" y="1942021"/>
                </a:lnTo>
                <a:lnTo>
                  <a:pt x="6985020" y="1967551"/>
                </a:lnTo>
                <a:lnTo>
                  <a:pt x="6949577" y="2024270"/>
                </a:lnTo>
                <a:lnTo>
                  <a:pt x="6942508" y="2107942"/>
                </a:lnTo>
                <a:cubicBezTo>
                  <a:pt x="6912270" y="2138038"/>
                  <a:pt x="6933395" y="2159228"/>
                  <a:pt x="6933336" y="2193455"/>
                </a:cubicBezTo>
                <a:cubicBezTo>
                  <a:pt x="6924282" y="2220953"/>
                  <a:pt x="6933361" y="2224200"/>
                  <a:pt x="6927972" y="2260088"/>
                </a:cubicBezTo>
                <a:cubicBezTo>
                  <a:pt x="6923728" y="2275916"/>
                  <a:pt x="6917037" y="2285645"/>
                  <a:pt x="6909058" y="2296008"/>
                </a:cubicBezTo>
                <a:lnTo>
                  <a:pt x="6901810" y="2305564"/>
                </a:lnTo>
                <a:lnTo>
                  <a:pt x="6904482" y="2320214"/>
                </a:lnTo>
                <a:cubicBezTo>
                  <a:pt x="6902155" y="2355906"/>
                  <a:pt x="6895137" y="2394678"/>
                  <a:pt x="6891885" y="2417011"/>
                </a:cubicBezTo>
                <a:cubicBezTo>
                  <a:pt x="6880976" y="2426377"/>
                  <a:pt x="6897848" y="2456509"/>
                  <a:pt x="6884970" y="2454207"/>
                </a:cubicBezTo>
                <a:cubicBezTo>
                  <a:pt x="6890753" y="2464947"/>
                  <a:pt x="6887930" y="2476105"/>
                  <a:pt x="6882954" y="2487203"/>
                </a:cubicBezTo>
                <a:lnTo>
                  <a:pt x="6871484" y="2512282"/>
                </a:lnTo>
                <a:lnTo>
                  <a:pt x="6872496" y="2514318"/>
                </a:lnTo>
                <a:lnTo>
                  <a:pt x="6898111" y="2574334"/>
                </a:lnTo>
                <a:lnTo>
                  <a:pt x="6897017" y="2579877"/>
                </a:lnTo>
                <a:cubicBezTo>
                  <a:pt x="6896861" y="2585644"/>
                  <a:pt x="6897245" y="2603388"/>
                  <a:pt x="6897171" y="2608928"/>
                </a:cubicBezTo>
                <a:cubicBezTo>
                  <a:pt x="6896975" y="2610322"/>
                  <a:pt x="6896780" y="2611717"/>
                  <a:pt x="6896584" y="2613111"/>
                </a:cubicBezTo>
                <a:lnTo>
                  <a:pt x="6888164" y="2621996"/>
                </a:lnTo>
                <a:lnTo>
                  <a:pt x="6890652" y="2634265"/>
                </a:lnTo>
                <a:lnTo>
                  <a:pt x="6882034" y="2647237"/>
                </a:lnTo>
                <a:cubicBezTo>
                  <a:pt x="6884287" y="2648158"/>
                  <a:pt x="6886365" y="2649356"/>
                  <a:pt x="6888195" y="2650786"/>
                </a:cubicBezTo>
                <a:lnTo>
                  <a:pt x="6894052" y="2661993"/>
                </a:lnTo>
                <a:lnTo>
                  <a:pt x="6885953" y="2670949"/>
                </a:lnTo>
                <a:cubicBezTo>
                  <a:pt x="6898507" y="2672007"/>
                  <a:pt x="6883930" y="2681695"/>
                  <a:pt x="6880156" y="2690255"/>
                </a:cubicBezTo>
                <a:lnTo>
                  <a:pt x="6881009" y="2695683"/>
                </a:lnTo>
                <a:lnTo>
                  <a:pt x="6870001" y="2713964"/>
                </a:lnTo>
                <a:lnTo>
                  <a:pt x="6864441" y="2730175"/>
                </a:lnTo>
                <a:lnTo>
                  <a:pt x="6875107" y="2763497"/>
                </a:lnTo>
                <a:lnTo>
                  <a:pt x="6837349" y="3051539"/>
                </a:lnTo>
                <a:lnTo>
                  <a:pt x="6835698" y="3060333"/>
                </a:lnTo>
                <a:lnTo>
                  <a:pt x="6837785" y="3065434"/>
                </a:lnTo>
                <a:lnTo>
                  <a:pt x="6834476" y="3066836"/>
                </a:lnTo>
                <a:lnTo>
                  <a:pt x="6831096" y="3084834"/>
                </a:lnTo>
                <a:cubicBezTo>
                  <a:pt x="6831166" y="3088976"/>
                  <a:pt x="6831235" y="3093117"/>
                  <a:pt x="6831305" y="3097259"/>
                </a:cubicBezTo>
                <a:lnTo>
                  <a:pt x="6828050" y="3101053"/>
                </a:lnTo>
                <a:lnTo>
                  <a:pt x="6827093" y="3106151"/>
                </a:lnTo>
                <a:lnTo>
                  <a:pt x="6833251" y="3116747"/>
                </a:lnTo>
                <a:cubicBezTo>
                  <a:pt x="6834765" y="3127646"/>
                  <a:pt x="6821739" y="3134084"/>
                  <a:pt x="6825921" y="3151828"/>
                </a:cubicBezTo>
                <a:cubicBezTo>
                  <a:pt x="6833244" y="3163902"/>
                  <a:pt x="6834336" y="3171780"/>
                  <a:pt x="6825863" y="3180546"/>
                </a:cubicBezTo>
                <a:cubicBezTo>
                  <a:pt x="6861566" y="3236545"/>
                  <a:pt x="6826703" y="3210316"/>
                  <a:pt x="6839691" y="3258677"/>
                </a:cubicBezTo>
                <a:lnTo>
                  <a:pt x="6840898" y="3262610"/>
                </a:lnTo>
                <a:lnTo>
                  <a:pt x="6834652" y="3277179"/>
                </a:lnTo>
                <a:lnTo>
                  <a:pt x="6832324" y="3278130"/>
                </a:lnTo>
                <a:lnTo>
                  <a:pt x="6849750" y="3325671"/>
                </a:lnTo>
                <a:lnTo>
                  <a:pt x="6847551" y="3332072"/>
                </a:lnTo>
                <a:lnTo>
                  <a:pt x="6864685" y="3362948"/>
                </a:lnTo>
                <a:lnTo>
                  <a:pt x="6870457" y="3378959"/>
                </a:lnTo>
                <a:lnTo>
                  <a:pt x="6883738" y="3407057"/>
                </a:lnTo>
                <a:lnTo>
                  <a:pt x="6881948" y="3409825"/>
                </a:lnTo>
                <a:lnTo>
                  <a:pt x="6885647" y="3415218"/>
                </a:lnTo>
                <a:lnTo>
                  <a:pt x="6883908" y="3419880"/>
                </a:lnTo>
                <a:lnTo>
                  <a:pt x="6885903" y="3424545"/>
                </a:lnTo>
                <a:cubicBezTo>
                  <a:pt x="6886517" y="3433967"/>
                  <a:pt x="6886474" y="3466028"/>
                  <a:pt x="6887603" y="3476412"/>
                </a:cubicBezTo>
                <a:lnTo>
                  <a:pt x="6892664" y="3486850"/>
                </a:lnTo>
                <a:lnTo>
                  <a:pt x="6886319" y="3496391"/>
                </a:lnTo>
                <a:lnTo>
                  <a:pt x="6893119" y="3531201"/>
                </a:lnTo>
                <a:lnTo>
                  <a:pt x="6902876" y="3542019"/>
                </a:lnTo>
                <a:lnTo>
                  <a:pt x="6910520" y="3552249"/>
                </a:lnTo>
                <a:cubicBezTo>
                  <a:pt x="6910641" y="3552725"/>
                  <a:pt x="6910761" y="3553202"/>
                  <a:pt x="6910882" y="3553678"/>
                </a:cubicBezTo>
                <a:lnTo>
                  <a:pt x="6914489" y="3568021"/>
                </a:lnTo>
                <a:lnTo>
                  <a:pt x="6914914" y="3569719"/>
                </a:lnTo>
                <a:lnTo>
                  <a:pt x="6912342" y="3586412"/>
                </a:lnTo>
                <a:lnTo>
                  <a:pt x="6915338" y="3597336"/>
                </a:lnTo>
                <a:lnTo>
                  <a:pt x="6907234" y="3606007"/>
                </a:lnTo>
                <a:cubicBezTo>
                  <a:pt x="6907242" y="3617747"/>
                  <a:pt x="6907253" y="3629488"/>
                  <a:pt x="6907261" y="3641228"/>
                </a:cubicBezTo>
                <a:lnTo>
                  <a:pt x="6914828" y="3653088"/>
                </a:lnTo>
                <a:lnTo>
                  <a:pt x="6920416" y="3664114"/>
                </a:lnTo>
                <a:cubicBezTo>
                  <a:pt x="6920443" y="3664599"/>
                  <a:pt x="6920471" y="3665084"/>
                  <a:pt x="6920498" y="3665569"/>
                </a:cubicBezTo>
                <a:cubicBezTo>
                  <a:pt x="6920895" y="3672776"/>
                  <a:pt x="6919946" y="3688591"/>
                  <a:pt x="6922809" y="3707357"/>
                </a:cubicBezTo>
                <a:cubicBezTo>
                  <a:pt x="6923485" y="3724716"/>
                  <a:pt x="6941058" y="3760234"/>
                  <a:pt x="6937676" y="3778166"/>
                </a:cubicBezTo>
                <a:cubicBezTo>
                  <a:pt x="6964607" y="3845122"/>
                  <a:pt x="6948407" y="3821305"/>
                  <a:pt x="6958359" y="3878222"/>
                </a:cubicBezTo>
                <a:cubicBezTo>
                  <a:pt x="6984499" y="3905047"/>
                  <a:pt x="6948397" y="4015047"/>
                  <a:pt x="6953118" y="4048117"/>
                </a:cubicBezTo>
                <a:cubicBezTo>
                  <a:pt x="6904784" y="4192084"/>
                  <a:pt x="6919242" y="4158987"/>
                  <a:pt x="6913020" y="4219510"/>
                </a:cubicBezTo>
                <a:cubicBezTo>
                  <a:pt x="6927533" y="4280033"/>
                  <a:pt x="6888360" y="4345686"/>
                  <a:pt x="6915792" y="4411258"/>
                </a:cubicBezTo>
                <a:cubicBezTo>
                  <a:pt x="6913610" y="4437329"/>
                  <a:pt x="6906858" y="4473140"/>
                  <a:pt x="6907579" y="4488531"/>
                </a:cubicBezTo>
                <a:cubicBezTo>
                  <a:pt x="6907403" y="4505410"/>
                  <a:pt x="6907228" y="4522289"/>
                  <a:pt x="6907052" y="4539168"/>
                </a:cubicBezTo>
                <a:cubicBezTo>
                  <a:pt x="6895094" y="4567830"/>
                  <a:pt x="6887285" y="4588197"/>
                  <a:pt x="6891916" y="4625153"/>
                </a:cubicBezTo>
                <a:cubicBezTo>
                  <a:pt x="6900413" y="4662889"/>
                  <a:pt x="6888879" y="4679357"/>
                  <a:pt x="6882094" y="4733115"/>
                </a:cubicBezTo>
                <a:cubicBezTo>
                  <a:pt x="6891667" y="4752352"/>
                  <a:pt x="6878350" y="4832308"/>
                  <a:pt x="6860189" y="4844323"/>
                </a:cubicBezTo>
                <a:cubicBezTo>
                  <a:pt x="6856424" y="4857054"/>
                  <a:pt x="6863174" y="4871554"/>
                  <a:pt x="6843618" y="4877992"/>
                </a:cubicBezTo>
                <a:cubicBezTo>
                  <a:pt x="6820131" y="4888353"/>
                  <a:pt x="6857398" y="4931200"/>
                  <a:pt x="6829393" y="4925805"/>
                </a:cubicBezTo>
                <a:cubicBezTo>
                  <a:pt x="6854944" y="4956261"/>
                  <a:pt x="6805820" y="4982633"/>
                  <a:pt x="6794017" y="5009272"/>
                </a:cubicBezTo>
                <a:cubicBezTo>
                  <a:pt x="6796239" y="5034036"/>
                  <a:pt x="6791355" y="5053859"/>
                  <a:pt x="6786085" y="5111369"/>
                </a:cubicBezTo>
                <a:cubicBezTo>
                  <a:pt x="6796204" y="5141336"/>
                  <a:pt x="6760393" y="5161742"/>
                  <a:pt x="6799321" y="5210876"/>
                </a:cubicBezTo>
                <a:cubicBezTo>
                  <a:pt x="6795435" y="5212581"/>
                  <a:pt x="6800034" y="5227501"/>
                  <a:pt x="6803597" y="5269726"/>
                </a:cubicBezTo>
                <a:cubicBezTo>
                  <a:pt x="6807162" y="5311951"/>
                  <a:pt x="6813370" y="5400671"/>
                  <a:pt x="6820713" y="5464225"/>
                </a:cubicBezTo>
                <a:cubicBezTo>
                  <a:pt x="6824745" y="5536542"/>
                  <a:pt x="6813205" y="5517959"/>
                  <a:pt x="6824380" y="5594585"/>
                </a:cubicBezTo>
                <a:cubicBezTo>
                  <a:pt x="6822888" y="5619318"/>
                  <a:pt x="6797022" y="5647975"/>
                  <a:pt x="6806680" y="5667896"/>
                </a:cubicBezTo>
                <a:cubicBezTo>
                  <a:pt x="6799814" y="5696311"/>
                  <a:pt x="6798559" y="5738356"/>
                  <a:pt x="6791486" y="5769225"/>
                </a:cubicBezTo>
                <a:cubicBezTo>
                  <a:pt x="6791906" y="5787258"/>
                  <a:pt x="6792324" y="5805291"/>
                  <a:pt x="6792745" y="5823324"/>
                </a:cubicBezTo>
                <a:cubicBezTo>
                  <a:pt x="6789102" y="5853058"/>
                  <a:pt x="6788588" y="5838948"/>
                  <a:pt x="6789109" y="5862699"/>
                </a:cubicBezTo>
                <a:lnTo>
                  <a:pt x="6793675" y="5906467"/>
                </a:lnTo>
                <a:lnTo>
                  <a:pt x="6814548" y="5939847"/>
                </a:lnTo>
                <a:cubicBezTo>
                  <a:pt x="6821828" y="5955713"/>
                  <a:pt x="6797711" y="5940131"/>
                  <a:pt x="6809795" y="5973994"/>
                </a:cubicBezTo>
                <a:cubicBezTo>
                  <a:pt x="6784167" y="5997051"/>
                  <a:pt x="6806424" y="6032039"/>
                  <a:pt x="6810756" y="6089693"/>
                </a:cubicBezTo>
                <a:lnTo>
                  <a:pt x="6814601" y="6224938"/>
                </a:lnTo>
                <a:cubicBezTo>
                  <a:pt x="6811422" y="6270972"/>
                  <a:pt x="6831942" y="6317522"/>
                  <a:pt x="6840137" y="6370251"/>
                </a:cubicBezTo>
                <a:cubicBezTo>
                  <a:pt x="6848333" y="6422980"/>
                  <a:pt x="6862918" y="6490855"/>
                  <a:pt x="6863777" y="6541313"/>
                </a:cubicBezTo>
                <a:cubicBezTo>
                  <a:pt x="6862878" y="6576319"/>
                  <a:pt x="6854892" y="6591883"/>
                  <a:pt x="6868355" y="6640957"/>
                </a:cubicBezTo>
                <a:cubicBezTo>
                  <a:pt x="6880485" y="6669536"/>
                  <a:pt x="6875256" y="6675394"/>
                  <a:pt x="6881422" y="6705297"/>
                </a:cubicBezTo>
                <a:cubicBezTo>
                  <a:pt x="6880347" y="6727133"/>
                  <a:pt x="6890881" y="6732087"/>
                  <a:pt x="6894105" y="6759582"/>
                </a:cubicBezTo>
                <a:cubicBezTo>
                  <a:pt x="6878594" y="6796071"/>
                  <a:pt x="6874636" y="6769544"/>
                  <a:pt x="6892152" y="6817746"/>
                </a:cubicBezTo>
                <a:cubicBezTo>
                  <a:pt x="6883936" y="6828354"/>
                  <a:pt x="6887505" y="6836369"/>
                  <a:pt x="6895302" y="6843646"/>
                </a:cubicBezTo>
                <a:lnTo>
                  <a:pt x="6914368" y="6857998"/>
                </a:lnTo>
                <a:lnTo>
                  <a:pt x="7549620" y="6857998"/>
                </a:lnTo>
                <a:lnTo>
                  <a:pt x="7918980" y="6857998"/>
                </a:lnTo>
                <a:lnTo>
                  <a:pt x="7918980" y="6858000"/>
                </a:lnTo>
                <a:lnTo>
                  <a:pt x="7549620" y="6858000"/>
                </a:lnTo>
                <a:lnTo>
                  <a:pt x="6658851" y="6858000"/>
                </a:lnTo>
                <a:lnTo>
                  <a:pt x="2092387" y="6858000"/>
                </a:lnTo>
                <a:lnTo>
                  <a:pt x="1822980" y="6858000"/>
                </a:lnTo>
                <a:lnTo>
                  <a:pt x="727500" y="6858000"/>
                </a:lnTo>
                <a:lnTo>
                  <a:pt x="504457" y="6858000"/>
                </a:lnTo>
                <a:lnTo>
                  <a:pt x="0" y="6858000"/>
                </a:lnTo>
                <a:lnTo>
                  <a:pt x="0" y="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211C167-976F-4419-41C6-914C00BDF46F}"/>
              </a:ext>
            </a:extLst>
          </p:cNvPr>
          <p:cNvSpPr>
            <a:spLocks noGrp="1"/>
          </p:cNvSpPr>
          <p:nvPr>
            <p:ph type="title"/>
          </p:nvPr>
        </p:nvSpPr>
        <p:spPr>
          <a:xfrm>
            <a:off x="861783" y="610517"/>
            <a:ext cx="5243295" cy="1330840"/>
          </a:xfrm>
        </p:spPr>
        <p:txBody>
          <a:bodyPr>
            <a:normAutofit/>
          </a:bodyPr>
          <a:lstStyle/>
          <a:p>
            <a:r>
              <a:rPr lang="en-GB" dirty="0"/>
              <a:t>Variables for sound and timing</a:t>
            </a:r>
          </a:p>
        </p:txBody>
      </p:sp>
      <p:sp>
        <p:nvSpPr>
          <p:cNvPr id="3" name="Content Placeholder 2">
            <a:extLst>
              <a:ext uri="{FF2B5EF4-FFF2-40B4-BE49-F238E27FC236}">
                <a16:creationId xmlns:a16="http://schemas.microsoft.com/office/drawing/2014/main" id="{F044DDC4-DAD9-201F-88D4-53E575A3FDA9}"/>
              </a:ext>
            </a:extLst>
          </p:cNvPr>
          <p:cNvSpPr>
            <a:spLocks noGrp="1"/>
          </p:cNvSpPr>
          <p:nvPr>
            <p:ph idx="1"/>
          </p:nvPr>
        </p:nvSpPr>
        <p:spPr>
          <a:xfrm>
            <a:off x="960639" y="2220148"/>
            <a:ext cx="5674308" cy="3908585"/>
          </a:xfrm>
        </p:spPr>
        <p:txBody>
          <a:bodyPr>
            <a:noAutofit/>
          </a:bodyPr>
          <a:lstStyle/>
          <a:p>
            <a:r>
              <a:rPr lang="en-GB" dirty="0"/>
              <a:t>What pitch or how high or low (frequency) for each data point?</a:t>
            </a:r>
          </a:p>
          <a:p>
            <a:r>
              <a:rPr lang="en-GB" dirty="0"/>
              <a:t>Which data point (current index) are we in now?</a:t>
            </a:r>
          </a:p>
          <a:p>
            <a:r>
              <a:rPr lang="en-GB" dirty="0"/>
              <a:t>How long to play music for each data point (samples per event)?</a:t>
            </a:r>
          </a:p>
          <a:p>
            <a:r>
              <a:rPr lang="en-GB" dirty="0"/>
              <a:t>How do we know we have reached end of the data points (</a:t>
            </a:r>
            <a:r>
              <a:rPr lang="en-GB" dirty="0" err="1"/>
              <a:t>eg</a:t>
            </a:r>
            <a:r>
              <a:rPr lang="en-GB" dirty="0"/>
              <a:t>: 7th bus stop- counter)?</a:t>
            </a:r>
          </a:p>
          <a:p>
            <a:pPr marL="0" indent="0">
              <a:buNone/>
            </a:pPr>
            <a:endParaRPr lang="en-GB" sz="1800" dirty="0"/>
          </a:p>
          <a:p>
            <a:pPr marL="0" indent="0">
              <a:buNone/>
            </a:pPr>
            <a:endParaRPr lang="en-GB" sz="1800" dirty="0"/>
          </a:p>
        </p:txBody>
      </p:sp>
      <p:pic>
        <p:nvPicPr>
          <p:cNvPr id="22" name="Graphic 21" descr="Wave">
            <a:extLst>
              <a:ext uri="{FF2B5EF4-FFF2-40B4-BE49-F238E27FC236}">
                <a16:creationId xmlns:a16="http://schemas.microsoft.com/office/drawing/2014/main" id="{BEDCB6AB-CD4C-DA13-7A14-233948F6210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56450" y="1584393"/>
            <a:ext cx="3689210" cy="3689210"/>
          </a:xfrm>
          <a:prstGeom prst="rect">
            <a:avLst/>
          </a:prstGeom>
        </p:spPr>
      </p:pic>
      <p:sp>
        <p:nvSpPr>
          <p:cNvPr id="38" name="Rectangle 6">
            <a:extLst>
              <a:ext uri="{FF2B5EF4-FFF2-40B4-BE49-F238E27FC236}">
                <a16:creationId xmlns:a16="http://schemas.microsoft.com/office/drawing/2014/main" id="{423B0CAB-CC1A-645F-C83B-6E3F9595D6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4090" y="6128733"/>
            <a:ext cx="1367625"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7E68FF7C-8441-D131-0BC9-DF4F2135ECEF}"/>
              </a:ext>
            </a:extLst>
          </p:cNvPr>
          <p:cNvSpPr txBox="1"/>
          <p:nvPr/>
        </p:nvSpPr>
        <p:spPr>
          <a:xfrm>
            <a:off x="8119640" y="972162"/>
            <a:ext cx="6099858" cy="369332"/>
          </a:xfrm>
          <a:prstGeom prst="rect">
            <a:avLst/>
          </a:prstGeom>
          <a:noFill/>
        </p:spPr>
        <p:txBody>
          <a:bodyPr wrap="square">
            <a:spAutoFit/>
          </a:bodyPr>
          <a:lstStyle/>
          <a:p>
            <a:r>
              <a:rPr lang="en-GB" b="1" dirty="0"/>
              <a:t>data = {2, 5, 7, 3, 9, 4, 6};</a:t>
            </a:r>
            <a:endParaRPr lang="en-GB" dirty="0"/>
          </a:p>
        </p:txBody>
      </p:sp>
    </p:spTree>
    <p:extLst>
      <p:ext uri="{BB962C8B-B14F-4D97-AF65-F5344CB8AC3E}">
        <p14:creationId xmlns:p14="http://schemas.microsoft.com/office/powerpoint/2010/main" val="18844201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74C67E-9D63-12B7-259D-F912C375601F}"/>
            </a:ext>
          </a:extLst>
        </p:cNvPr>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BA2AD44F-3F8C-DBAB-6008-8E6DC95698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826CBD5C-038E-62FC-BF2A-0659544971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95584" y="610517"/>
            <a:ext cx="4010943" cy="5636963"/>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381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6" name="Freeform: Shape 35">
            <a:extLst>
              <a:ext uri="{FF2B5EF4-FFF2-40B4-BE49-F238E27FC236}">
                <a16:creationId xmlns:a16="http://schemas.microsoft.com/office/drawing/2014/main" id="{29FC4A2B-26DF-2DD4-33C6-63CCACD851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0"/>
            <a:ext cx="7918980" cy="6858000"/>
          </a:xfrm>
          <a:custGeom>
            <a:avLst/>
            <a:gdLst>
              <a:gd name="connsiteX0" fmla="*/ 0 w 7918980"/>
              <a:gd name="connsiteY0" fmla="*/ 0 h 6858000"/>
              <a:gd name="connsiteX1" fmla="*/ 504457 w 7918980"/>
              <a:gd name="connsiteY1" fmla="*/ 0 h 6858000"/>
              <a:gd name="connsiteX2" fmla="*/ 727500 w 7918980"/>
              <a:gd name="connsiteY2" fmla="*/ 0 h 6858000"/>
              <a:gd name="connsiteX3" fmla="*/ 1822980 w 7918980"/>
              <a:gd name="connsiteY3" fmla="*/ 0 h 6858000"/>
              <a:gd name="connsiteX4" fmla="*/ 2092387 w 7918980"/>
              <a:gd name="connsiteY4" fmla="*/ 0 h 6858000"/>
              <a:gd name="connsiteX5" fmla="*/ 7076514 w 7918980"/>
              <a:gd name="connsiteY5" fmla="*/ 0 h 6858000"/>
              <a:gd name="connsiteX6" fmla="*/ 7264525 w 7918980"/>
              <a:gd name="connsiteY6" fmla="*/ 0 h 6858000"/>
              <a:gd name="connsiteX7" fmla="*/ 7390497 w 7918980"/>
              <a:gd name="connsiteY7" fmla="*/ 0 h 6858000"/>
              <a:gd name="connsiteX8" fmla="*/ 7389918 w 7918980"/>
              <a:gd name="connsiteY8" fmla="*/ 1705 h 6858000"/>
              <a:gd name="connsiteX9" fmla="*/ 7374574 w 7918980"/>
              <a:gd name="connsiteY9" fmla="*/ 17287 h 6858000"/>
              <a:gd name="connsiteX10" fmla="*/ 7368621 w 7918980"/>
              <a:gd name="connsiteY10" fmla="*/ 130336 h 6858000"/>
              <a:gd name="connsiteX11" fmla="*/ 7361269 w 7918980"/>
              <a:gd name="connsiteY11" fmla="*/ 187093 h 6858000"/>
              <a:gd name="connsiteX12" fmla="*/ 7368770 w 7918980"/>
              <a:gd name="connsiteY12" fmla="*/ 265704 h 6858000"/>
              <a:gd name="connsiteX13" fmla="*/ 7365293 w 7918980"/>
              <a:gd name="connsiteY13" fmla="*/ 354566 h 6858000"/>
              <a:gd name="connsiteX14" fmla="*/ 7347106 w 7918980"/>
              <a:gd name="connsiteY14" fmla="*/ 472000 h 6858000"/>
              <a:gd name="connsiteX15" fmla="*/ 7345150 w 7918980"/>
              <a:gd name="connsiteY15" fmla="*/ 473782 h 6858000"/>
              <a:gd name="connsiteX16" fmla="*/ 7344778 w 7918980"/>
              <a:gd name="connsiteY16" fmla="*/ 491380 h 6858000"/>
              <a:gd name="connsiteX17" fmla="*/ 7359399 w 7918980"/>
              <a:gd name="connsiteY17" fmla="*/ 531675 h 6858000"/>
              <a:gd name="connsiteX18" fmla="*/ 7356415 w 7918980"/>
              <a:gd name="connsiteY18" fmla="*/ 536015 h 6858000"/>
              <a:gd name="connsiteX19" fmla="*/ 7361068 w 7918980"/>
              <a:gd name="connsiteY19" fmla="*/ 572092 h 6858000"/>
              <a:gd name="connsiteX20" fmla="*/ 7359041 w 7918980"/>
              <a:gd name="connsiteY20" fmla="*/ 572511 h 6858000"/>
              <a:gd name="connsiteX21" fmla="*/ 7351198 w 7918980"/>
              <a:gd name="connsiteY21" fmla="*/ 582332 h 6858000"/>
              <a:gd name="connsiteX22" fmla="*/ 7340991 w 7918980"/>
              <a:gd name="connsiteY22" fmla="*/ 601285 h 6858000"/>
              <a:gd name="connsiteX23" fmla="*/ 7296154 w 7918980"/>
              <a:gd name="connsiteY23" fmla="*/ 681608 h 6858000"/>
              <a:gd name="connsiteX24" fmla="*/ 7295943 w 7918980"/>
              <a:gd name="connsiteY24" fmla="*/ 689151 h 6858000"/>
              <a:gd name="connsiteX25" fmla="*/ 7295465 w 7918980"/>
              <a:gd name="connsiteY25" fmla="*/ 689289 h 6858000"/>
              <a:gd name="connsiteX26" fmla="*/ 7294306 w 7918980"/>
              <a:gd name="connsiteY26" fmla="*/ 697222 h 6858000"/>
              <a:gd name="connsiteX27" fmla="*/ 7295144 w 7918980"/>
              <a:gd name="connsiteY27" fmla="*/ 717531 h 6858000"/>
              <a:gd name="connsiteX28" fmla="*/ 7291871 w 7918980"/>
              <a:gd name="connsiteY28" fmla="*/ 722494 h 6858000"/>
              <a:gd name="connsiteX29" fmla="*/ 7286061 w 7918980"/>
              <a:gd name="connsiteY29" fmla="*/ 724368 h 6858000"/>
              <a:gd name="connsiteX30" fmla="*/ 7269961 w 7918980"/>
              <a:gd name="connsiteY30" fmla="*/ 752692 h 6858000"/>
              <a:gd name="connsiteX31" fmla="*/ 7240170 w 7918980"/>
              <a:gd name="connsiteY31" fmla="*/ 816346 h 6858000"/>
              <a:gd name="connsiteX32" fmla="*/ 7211938 w 7918980"/>
              <a:gd name="connsiteY32" fmla="*/ 889417 h 6858000"/>
              <a:gd name="connsiteX33" fmla="*/ 7130024 w 7918980"/>
              <a:gd name="connsiteY33" fmla="*/ 1063288 h 6858000"/>
              <a:gd name="connsiteX34" fmla="*/ 7126817 w 7918980"/>
              <a:gd name="connsiteY34" fmla="*/ 1157176 h 6858000"/>
              <a:gd name="connsiteX35" fmla="*/ 7109474 w 7918980"/>
              <a:gd name="connsiteY35" fmla="*/ 1210776 h 6858000"/>
              <a:gd name="connsiteX36" fmla="*/ 7105443 w 7918980"/>
              <a:gd name="connsiteY36" fmla="*/ 1301993 h 6858000"/>
              <a:gd name="connsiteX37" fmla="*/ 7075215 w 7918980"/>
              <a:gd name="connsiteY37" fmla="*/ 1360879 h 6858000"/>
              <a:gd name="connsiteX38" fmla="*/ 7067477 w 7918980"/>
              <a:gd name="connsiteY38" fmla="*/ 1404045 h 6858000"/>
              <a:gd name="connsiteX39" fmla="*/ 7046803 w 7918980"/>
              <a:gd name="connsiteY39" fmla="*/ 1429568 h 6858000"/>
              <a:gd name="connsiteX40" fmla="*/ 7047831 w 7918980"/>
              <a:gd name="connsiteY40" fmla="*/ 1430305 h 6858000"/>
              <a:gd name="connsiteX41" fmla="*/ 7035374 w 7918980"/>
              <a:gd name="connsiteY41" fmla="*/ 1463304 h 6858000"/>
              <a:gd name="connsiteX42" fmla="*/ 7032938 w 7918980"/>
              <a:gd name="connsiteY42" fmla="*/ 1514846 h 6858000"/>
              <a:gd name="connsiteX43" fmla="*/ 7029397 w 7918980"/>
              <a:gd name="connsiteY43" fmla="*/ 1519731 h 6858000"/>
              <a:gd name="connsiteX44" fmla="*/ 7029620 w 7918980"/>
              <a:gd name="connsiteY44" fmla="*/ 1519929 h 6858000"/>
              <a:gd name="connsiteX45" fmla="*/ 7030612 w 7918980"/>
              <a:gd name="connsiteY45" fmla="*/ 1546022 h 6858000"/>
              <a:gd name="connsiteX46" fmla="*/ 7035010 w 7918980"/>
              <a:gd name="connsiteY46" fmla="*/ 1578752 h 6858000"/>
              <a:gd name="connsiteX47" fmla="*/ 7026513 w 7918980"/>
              <a:gd name="connsiteY47" fmla="*/ 1647555 h 6858000"/>
              <a:gd name="connsiteX48" fmla="*/ 7013857 w 7918980"/>
              <a:gd name="connsiteY48" fmla="*/ 1715685 h 6858000"/>
              <a:gd name="connsiteX49" fmla="*/ 7007215 w 7918980"/>
              <a:gd name="connsiteY49" fmla="*/ 1740358 h 6858000"/>
              <a:gd name="connsiteX50" fmla="*/ 7004455 w 7918980"/>
              <a:gd name="connsiteY50" fmla="*/ 1784314 h 6858000"/>
              <a:gd name="connsiteX51" fmla="*/ 7008825 w 7918980"/>
              <a:gd name="connsiteY51" fmla="*/ 1804434 h 6858000"/>
              <a:gd name="connsiteX52" fmla="*/ 7008048 w 7918980"/>
              <a:gd name="connsiteY52" fmla="*/ 1805316 h 6858000"/>
              <a:gd name="connsiteX53" fmla="*/ 7011573 w 7918980"/>
              <a:gd name="connsiteY53" fmla="*/ 1807109 h 6858000"/>
              <a:gd name="connsiteX54" fmla="*/ 7008900 w 7918980"/>
              <a:gd name="connsiteY54" fmla="*/ 1821003 h 6858000"/>
              <a:gd name="connsiteX55" fmla="*/ 7006523 w 7918980"/>
              <a:gd name="connsiteY55" fmla="*/ 1824832 h 6858000"/>
              <a:gd name="connsiteX56" fmla="*/ 7005215 w 7918980"/>
              <a:gd name="connsiteY56" fmla="*/ 1830429 h 6858000"/>
              <a:gd name="connsiteX57" fmla="*/ 7005505 w 7918980"/>
              <a:gd name="connsiteY57" fmla="*/ 1830569 h 6858000"/>
              <a:gd name="connsiteX58" fmla="*/ 7003643 w 7918980"/>
              <a:gd name="connsiteY58" fmla="*/ 1835810 h 6858000"/>
              <a:gd name="connsiteX59" fmla="*/ 6990432 w 7918980"/>
              <a:gd name="connsiteY59" fmla="*/ 1861483 h 6858000"/>
              <a:gd name="connsiteX60" fmla="*/ 6997246 w 7918980"/>
              <a:gd name="connsiteY60" fmla="*/ 1892417 h 6858000"/>
              <a:gd name="connsiteX61" fmla="*/ 7012242 w 7918980"/>
              <a:gd name="connsiteY61" fmla="*/ 1895114 h 6858000"/>
              <a:gd name="connsiteX62" fmla="*/ 7010080 w 7918980"/>
              <a:gd name="connsiteY62" fmla="*/ 1899379 h 6858000"/>
              <a:gd name="connsiteX63" fmla="*/ 7003451 w 7918980"/>
              <a:gd name="connsiteY63" fmla="*/ 1907867 h 6858000"/>
              <a:gd name="connsiteX64" fmla="*/ 7004341 w 7918980"/>
              <a:gd name="connsiteY64" fmla="*/ 1910265 h 6858000"/>
              <a:gd name="connsiteX65" fmla="*/ 7001248 w 7918980"/>
              <a:gd name="connsiteY65" fmla="*/ 1935584 h 6858000"/>
              <a:gd name="connsiteX66" fmla="*/ 7006599 w 7918980"/>
              <a:gd name="connsiteY66" fmla="*/ 1942021 h 6858000"/>
              <a:gd name="connsiteX67" fmla="*/ 7007460 w 7918980"/>
              <a:gd name="connsiteY67" fmla="*/ 1945112 h 6858000"/>
              <a:gd name="connsiteX68" fmla="*/ 6995756 w 7918980"/>
              <a:gd name="connsiteY68" fmla="*/ 1961162 h 6858000"/>
              <a:gd name="connsiteX69" fmla="*/ 6991493 w 7918980"/>
              <a:gd name="connsiteY69" fmla="*/ 1969445 h 6858000"/>
              <a:gd name="connsiteX70" fmla="*/ 6949577 w 7918980"/>
              <a:gd name="connsiteY70" fmla="*/ 2024270 h 6858000"/>
              <a:gd name="connsiteX71" fmla="*/ 6942508 w 7918980"/>
              <a:gd name="connsiteY71" fmla="*/ 2107942 h 6858000"/>
              <a:gd name="connsiteX72" fmla="*/ 6933336 w 7918980"/>
              <a:gd name="connsiteY72" fmla="*/ 2193455 h 6858000"/>
              <a:gd name="connsiteX73" fmla="*/ 6927972 w 7918980"/>
              <a:gd name="connsiteY73" fmla="*/ 2260088 h 6858000"/>
              <a:gd name="connsiteX74" fmla="*/ 6909058 w 7918980"/>
              <a:gd name="connsiteY74" fmla="*/ 2296008 h 6858000"/>
              <a:gd name="connsiteX75" fmla="*/ 6901810 w 7918980"/>
              <a:gd name="connsiteY75" fmla="*/ 2305564 h 6858000"/>
              <a:gd name="connsiteX76" fmla="*/ 6904482 w 7918980"/>
              <a:gd name="connsiteY76" fmla="*/ 2320214 h 6858000"/>
              <a:gd name="connsiteX77" fmla="*/ 6891885 w 7918980"/>
              <a:gd name="connsiteY77" fmla="*/ 2417011 h 6858000"/>
              <a:gd name="connsiteX78" fmla="*/ 6884970 w 7918980"/>
              <a:gd name="connsiteY78" fmla="*/ 2454207 h 6858000"/>
              <a:gd name="connsiteX79" fmla="*/ 6882954 w 7918980"/>
              <a:gd name="connsiteY79" fmla="*/ 2487203 h 6858000"/>
              <a:gd name="connsiteX80" fmla="*/ 6871484 w 7918980"/>
              <a:gd name="connsiteY80" fmla="*/ 2512282 h 6858000"/>
              <a:gd name="connsiteX81" fmla="*/ 6872496 w 7918980"/>
              <a:gd name="connsiteY81" fmla="*/ 2514318 h 6858000"/>
              <a:gd name="connsiteX82" fmla="*/ 6898111 w 7918980"/>
              <a:gd name="connsiteY82" fmla="*/ 2574334 h 6858000"/>
              <a:gd name="connsiteX83" fmla="*/ 6897017 w 7918980"/>
              <a:gd name="connsiteY83" fmla="*/ 2579877 h 6858000"/>
              <a:gd name="connsiteX84" fmla="*/ 6897171 w 7918980"/>
              <a:gd name="connsiteY84" fmla="*/ 2608928 h 6858000"/>
              <a:gd name="connsiteX85" fmla="*/ 6896584 w 7918980"/>
              <a:gd name="connsiteY85" fmla="*/ 2613111 h 6858000"/>
              <a:gd name="connsiteX86" fmla="*/ 6888164 w 7918980"/>
              <a:gd name="connsiteY86" fmla="*/ 2621996 h 6858000"/>
              <a:gd name="connsiteX87" fmla="*/ 6890652 w 7918980"/>
              <a:gd name="connsiteY87" fmla="*/ 2634265 h 6858000"/>
              <a:gd name="connsiteX88" fmla="*/ 6882034 w 7918980"/>
              <a:gd name="connsiteY88" fmla="*/ 2647237 h 6858000"/>
              <a:gd name="connsiteX89" fmla="*/ 6888195 w 7918980"/>
              <a:gd name="connsiteY89" fmla="*/ 2650786 h 6858000"/>
              <a:gd name="connsiteX90" fmla="*/ 6894052 w 7918980"/>
              <a:gd name="connsiteY90" fmla="*/ 2661993 h 6858000"/>
              <a:gd name="connsiteX91" fmla="*/ 6885953 w 7918980"/>
              <a:gd name="connsiteY91" fmla="*/ 2670949 h 6858000"/>
              <a:gd name="connsiteX92" fmla="*/ 6880156 w 7918980"/>
              <a:gd name="connsiteY92" fmla="*/ 2690255 h 6858000"/>
              <a:gd name="connsiteX93" fmla="*/ 6881009 w 7918980"/>
              <a:gd name="connsiteY93" fmla="*/ 2695683 h 6858000"/>
              <a:gd name="connsiteX94" fmla="*/ 6870001 w 7918980"/>
              <a:gd name="connsiteY94" fmla="*/ 2713964 h 6858000"/>
              <a:gd name="connsiteX95" fmla="*/ 6864441 w 7918980"/>
              <a:gd name="connsiteY95" fmla="*/ 2730175 h 6858000"/>
              <a:gd name="connsiteX96" fmla="*/ 6875107 w 7918980"/>
              <a:gd name="connsiteY96" fmla="*/ 2763497 h 6858000"/>
              <a:gd name="connsiteX97" fmla="*/ 6837349 w 7918980"/>
              <a:gd name="connsiteY97" fmla="*/ 3051539 h 6858000"/>
              <a:gd name="connsiteX98" fmla="*/ 6835698 w 7918980"/>
              <a:gd name="connsiteY98" fmla="*/ 3060333 h 6858000"/>
              <a:gd name="connsiteX99" fmla="*/ 6837785 w 7918980"/>
              <a:gd name="connsiteY99" fmla="*/ 3065434 h 6858000"/>
              <a:gd name="connsiteX100" fmla="*/ 6834476 w 7918980"/>
              <a:gd name="connsiteY100" fmla="*/ 3066836 h 6858000"/>
              <a:gd name="connsiteX101" fmla="*/ 6831096 w 7918980"/>
              <a:gd name="connsiteY101" fmla="*/ 3084834 h 6858000"/>
              <a:gd name="connsiteX102" fmla="*/ 6831305 w 7918980"/>
              <a:gd name="connsiteY102" fmla="*/ 3097259 h 6858000"/>
              <a:gd name="connsiteX103" fmla="*/ 6828050 w 7918980"/>
              <a:gd name="connsiteY103" fmla="*/ 3101053 h 6858000"/>
              <a:gd name="connsiteX104" fmla="*/ 6827093 w 7918980"/>
              <a:gd name="connsiteY104" fmla="*/ 3106151 h 6858000"/>
              <a:gd name="connsiteX105" fmla="*/ 6833251 w 7918980"/>
              <a:gd name="connsiteY105" fmla="*/ 3116747 h 6858000"/>
              <a:gd name="connsiteX106" fmla="*/ 6825921 w 7918980"/>
              <a:gd name="connsiteY106" fmla="*/ 3151828 h 6858000"/>
              <a:gd name="connsiteX107" fmla="*/ 6825863 w 7918980"/>
              <a:gd name="connsiteY107" fmla="*/ 3180546 h 6858000"/>
              <a:gd name="connsiteX108" fmla="*/ 6839691 w 7918980"/>
              <a:gd name="connsiteY108" fmla="*/ 3258677 h 6858000"/>
              <a:gd name="connsiteX109" fmla="*/ 6840898 w 7918980"/>
              <a:gd name="connsiteY109" fmla="*/ 3262610 h 6858000"/>
              <a:gd name="connsiteX110" fmla="*/ 6834652 w 7918980"/>
              <a:gd name="connsiteY110" fmla="*/ 3277179 h 6858000"/>
              <a:gd name="connsiteX111" fmla="*/ 6832324 w 7918980"/>
              <a:gd name="connsiteY111" fmla="*/ 3278130 h 6858000"/>
              <a:gd name="connsiteX112" fmla="*/ 6849750 w 7918980"/>
              <a:gd name="connsiteY112" fmla="*/ 3325671 h 6858000"/>
              <a:gd name="connsiteX113" fmla="*/ 6847551 w 7918980"/>
              <a:gd name="connsiteY113" fmla="*/ 3332072 h 6858000"/>
              <a:gd name="connsiteX114" fmla="*/ 6864685 w 7918980"/>
              <a:gd name="connsiteY114" fmla="*/ 3362948 h 6858000"/>
              <a:gd name="connsiteX115" fmla="*/ 6870457 w 7918980"/>
              <a:gd name="connsiteY115" fmla="*/ 3378959 h 6858000"/>
              <a:gd name="connsiteX116" fmla="*/ 6883738 w 7918980"/>
              <a:gd name="connsiteY116" fmla="*/ 3407057 h 6858000"/>
              <a:gd name="connsiteX117" fmla="*/ 6881948 w 7918980"/>
              <a:gd name="connsiteY117" fmla="*/ 3409825 h 6858000"/>
              <a:gd name="connsiteX118" fmla="*/ 6885647 w 7918980"/>
              <a:gd name="connsiteY118" fmla="*/ 3415218 h 6858000"/>
              <a:gd name="connsiteX119" fmla="*/ 6883908 w 7918980"/>
              <a:gd name="connsiteY119" fmla="*/ 3419880 h 6858000"/>
              <a:gd name="connsiteX120" fmla="*/ 6885903 w 7918980"/>
              <a:gd name="connsiteY120" fmla="*/ 3424545 h 6858000"/>
              <a:gd name="connsiteX121" fmla="*/ 6887603 w 7918980"/>
              <a:gd name="connsiteY121" fmla="*/ 3476412 h 6858000"/>
              <a:gd name="connsiteX122" fmla="*/ 6892664 w 7918980"/>
              <a:gd name="connsiteY122" fmla="*/ 3486850 h 6858000"/>
              <a:gd name="connsiteX123" fmla="*/ 6886319 w 7918980"/>
              <a:gd name="connsiteY123" fmla="*/ 3496391 h 6858000"/>
              <a:gd name="connsiteX124" fmla="*/ 6893119 w 7918980"/>
              <a:gd name="connsiteY124" fmla="*/ 3531201 h 6858000"/>
              <a:gd name="connsiteX125" fmla="*/ 6902876 w 7918980"/>
              <a:gd name="connsiteY125" fmla="*/ 3542019 h 6858000"/>
              <a:gd name="connsiteX126" fmla="*/ 6910520 w 7918980"/>
              <a:gd name="connsiteY126" fmla="*/ 3552249 h 6858000"/>
              <a:gd name="connsiteX127" fmla="*/ 6910882 w 7918980"/>
              <a:gd name="connsiteY127" fmla="*/ 3553678 h 6858000"/>
              <a:gd name="connsiteX128" fmla="*/ 6914489 w 7918980"/>
              <a:gd name="connsiteY128" fmla="*/ 3568021 h 6858000"/>
              <a:gd name="connsiteX129" fmla="*/ 6914914 w 7918980"/>
              <a:gd name="connsiteY129" fmla="*/ 3569719 h 6858000"/>
              <a:gd name="connsiteX130" fmla="*/ 6912342 w 7918980"/>
              <a:gd name="connsiteY130" fmla="*/ 3586412 h 6858000"/>
              <a:gd name="connsiteX131" fmla="*/ 6915338 w 7918980"/>
              <a:gd name="connsiteY131" fmla="*/ 3597336 h 6858000"/>
              <a:gd name="connsiteX132" fmla="*/ 6907234 w 7918980"/>
              <a:gd name="connsiteY132" fmla="*/ 3606007 h 6858000"/>
              <a:gd name="connsiteX133" fmla="*/ 6907261 w 7918980"/>
              <a:gd name="connsiteY133" fmla="*/ 3641228 h 6858000"/>
              <a:gd name="connsiteX134" fmla="*/ 6914828 w 7918980"/>
              <a:gd name="connsiteY134" fmla="*/ 3653088 h 6858000"/>
              <a:gd name="connsiteX135" fmla="*/ 6920416 w 7918980"/>
              <a:gd name="connsiteY135" fmla="*/ 3664114 h 6858000"/>
              <a:gd name="connsiteX136" fmla="*/ 6920498 w 7918980"/>
              <a:gd name="connsiteY136" fmla="*/ 3665569 h 6858000"/>
              <a:gd name="connsiteX137" fmla="*/ 6922809 w 7918980"/>
              <a:gd name="connsiteY137" fmla="*/ 3707357 h 6858000"/>
              <a:gd name="connsiteX138" fmla="*/ 6937676 w 7918980"/>
              <a:gd name="connsiteY138" fmla="*/ 3778166 h 6858000"/>
              <a:gd name="connsiteX139" fmla="*/ 6958359 w 7918980"/>
              <a:gd name="connsiteY139" fmla="*/ 3878222 h 6858000"/>
              <a:gd name="connsiteX140" fmla="*/ 6953118 w 7918980"/>
              <a:gd name="connsiteY140" fmla="*/ 4048117 h 6858000"/>
              <a:gd name="connsiteX141" fmla="*/ 6913020 w 7918980"/>
              <a:gd name="connsiteY141" fmla="*/ 4219510 h 6858000"/>
              <a:gd name="connsiteX142" fmla="*/ 6915792 w 7918980"/>
              <a:gd name="connsiteY142" fmla="*/ 4411258 h 6858000"/>
              <a:gd name="connsiteX143" fmla="*/ 6907579 w 7918980"/>
              <a:gd name="connsiteY143" fmla="*/ 4488531 h 6858000"/>
              <a:gd name="connsiteX144" fmla="*/ 6907052 w 7918980"/>
              <a:gd name="connsiteY144" fmla="*/ 4539168 h 6858000"/>
              <a:gd name="connsiteX145" fmla="*/ 6891916 w 7918980"/>
              <a:gd name="connsiteY145" fmla="*/ 4625153 h 6858000"/>
              <a:gd name="connsiteX146" fmla="*/ 6882094 w 7918980"/>
              <a:gd name="connsiteY146" fmla="*/ 4733115 h 6858000"/>
              <a:gd name="connsiteX147" fmla="*/ 6860189 w 7918980"/>
              <a:gd name="connsiteY147" fmla="*/ 4844323 h 6858000"/>
              <a:gd name="connsiteX148" fmla="*/ 6843618 w 7918980"/>
              <a:gd name="connsiteY148" fmla="*/ 4877992 h 6858000"/>
              <a:gd name="connsiteX149" fmla="*/ 6829393 w 7918980"/>
              <a:gd name="connsiteY149" fmla="*/ 4925805 h 6858000"/>
              <a:gd name="connsiteX150" fmla="*/ 6794017 w 7918980"/>
              <a:gd name="connsiteY150" fmla="*/ 5009272 h 6858000"/>
              <a:gd name="connsiteX151" fmla="*/ 6786085 w 7918980"/>
              <a:gd name="connsiteY151" fmla="*/ 5111369 h 6858000"/>
              <a:gd name="connsiteX152" fmla="*/ 6799321 w 7918980"/>
              <a:gd name="connsiteY152" fmla="*/ 5210876 h 6858000"/>
              <a:gd name="connsiteX153" fmla="*/ 6803597 w 7918980"/>
              <a:gd name="connsiteY153" fmla="*/ 5269726 h 6858000"/>
              <a:gd name="connsiteX154" fmla="*/ 6820713 w 7918980"/>
              <a:gd name="connsiteY154" fmla="*/ 5464225 h 6858000"/>
              <a:gd name="connsiteX155" fmla="*/ 6824380 w 7918980"/>
              <a:gd name="connsiteY155" fmla="*/ 5594585 h 6858000"/>
              <a:gd name="connsiteX156" fmla="*/ 6806680 w 7918980"/>
              <a:gd name="connsiteY156" fmla="*/ 5667896 h 6858000"/>
              <a:gd name="connsiteX157" fmla="*/ 6791486 w 7918980"/>
              <a:gd name="connsiteY157" fmla="*/ 5769225 h 6858000"/>
              <a:gd name="connsiteX158" fmla="*/ 6792745 w 7918980"/>
              <a:gd name="connsiteY158" fmla="*/ 5823324 h 6858000"/>
              <a:gd name="connsiteX159" fmla="*/ 6789109 w 7918980"/>
              <a:gd name="connsiteY159" fmla="*/ 5862699 h 6858000"/>
              <a:gd name="connsiteX160" fmla="*/ 6793675 w 7918980"/>
              <a:gd name="connsiteY160" fmla="*/ 5906467 h 6858000"/>
              <a:gd name="connsiteX161" fmla="*/ 6814548 w 7918980"/>
              <a:gd name="connsiteY161" fmla="*/ 5939847 h 6858000"/>
              <a:gd name="connsiteX162" fmla="*/ 6809795 w 7918980"/>
              <a:gd name="connsiteY162" fmla="*/ 5973994 h 6858000"/>
              <a:gd name="connsiteX163" fmla="*/ 6810756 w 7918980"/>
              <a:gd name="connsiteY163" fmla="*/ 6089693 h 6858000"/>
              <a:gd name="connsiteX164" fmla="*/ 6814601 w 7918980"/>
              <a:gd name="connsiteY164" fmla="*/ 6224938 h 6858000"/>
              <a:gd name="connsiteX165" fmla="*/ 6840137 w 7918980"/>
              <a:gd name="connsiteY165" fmla="*/ 6370251 h 6858000"/>
              <a:gd name="connsiteX166" fmla="*/ 6863777 w 7918980"/>
              <a:gd name="connsiteY166" fmla="*/ 6541313 h 6858000"/>
              <a:gd name="connsiteX167" fmla="*/ 6868355 w 7918980"/>
              <a:gd name="connsiteY167" fmla="*/ 6640957 h 6858000"/>
              <a:gd name="connsiteX168" fmla="*/ 6881422 w 7918980"/>
              <a:gd name="connsiteY168" fmla="*/ 6705297 h 6858000"/>
              <a:gd name="connsiteX169" fmla="*/ 6894105 w 7918980"/>
              <a:gd name="connsiteY169" fmla="*/ 6759582 h 6858000"/>
              <a:gd name="connsiteX170" fmla="*/ 6892152 w 7918980"/>
              <a:gd name="connsiteY170" fmla="*/ 6817746 h 6858000"/>
              <a:gd name="connsiteX171" fmla="*/ 6895302 w 7918980"/>
              <a:gd name="connsiteY171" fmla="*/ 6843646 h 6858000"/>
              <a:gd name="connsiteX172" fmla="*/ 6914368 w 7918980"/>
              <a:gd name="connsiteY172" fmla="*/ 6857998 h 6858000"/>
              <a:gd name="connsiteX173" fmla="*/ 7549620 w 7918980"/>
              <a:gd name="connsiteY173" fmla="*/ 6857998 h 6858000"/>
              <a:gd name="connsiteX174" fmla="*/ 7918980 w 7918980"/>
              <a:gd name="connsiteY174" fmla="*/ 6857998 h 6858000"/>
              <a:gd name="connsiteX175" fmla="*/ 7918980 w 7918980"/>
              <a:gd name="connsiteY175" fmla="*/ 6858000 h 6858000"/>
              <a:gd name="connsiteX176" fmla="*/ 7549620 w 7918980"/>
              <a:gd name="connsiteY176" fmla="*/ 6858000 h 6858000"/>
              <a:gd name="connsiteX177" fmla="*/ 6658851 w 7918980"/>
              <a:gd name="connsiteY177" fmla="*/ 6858000 h 6858000"/>
              <a:gd name="connsiteX178" fmla="*/ 2092387 w 7918980"/>
              <a:gd name="connsiteY178" fmla="*/ 6858000 h 6858000"/>
              <a:gd name="connsiteX179" fmla="*/ 1822980 w 7918980"/>
              <a:gd name="connsiteY179" fmla="*/ 6858000 h 6858000"/>
              <a:gd name="connsiteX180" fmla="*/ 727500 w 7918980"/>
              <a:gd name="connsiteY180" fmla="*/ 6858000 h 6858000"/>
              <a:gd name="connsiteX181" fmla="*/ 504457 w 7918980"/>
              <a:gd name="connsiteY181" fmla="*/ 6858000 h 6858000"/>
              <a:gd name="connsiteX182" fmla="*/ 0 w 7918980"/>
              <a:gd name="connsiteY182" fmla="*/ 6858000 h 6858000"/>
              <a:gd name="connsiteX0" fmla="*/ 0 w 7918980"/>
              <a:gd name="connsiteY0" fmla="*/ 0 h 6858000"/>
              <a:gd name="connsiteX1" fmla="*/ 504457 w 7918980"/>
              <a:gd name="connsiteY1" fmla="*/ 0 h 6858000"/>
              <a:gd name="connsiteX2" fmla="*/ 727500 w 7918980"/>
              <a:gd name="connsiteY2" fmla="*/ 0 h 6858000"/>
              <a:gd name="connsiteX3" fmla="*/ 1822980 w 7918980"/>
              <a:gd name="connsiteY3" fmla="*/ 0 h 6858000"/>
              <a:gd name="connsiteX4" fmla="*/ 2092387 w 7918980"/>
              <a:gd name="connsiteY4" fmla="*/ 0 h 6858000"/>
              <a:gd name="connsiteX5" fmla="*/ 7076514 w 7918980"/>
              <a:gd name="connsiteY5" fmla="*/ 0 h 6858000"/>
              <a:gd name="connsiteX6" fmla="*/ 7264525 w 7918980"/>
              <a:gd name="connsiteY6" fmla="*/ 0 h 6858000"/>
              <a:gd name="connsiteX7" fmla="*/ 7390497 w 7918980"/>
              <a:gd name="connsiteY7" fmla="*/ 0 h 6858000"/>
              <a:gd name="connsiteX8" fmla="*/ 7389918 w 7918980"/>
              <a:gd name="connsiteY8" fmla="*/ 1705 h 6858000"/>
              <a:gd name="connsiteX9" fmla="*/ 7374574 w 7918980"/>
              <a:gd name="connsiteY9" fmla="*/ 17287 h 6858000"/>
              <a:gd name="connsiteX10" fmla="*/ 7368621 w 7918980"/>
              <a:gd name="connsiteY10" fmla="*/ 130336 h 6858000"/>
              <a:gd name="connsiteX11" fmla="*/ 7361269 w 7918980"/>
              <a:gd name="connsiteY11" fmla="*/ 187093 h 6858000"/>
              <a:gd name="connsiteX12" fmla="*/ 7368770 w 7918980"/>
              <a:gd name="connsiteY12" fmla="*/ 265704 h 6858000"/>
              <a:gd name="connsiteX13" fmla="*/ 7365293 w 7918980"/>
              <a:gd name="connsiteY13" fmla="*/ 354566 h 6858000"/>
              <a:gd name="connsiteX14" fmla="*/ 7347106 w 7918980"/>
              <a:gd name="connsiteY14" fmla="*/ 472000 h 6858000"/>
              <a:gd name="connsiteX15" fmla="*/ 7345150 w 7918980"/>
              <a:gd name="connsiteY15" fmla="*/ 473782 h 6858000"/>
              <a:gd name="connsiteX16" fmla="*/ 7344778 w 7918980"/>
              <a:gd name="connsiteY16" fmla="*/ 491380 h 6858000"/>
              <a:gd name="connsiteX17" fmla="*/ 7359399 w 7918980"/>
              <a:gd name="connsiteY17" fmla="*/ 531675 h 6858000"/>
              <a:gd name="connsiteX18" fmla="*/ 7356415 w 7918980"/>
              <a:gd name="connsiteY18" fmla="*/ 536015 h 6858000"/>
              <a:gd name="connsiteX19" fmla="*/ 7361068 w 7918980"/>
              <a:gd name="connsiteY19" fmla="*/ 572092 h 6858000"/>
              <a:gd name="connsiteX20" fmla="*/ 7359041 w 7918980"/>
              <a:gd name="connsiteY20" fmla="*/ 572511 h 6858000"/>
              <a:gd name="connsiteX21" fmla="*/ 7351198 w 7918980"/>
              <a:gd name="connsiteY21" fmla="*/ 582332 h 6858000"/>
              <a:gd name="connsiteX22" fmla="*/ 7340991 w 7918980"/>
              <a:gd name="connsiteY22" fmla="*/ 601285 h 6858000"/>
              <a:gd name="connsiteX23" fmla="*/ 7296154 w 7918980"/>
              <a:gd name="connsiteY23" fmla="*/ 681608 h 6858000"/>
              <a:gd name="connsiteX24" fmla="*/ 7295943 w 7918980"/>
              <a:gd name="connsiteY24" fmla="*/ 689151 h 6858000"/>
              <a:gd name="connsiteX25" fmla="*/ 7295465 w 7918980"/>
              <a:gd name="connsiteY25" fmla="*/ 689289 h 6858000"/>
              <a:gd name="connsiteX26" fmla="*/ 7294306 w 7918980"/>
              <a:gd name="connsiteY26" fmla="*/ 697222 h 6858000"/>
              <a:gd name="connsiteX27" fmla="*/ 7295144 w 7918980"/>
              <a:gd name="connsiteY27" fmla="*/ 717531 h 6858000"/>
              <a:gd name="connsiteX28" fmla="*/ 7291871 w 7918980"/>
              <a:gd name="connsiteY28" fmla="*/ 722494 h 6858000"/>
              <a:gd name="connsiteX29" fmla="*/ 7286061 w 7918980"/>
              <a:gd name="connsiteY29" fmla="*/ 724368 h 6858000"/>
              <a:gd name="connsiteX30" fmla="*/ 7269961 w 7918980"/>
              <a:gd name="connsiteY30" fmla="*/ 752692 h 6858000"/>
              <a:gd name="connsiteX31" fmla="*/ 7240170 w 7918980"/>
              <a:gd name="connsiteY31" fmla="*/ 816346 h 6858000"/>
              <a:gd name="connsiteX32" fmla="*/ 7211938 w 7918980"/>
              <a:gd name="connsiteY32" fmla="*/ 889417 h 6858000"/>
              <a:gd name="connsiteX33" fmla="*/ 7130024 w 7918980"/>
              <a:gd name="connsiteY33" fmla="*/ 1063288 h 6858000"/>
              <a:gd name="connsiteX34" fmla="*/ 7126817 w 7918980"/>
              <a:gd name="connsiteY34" fmla="*/ 1157176 h 6858000"/>
              <a:gd name="connsiteX35" fmla="*/ 7109474 w 7918980"/>
              <a:gd name="connsiteY35" fmla="*/ 1210776 h 6858000"/>
              <a:gd name="connsiteX36" fmla="*/ 7105443 w 7918980"/>
              <a:gd name="connsiteY36" fmla="*/ 1301993 h 6858000"/>
              <a:gd name="connsiteX37" fmla="*/ 7075215 w 7918980"/>
              <a:gd name="connsiteY37" fmla="*/ 1360879 h 6858000"/>
              <a:gd name="connsiteX38" fmla="*/ 7067477 w 7918980"/>
              <a:gd name="connsiteY38" fmla="*/ 1404045 h 6858000"/>
              <a:gd name="connsiteX39" fmla="*/ 7046803 w 7918980"/>
              <a:gd name="connsiteY39" fmla="*/ 1429568 h 6858000"/>
              <a:gd name="connsiteX40" fmla="*/ 7047831 w 7918980"/>
              <a:gd name="connsiteY40" fmla="*/ 1430305 h 6858000"/>
              <a:gd name="connsiteX41" fmla="*/ 7035374 w 7918980"/>
              <a:gd name="connsiteY41" fmla="*/ 1463304 h 6858000"/>
              <a:gd name="connsiteX42" fmla="*/ 7032938 w 7918980"/>
              <a:gd name="connsiteY42" fmla="*/ 1514846 h 6858000"/>
              <a:gd name="connsiteX43" fmla="*/ 7029397 w 7918980"/>
              <a:gd name="connsiteY43" fmla="*/ 1519731 h 6858000"/>
              <a:gd name="connsiteX44" fmla="*/ 7029620 w 7918980"/>
              <a:gd name="connsiteY44" fmla="*/ 1519929 h 6858000"/>
              <a:gd name="connsiteX45" fmla="*/ 7030612 w 7918980"/>
              <a:gd name="connsiteY45" fmla="*/ 1546022 h 6858000"/>
              <a:gd name="connsiteX46" fmla="*/ 7035010 w 7918980"/>
              <a:gd name="connsiteY46" fmla="*/ 1578752 h 6858000"/>
              <a:gd name="connsiteX47" fmla="*/ 7026513 w 7918980"/>
              <a:gd name="connsiteY47" fmla="*/ 1647555 h 6858000"/>
              <a:gd name="connsiteX48" fmla="*/ 7013857 w 7918980"/>
              <a:gd name="connsiteY48" fmla="*/ 1715685 h 6858000"/>
              <a:gd name="connsiteX49" fmla="*/ 7007215 w 7918980"/>
              <a:gd name="connsiteY49" fmla="*/ 1740358 h 6858000"/>
              <a:gd name="connsiteX50" fmla="*/ 7004455 w 7918980"/>
              <a:gd name="connsiteY50" fmla="*/ 1784314 h 6858000"/>
              <a:gd name="connsiteX51" fmla="*/ 7008825 w 7918980"/>
              <a:gd name="connsiteY51" fmla="*/ 1804434 h 6858000"/>
              <a:gd name="connsiteX52" fmla="*/ 7008048 w 7918980"/>
              <a:gd name="connsiteY52" fmla="*/ 1805316 h 6858000"/>
              <a:gd name="connsiteX53" fmla="*/ 7011573 w 7918980"/>
              <a:gd name="connsiteY53" fmla="*/ 1807109 h 6858000"/>
              <a:gd name="connsiteX54" fmla="*/ 7008900 w 7918980"/>
              <a:gd name="connsiteY54" fmla="*/ 1821003 h 6858000"/>
              <a:gd name="connsiteX55" fmla="*/ 7006523 w 7918980"/>
              <a:gd name="connsiteY55" fmla="*/ 1824832 h 6858000"/>
              <a:gd name="connsiteX56" fmla="*/ 7005215 w 7918980"/>
              <a:gd name="connsiteY56" fmla="*/ 1830429 h 6858000"/>
              <a:gd name="connsiteX57" fmla="*/ 7005505 w 7918980"/>
              <a:gd name="connsiteY57" fmla="*/ 1830569 h 6858000"/>
              <a:gd name="connsiteX58" fmla="*/ 7003643 w 7918980"/>
              <a:gd name="connsiteY58" fmla="*/ 1835810 h 6858000"/>
              <a:gd name="connsiteX59" fmla="*/ 6990432 w 7918980"/>
              <a:gd name="connsiteY59" fmla="*/ 1861483 h 6858000"/>
              <a:gd name="connsiteX60" fmla="*/ 6997246 w 7918980"/>
              <a:gd name="connsiteY60" fmla="*/ 1892417 h 6858000"/>
              <a:gd name="connsiteX61" fmla="*/ 7012242 w 7918980"/>
              <a:gd name="connsiteY61" fmla="*/ 1895114 h 6858000"/>
              <a:gd name="connsiteX62" fmla="*/ 7010080 w 7918980"/>
              <a:gd name="connsiteY62" fmla="*/ 1899379 h 6858000"/>
              <a:gd name="connsiteX63" fmla="*/ 7003451 w 7918980"/>
              <a:gd name="connsiteY63" fmla="*/ 1907867 h 6858000"/>
              <a:gd name="connsiteX64" fmla="*/ 7004341 w 7918980"/>
              <a:gd name="connsiteY64" fmla="*/ 1910265 h 6858000"/>
              <a:gd name="connsiteX65" fmla="*/ 7001248 w 7918980"/>
              <a:gd name="connsiteY65" fmla="*/ 1935584 h 6858000"/>
              <a:gd name="connsiteX66" fmla="*/ 7006599 w 7918980"/>
              <a:gd name="connsiteY66" fmla="*/ 1942021 h 6858000"/>
              <a:gd name="connsiteX67" fmla="*/ 7007460 w 7918980"/>
              <a:gd name="connsiteY67" fmla="*/ 1945112 h 6858000"/>
              <a:gd name="connsiteX68" fmla="*/ 6995756 w 7918980"/>
              <a:gd name="connsiteY68" fmla="*/ 1961162 h 6858000"/>
              <a:gd name="connsiteX69" fmla="*/ 6949577 w 7918980"/>
              <a:gd name="connsiteY69" fmla="*/ 2024270 h 6858000"/>
              <a:gd name="connsiteX70" fmla="*/ 6942508 w 7918980"/>
              <a:gd name="connsiteY70" fmla="*/ 2107942 h 6858000"/>
              <a:gd name="connsiteX71" fmla="*/ 6933336 w 7918980"/>
              <a:gd name="connsiteY71" fmla="*/ 2193455 h 6858000"/>
              <a:gd name="connsiteX72" fmla="*/ 6927972 w 7918980"/>
              <a:gd name="connsiteY72" fmla="*/ 2260088 h 6858000"/>
              <a:gd name="connsiteX73" fmla="*/ 6909058 w 7918980"/>
              <a:gd name="connsiteY73" fmla="*/ 2296008 h 6858000"/>
              <a:gd name="connsiteX74" fmla="*/ 6901810 w 7918980"/>
              <a:gd name="connsiteY74" fmla="*/ 2305564 h 6858000"/>
              <a:gd name="connsiteX75" fmla="*/ 6904482 w 7918980"/>
              <a:gd name="connsiteY75" fmla="*/ 2320214 h 6858000"/>
              <a:gd name="connsiteX76" fmla="*/ 6891885 w 7918980"/>
              <a:gd name="connsiteY76" fmla="*/ 2417011 h 6858000"/>
              <a:gd name="connsiteX77" fmla="*/ 6884970 w 7918980"/>
              <a:gd name="connsiteY77" fmla="*/ 2454207 h 6858000"/>
              <a:gd name="connsiteX78" fmla="*/ 6882954 w 7918980"/>
              <a:gd name="connsiteY78" fmla="*/ 2487203 h 6858000"/>
              <a:gd name="connsiteX79" fmla="*/ 6871484 w 7918980"/>
              <a:gd name="connsiteY79" fmla="*/ 2512282 h 6858000"/>
              <a:gd name="connsiteX80" fmla="*/ 6872496 w 7918980"/>
              <a:gd name="connsiteY80" fmla="*/ 2514318 h 6858000"/>
              <a:gd name="connsiteX81" fmla="*/ 6898111 w 7918980"/>
              <a:gd name="connsiteY81" fmla="*/ 2574334 h 6858000"/>
              <a:gd name="connsiteX82" fmla="*/ 6897017 w 7918980"/>
              <a:gd name="connsiteY82" fmla="*/ 2579877 h 6858000"/>
              <a:gd name="connsiteX83" fmla="*/ 6897171 w 7918980"/>
              <a:gd name="connsiteY83" fmla="*/ 2608928 h 6858000"/>
              <a:gd name="connsiteX84" fmla="*/ 6896584 w 7918980"/>
              <a:gd name="connsiteY84" fmla="*/ 2613111 h 6858000"/>
              <a:gd name="connsiteX85" fmla="*/ 6888164 w 7918980"/>
              <a:gd name="connsiteY85" fmla="*/ 2621996 h 6858000"/>
              <a:gd name="connsiteX86" fmla="*/ 6890652 w 7918980"/>
              <a:gd name="connsiteY86" fmla="*/ 2634265 h 6858000"/>
              <a:gd name="connsiteX87" fmla="*/ 6882034 w 7918980"/>
              <a:gd name="connsiteY87" fmla="*/ 2647237 h 6858000"/>
              <a:gd name="connsiteX88" fmla="*/ 6888195 w 7918980"/>
              <a:gd name="connsiteY88" fmla="*/ 2650786 h 6858000"/>
              <a:gd name="connsiteX89" fmla="*/ 6894052 w 7918980"/>
              <a:gd name="connsiteY89" fmla="*/ 2661993 h 6858000"/>
              <a:gd name="connsiteX90" fmla="*/ 6885953 w 7918980"/>
              <a:gd name="connsiteY90" fmla="*/ 2670949 h 6858000"/>
              <a:gd name="connsiteX91" fmla="*/ 6880156 w 7918980"/>
              <a:gd name="connsiteY91" fmla="*/ 2690255 h 6858000"/>
              <a:gd name="connsiteX92" fmla="*/ 6881009 w 7918980"/>
              <a:gd name="connsiteY92" fmla="*/ 2695683 h 6858000"/>
              <a:gd name="connsiteX93" fmla="*/ 6870001 w 7918980"/>
              <a:gd name="connsiteY93" fmla="*/ 2713964 h 6858000"/>
              <a:gd name="connsiteX94" fmla="*/ 6864441 w 7918980"/>
              <a:gd name="connsiteY94" fmla="*/ 2730175 h 6858000"/>
              <a:gd name="connsiteX95" fmla="*/ 6875107 w 7918980"/>
              <a:gd name="connsiteY95" fmla="*/ 2763497 h 6858000"/>
              <a:gd name="connsiteX96" fmla="*/ 6837349 w 7918980"/>
              <a:gd name="connsiteY96" fmla="*/ 3051539 h 6858000"/>
              <a:gd name="connsiteX97" fmla="*/ 6835698 w 7918980"/>
              <a:gd name="connsiteY97" fmla="*/ 3060333 h 6858000"/>
              <a:gd name="connsiteX98" fmla="*/ 6837785 w 7918980"/>
              <a:gd name="connsiteY98" fmla="*/ 3065434 h 6858000"/>
              <a:gd name="connsiteX99" fmla="*/ 6834476 w 7918980"/>
              <a:gd name="connsiteY99" fmla="*/ 3066836 h 6858000"/>
              <a:gd name="connsiteX100" fmla="*/ 6831096 w 7918980"/>
              <a:gd name="connsiteY100" fmla="*/ 3084834 h 6858000"/>
              <a:gd name="connsiteX101" fmla="*/ 6831305 w 7918980"/>
              <a:gd name="connsiteY101" fmla="*/ 3097259 h 6858000"/>
              <a:gd name="connsiteX102" fmla="*/ 6828050 w 7918980"/>
              <a:gd name="connsiteY102" fmla="*/ 3101053 h 6858000"/>
              <a:gd name="connsiteX103" fmla="*/ 6827093 w 7918980"/>
              <a:gd name="connsiteY103" fmla="*/ 3106151 h 6858000"/>
              <a:gd name="connsiteX104" fmla="*/ 6833251 w 7918980"/>
              <a:gd name="connsiteY104" fmla="*/ 3116747 h 6858000"/>
              <a:gd name="connsiteX105" fmla="*/ 6825921 w 7918980"/>
              <a:gd name="connsiteY105" fmla="*/ 3151828 h 6858000"/>
              <a:gd name="connsiteX106" fmla="*/ 6825863 w 7918980"/>
              <a:gd name="connsiteY106" fmla="*/ 3180546 h 6858000"/>
              <a:gd name="connsiteX107" fmla="*/ 6839691 w 7918980"/>
              <a:gd name="connsiteY107" fmla="*/ 3258677 h 6858000"/>
              <a:gd name="connsiteX108" fmla="*/ 6840898 w 7918980"/>
              <a:gd name="connsiteY108" fmla="*/ 3262610 h 6858000"/>
              <a:gd name="connsiteX109" fmla="*/ 6834652 w 7918980"/>
              <a:gd name="connsiteY109" fmla="*/ 3277179 h 6858000"/>
              <a:gd name="connsiteX110" fmla="*/ 6832324 w 7918980"/>
              <a:gd name="connsiteY110" fmla="*/ 3278130 h 6858000"/>
              <a:gd name="connsiteX111" fmla="*/ 6849750 w 7918980"/>
              <a:gd name="connsiteY111" fmla="*/ 3325671 h 6858000"/>
              <a:gd name="connsiteX112" fmla="*/ 6847551 w 7918980"/>
              <a:gd name="connsiteY112" fmla="*/ 3332072 h 6858000"/>
              <a:gd name="connsiteX113" fmla="*/ 6864685 w 7918980"/>
              <a:gd name="connsiteY113" fmla="*/ 3362948 h 6858000"/>
              <a:gd name="connsiteX114" fmla="*/ 6870457 w 7918980"/>
              <a:gd name="connsiteY114" fmla="*/ 3378959 h 6858000"/>
              <a:gd name="connsiteX115" fmla="*/ 6883738 w 7918980"/>
              <a:gd name="connsiteY115" fmla="*/ 3407057 h 6858000"/>
              <a:gd name="connsiteX116" fmla="*/ 6881948 w 7918980"/>
              <a:gd name="connsiteY116" fmla="*/ 3409825 h 6858000"/>
              <a:gd name="connsiteX117" fmla="*/ 6885647 w 7918980"/>
              <a:gd name="connsiteY117" fmla="*/ 3415218 h 6858000"/>
              <a:gd name="connsiteX118" fmla="*/ 6883908 w 7918980"/>
              <a:gd name="connsiteY118" fmla="*/ 3419880 h 6858000"/>
              <a:gd name="connsiteX119" fmla="*/ 6885903 w 7918980"/>
              <a:gd name="connsiteY119" fmla="*/ 3424545 h 6858000"/>
              <a:gd name="connsiteX120" fmla="*/ 6887603 w 7918980"/>
              <a:gd name="connsiteY120" fmla="*/ 3476412 h 6858000"/>
              <a:gd name="connsiteX121" fmla="*/ 6892664 w 7918980"/>
              <a:gd name="connsiteY121" fmla="*/ 3486850 h 6858000"/>
              <a:gd name="connsiteX122" fmla="*/ 6886319 w 7918980"/>
              <a:gd name="connsiteY122" fmla="*/ 3496391 h 6858000"/>
              <a:gd name="connsiteX123" fmla="*/ 6893119 w 7918980"/>
              <a:gd name="connsiteY123" fmla="*/ 3531201 h 6858000"/>
              <a:gd name="connsiteX124" fmla="*/ 6902876 w 7918980"/>
              <a:gd name="connsiteY124" fmla="*/ 3542019 h 6858000"/>
              <a:gd name="connsiteX125" fmla="*/ 6910520 w 7918980"/>
              <a:gd name="connsiteY125" fmla="*/ 3552249 h 6858000"/>
              <a:gd name="connsiteX126" fmla="*/ 6910882 w 7918980"/>
              <a:gd name="connsiteY126" fmla="*/ 3553678 h 6858000"/>
              <a:gd name="connsiteX127" fmla="*/ 6914489 w 7918980"/>
              <a:gd name="connsiteY127" fmla="*/ 3568021 h 6858000"/>
              <a:gd name="connsiteX128" fmla="*/ 6914914 w 7918980"/>
              <a:gd name="connsiteY128" fmla="*/ 3569719 h 6858000"/>
              <a:gd name="connsiteX129" fmla="*/ 6912342 w 7918980"/>
              <a:gd name="connsiteY129" fmla="*/ 3586412 h 6858000"/>
              <a:gd name="connsiteX130" fmla="*/ 6915338 w 7918980"/>
              <a:gd name="connsiteY130" fmla="*/ 3597336 h 6858000"/>
              <a:gd name="connsiteX131" fmla="*/ 6907234 w 7918980"/>
              <a:gd name="connsiteY131" fmla="*/ 3606007 h 6858000"/>
              <a:gd name="connsiteX132" fmla="*/ 6907261 w 7918980"/>
              <a:gd name="connsiteY132" fmla="*/ 3641228 h 6858000"/>
              <a:gd name="connsiteX133" fmla="*/ 6914828 w 7918980"/>
              <a:gd name="connsiteY133" fmla="*/ 3653088 h 6858000"/>
              <a:gd name="connsiteX134" fmla="*/ 6920416 w 7918980"/>
              <a:gd name="connsiteY134" fmla="*/ 3664114 h 6858000"/>
              <a:gd name="connsiteX135" fmla="*/ 6920498 w 7918980"/>
              <a:gd name="connsiteY135" fmla="*/ 3665569 h 6858000"/>
              <a:gd name="connsiteX136" fmla="*/ 6922809 w 7918980"/>
              <a:gd name="connsiteY136" fmla="*/ 3707357 h 6858000"/>
              <a:gd name="connsiteX137" fmla="*/ 6937676 w 7918980"/>
              <a:gd name="connsiteY137" fmla="*/ 3778166 h 6858000"/>
              <a:gd name="connsiteX138" fmla="*/ 6958359 w 7918980"/>
              <a:gd name="connsiteY138" fmla="*/ 3878222 h 6858000"/>
              <a:gd name="connsiteX139" fmla="*/ 6953118 w 7918980"/>
              <a:gd name="connsiteY139" fmla="*/ 4048117 h 6858000"/>
              <a:gd name="connsiteX140" fmla="*/ 6913020 w 7918980"/>
              <a:gd name="connsiteY140" fmla="*/ 4219510 h 6858000"/>
              <a:gd name="connsiteX141" fmla="*/ 6915792 w 7918980"/>
              <a:gd name="connsiteY141" fmla="*/ 4411258 h 6858000"/>
              <a:gd name="connsiteX142" fmla="*/ 6907579 w 7918980"/>
              <a:gd name="connsiteY142" fmla="*/ 4488531 h 6858000"/>
              <a:gd name="connsiteX143" fmla="*/ 6907052 w 7918980"/>
              <a:gd name="connsiteY143" fmla="*/ 4539168 h 6858000"/>
              <a:gd name="connsiteX144" fmla="*/ 6891916 w 7918980"/>
              <a:gd name="connsiteY144" fmla="*/ 4625153 h 6858000"/>
              <a:gd name="connsiteX145" fmla="*/ 6882094 w 7918980"/>
              <a:gd name="connsiteY145" fmla="*/ 4733115 h 6858000"/>
              <a:gd name="connsiteX146" fmla="*/ 6860189 w 7918980"/>
              <a:gd name="connsiteY146" fmla="*/ 4844323 h 6858000"/>
              <a:gd name="connsiteX147" fmla="*/ 6843618 w 7918980"/>
              <a:gd name="connsiteY147" fmla="*/ 4877992 h 6858000"/>
              <a:gd name="connsiteX148" fmla="*/ 6829393 w 7918980"/>
              <a:gd name="connsiteY148" fmla="*/ 4925805 h 6858000"/>
              <a:gd name="connsiteX149" fmla="*/ 6794017 w 7918980"/>
              <a:gd name="connsiteY149" fmla="*/ 5009272 h 6858000"/>
              <a:gd name="connsiteX150" fmla="*/ 6786085 w 7918980"/>
              <a:gd name="connsiteY150" fmla="*/ 5111369 h 6858000"/>
              <a:gd name="connsiteX151" fmla="*/ 6799321 w 7918980"/>
              <a:gd name="connsiteY151" fmla="*/ 5210876 h 6858000"/>
              <a:gd name="connsiteX152" fmla="*/ 6803597 w 7918980"/>
              <a:gd name="connsiteY152" fmla="*/ 5269726 h 6858000"/>
              <a:gd name="connsiteX153" fmla="*/ 6820713 w 7918980"/>
              <a:gd name="connsiteY153" fmla="*/ 5464225 h 6858000"/>
              <a:gd name="connsiteX154" fmla="*/ 6824380 w 7918980"/>
              <a:gd name="connsiteY154" fmla="*/ 5594585 h 6858000"/>
              <a:gd name="connsiteX155" fmla="*/ 6806680 w 7918980"/>
              <a:gd name="connsiteY155" fmla="*/ 5667896 h 6858000"/>
              <a:gd name="connsiteX156" fmla="*/ 6791486 w 7918980"/>
              <a:gd name="connsiteY156" fmla="*/ 5769225 h 6858000"/>
              <a:gd name="connsiteX157" fmla="*/ 6792745 w 7918980"/>
              <a:gd name="connsiteY157" fmla="*/ 5823324 h 6858000"/>
              <a:gd name="connsiteX158" fmla="*/ 6789109 w 7918980"/>
              <a:gd name="connsiteY158" fmla="*/ 5862699 h 6858000"/>
              <a:gd name="connsiteX159" fmla="*/ 6793675 w 7918980"/>
              <a:gd name="connsiteY159" fmla="*/ 5906467 h 6858000"/>
              <a:gd name="connsiteX160" fmla="*/ 6814548 w 7918980"/>
              <a:gd name="connsiteY160" fmla="*/ 5939847 h 6858000"/>
              <a:gd name="connsiteX161" fmla="*/ 6809795 w 7918980"/>
              <a:gd name="connsiteY161" fmla="*/ 5973994 h 6858000"/>
              <a:gd name="connsiteX162" fmla="*/ 6810756 w 7918980"/>
              <a:gd name="connsiteY162" fmla="*/ 6089693 h 6858000"/>
              <a:gd name="connsiteX163" fmla="*/ 6814601 w 7918980"/>
              <a:gd name="connsiteY163" fmla="*/ 6224938 h 6858000"/>
              <a:gd name="connsiteX164" fmla="*/ 6840137 w 7918980"/>
              <a:gd name="connsiteY164" fmla="*/ 6370251 h 6858000"/>
              <a:gd name="connsiteX165" fmla="*/ 6863777 w 7918980"/>
              <a:gd name="connsiteY165" fmla="*/ 6541313 h 6858000"/>
              <a:gd name="connsiteX166" fmla="*/ 6868355 w 7918980"/>
              <a:gd name="connsiteY166" fmla="*/ 6640957 h 6858000"/>
              <a:gd name="connsiteX167" fmla="*/ 6881422 w 7918980"/>
              <a:gd name="connsiteY167" fmla="*/ 6705297 h 6858000"/>
              <a:gd name="connsiteX168" fmla="*/ 6894105 w 7918980"/>
              <a:gd name="connsiteY168" fmla="*/ 6759582 h 6858000"/>
              <a:gd name="connsiteX169" fmla="*/ 6892152 w 7918980"/>
              <a:gd name="connsiteY169" fmla="*/ 6817746 h 6858000"/>
              <a:gd name="connsiteX170" fmla="*/ 6895302 w 7918980"/>
              <a:gd name="connsiteY170" fmla="*/ 6843646 h 6858000"/>
              <a:gd name="connsiteX171" fmla="*/ 6914368 w 7918980"/>
              <a:gd name="connsiteY171" fmla="*/ 6857998 h 6858000"/>
              <a:gd name="connsiteX172" fmla="*/ 7549620 w 7918980"/>
              <a:gd name="connsiteY172" fmla="*/ 6857998 h 6858000"/>
              <a:gd name="connsiteX173" fmla="*/ 7918980 w 7918980"/>
              <a:gd name="connsiteY173" fmla="*/ 6857998 h 6858000"/>
              <a:gd name="connsiteX174" fmla="*/ 7918980 w 7918980"/>
              <a:gd name="connsiteY174" fmla="*/ 6858000 h 6858000"/>
              <a:gd name="connsiteX175" fmla="*/ 7549620 w 7918980"/>
              <a:gd name="connsiteY175" fmla="*/ 6858000 h 6858000"/>
              <a:gd name="connsiteX176" fmla="*/ 6658851 w 7918980"/>
              <a:gd name="connsiteY176" fmla="*/ 6858000 h 6858000"/>
              <a:gd name="connsiteX177" fmla="*/ 2092387 w 7918980"/>
              <a:gd name="connsiteY177" fmla="*/ 6858000 h 6858000"/>
              <a:gd name="connsiteX178" fmla="*/ 1822980 w 7918980"/>
              <a:gd name="connsiteY178" fmla="*/ 6858000 h 6858000"/>
              <a:gd name="connsiteX179" fmla="*/ 727500 w 7918980"/>
              <a:gd name="connsiteY179" fmla="*/ 6858000 h 6858000"/>
              <a:gd name="connsiteX180" fmla="*/ 504457 w 7918980"/>
              <a:gd name="connsiteY180" fmla="*/ 6858000 h 6858000"/>
              <a:gd name="connsiteX181" fmla="*/ 0 w 7918980"/>
              <a:gd name="connsiteY181" fmla="*/ 6858000 h 6858000"/>
              <a:gd name="connsiteX182" fmla="*/ 0 w 7918980"/>
              <a:gd name="connsiteY182" fmla="*/ 0 h 6858000"/>
              <a:gd name="connsiteX0" fmla="*/ 0 w 7918980"/>
              <a:gd name="connsiteY0" fmla="*/ 0 h 6858000"/>
              <a:gd name="connsiteX1" fmla="*/ 504457 w 7918980"/>
              <a:gd name="connsiteY1" fmla="*/ 0 h 6858000"/>
              <a:gd name="connsiteX2" fmla="*/ 727500 w 7918980"/>
              <a:gd name="connsiteY2" fmla="*/ 0 h 6858000"/>
              <a:gd name="connsiteX3" fmla="*/ 1822980 w 7918980"/>
              <a:gd name="connsiteY3" fmla="*/ 0 h 6858000"/>
              <a:gd name="connsiteX4" fmla="*/ 2092387 w 7918980"/>
              <a:gd name="connsiteY4" fmla="*/ 0 h 6858000"/>
              <a:gd name="connsiteX5" fmla="*/ 7076514 w 7918980"/>
              <a:gd name="connsiteY5" fmla="*/ 0 h 6858000"/>
              <a:gd name="connsiteX6" fmla="*/ 7264525 w 7918980"/>
              <a:gd name="connsiteY6" fmla="*/ 0 h 6858000"/>
              <a:gd name="connsiteX7" fmla="*/ 7390497 w 7918980"/>
              <a:gd name="connsiteY7" fmla="*/ 0 h 6858000"/>
              <a:gd name="connsiteX8" fmla="*/ 7389918 w 7918980"/>
              <a:gd name="connsiteY8" fmla="*/ 1705 h 6858000"/>
              <a:gd name="connsiteX9" fmla="*/ 7374574 w 7918980"/>
              <a:gd name="connsiteY9" fmla="*/ 17287 h 6858000"/>
              <a:gd name="connsiteX10" fmla="*/ 7368621 w 7918980"/>
              <a:gd name="connsiteY10" fmla="*/ 130336 h 6858000"/>
              <a:gd name="connsiteX11" fmla="*/ 7361269 w 7918980"/>
              <a:gd name="connsiteY11" fmla="*/ 187093 h 6858000"/>
              <a:gd name="connsiteX12" fmla="*/ 7368770 w 7918980"/>
              <a:gd name="connsiteY12" fmla="*/ 265704 h 6858000"/>
              <a:gd name="connsiteX13" fmla="*/ 7365293 w 7918980"/>
              <a:gd name="connsiteY13" fmla="*/ 354566 h 6858000"/>
              <a:gd name="connsiteX14" fmla="*/ 7347106 w 7918980"/>
              <a:gd name="connsiteY14" fmla="*/ 472000 h 6858000"/>
              <a:gd name="connsiteX15" fmla="*/ 7345150 w 7918980"/>
              <a:gd name="connsiteY15" fmla="*/ 473782 h 6858000"/>
              <a:gd name="connsiteX16" fmla="*/ 7344778 w 7918980"/>
              <a:gd name="connsiteY16" fmla="*/ 491380 h 6858000"/>
              <a:gd name="connsiteX17" fmla="*/ 7359399 w 7918980"/>
              <a:gd name="connsiteY17" fmla="*/ 531675 h 6858000"/>
              <a:gd name="connsiteX18" fmla="*/ 7356415 w 7918980"/>
              <a:gd name="connsiteY18" fmla="*/ 536015 h 6858000"/>
              <a:gd name="connsiteX19" fmla="*/ 7361068 w 7918980"/>
              <a:gd name="connsiteY19" fmla="*/ 572092 h 6858000"/>
              <a:gd name="connsiteX20" fmla="*/ 7359041 w 7918980"/>
              <a:gd name="connsiteY20" fmla="*/ 572511 h 6858000"/>
              <a:gd name="connsiteX21" fmla="*/ 7351198 w 7918980"/>
              <a:gd name="connsiteY21" fmla="*/ 582332 h 6858000"/>
              <a:gd name="connsiteX22" fmla="*/ 7340991 w 7918980"/>
              <a:gd name="connsiteY22" fmla="*/ 601285 h 6858000"/>
              <a:gd name="connsiteX23" fmla="*/ 7296154 w 7918980"/>
              <a:gd name="connsiteY23" fmla="*/ 681608 h 6858000"/>
              <a:gd name="connsiteX24" fmla="*/ 7295943 w 7918980"/>
              <a:gd name="connsiteY24" fmla="*/ 689151 h 6858000"/>
              <a:gd name="connsiteX25" fmla="*/ 7295465 w 7918980"/>
              <a:gd name="connsiteY25" fmla="*/ 689289 h 6858000"/>
              <a:gd name="connsiteX26" fmla="*/ 7294306 w 7918980"/>
              <a:gd name="connsiteY26" fmla="*/ 697222 h 6858000"/>
              <a:gd name="connsiteX27" fmla="*/ 7295144 w 7918980"/>
              <a:gd name="connsiteY27" fmla="*/ 717531 h 6858000"/>
              <a:gd name="connsiteX28" fmla="*/ 7291871 w 7918980"/>
              <a:gd name="connsiteY28" fmla="*/ 722494 h 6858000"/>
              <a:gd name="connsiteX29" fmla="*/ 7286061 w 7918980"/>
              <a:gd name="connsiteY29" fmla="*/ 724368 h 6858000"/>
              <a:gd name="connsiteX30" fmla="*/ 7269961 w 7918980"/>
              <a:gd name="connsiteY30" fmla="*/ 752692 h 6858000"/>
              <a:gd name="connsiteX31" fmla="*/ 7240170 w 7918980"/>
              <a:gd name="connsiteY31" fmla="*/ 816346 h 6858000"/>
              <a:gd name="connsiteX32" fmla="*/ 7211938 w 7918980"/>
              <a:gd name="connsiteY32" fmla="*/ 889417 h 6858000"/>
              <a:gd name="connsiteX33" fmla="*/ 7130024 w 7918980"/>
              <a:gd name="connsiteY33" fmla="*/ 1063288 h 6858000"/>
              <a:gd name="connsiteX34" fmla="*/ 7126817 w 7918980"/>
              <a:gd name="connsiteY34" fmla="*/ 1157176 h 6858000"/>
              <a:gd name="connsiteX35" fmla="*/ 7109474 w 7918980"/>
              <a:gd name="connsiteY35" fmla="*/ 1210776 h 6858000"/>
              <a:gd name="connsiteX36" fmla="*/ 7105443 w 7918980"/>
              <a:gd name="connsiteY36" fmla="*/ 1301993 h 6858000"/>
              <a:gd name="connsiteX37" fmla="*/ 7075215 w 7918980"/>
              <a:gd name="connsiteY37" fmla="*/ 1360879 h 6858000"/>
              <a:gd name="connsiteX38" fmla="*/ 7067477 w 7918980"/>
              <a:gd name="connsiteY38" fmla="*/ 1404045 h 6858000"/>
              <a:gd name="connsiteX39" fmla="*/ 7046803 w 7918980"/>
              <a:gd name="connsiteY39" fmla="*/ 1429568 h 6858000"/>
              <a:gd name="connsiteX40" fmla="*/ 7047831 w 7918980"/>
              <a:gd name="connsiteY40" fmla="*/ 1430305 h 6858000"/>
              <a:gd name="connsiteX41" fmla="*/ 7035374 w 7918980"/>
              <a:gd name="connsiteY41" fmla="*/ 1463304 h 6858000"/>
              <a:gd name="connsiteX42" fmla="*/ 7032938 w 7918980"/>
              <a:gd name="connsiteY42" fmla="*/ 1514846 h 6858000"/>
              <a:gd name="connsiteX43" fmla="*/ 7029397 w 7918980"/>
              <a:gd name="connsiteY43" fmla="*/ 1519731 h 6858000"/>
              <a:gd name="connsiteX44" fmla="*/ 7029620 w 7918980"/>
              <a:gd name="connsiteY44" fmla="*/ 1519929 h 6858000"/>
              <a:gd name="connsiteX45" fmla="*/ 7030612 w 7918980"/>
              <a:gd name="connsiteY45" fmla="*/ 1546022 h 6858000"/>
              <a:gd name="connsiteX46" fmla="*/ 7035010 w 7918980"/>
              <a:gd name="connsiteY46" fmla="*/ 1578752 h 6858000"/>
              <a:gd name="connsiteX47" fmla="*/ 7026513 w 7918980"/>
              <a:gd name="connsiteY47" fmla="*/ 1647555 h 6858000"/>
              <a:gd name="connsiteX48" fmla="*/ 7013857 w 7918980"/>
              <a:gd name="connsiteY48" fmla="*/ 1715685 h 6858000"/>
              <a:gd name="connsiteX49" fmla="*/ 7007215 w 7918980"/>
              <a:gd name="connsiteY49" fmla="*/ 1740358 h 6858000"/>
              <a:gd name="connsiteX50" fmla="*/ 7004455 w 7918980"/>
              <a:gd name="connsiteY50" fmla="*/ 1784314 h 6858000"/>
              <a:gd name="connsiteX51" fmla="*/ 7008825 w 7918980"/>
              <a:gd name="connsiteY51" fmla="*/ 1804434 h 6858000"/>
              <a:gd name="connsiteX52" fmla="*/ 7008048 w 7918980"/>
              <a:gd name="connsiteY52" fmla="*/ 1805316 h 6858000"/>
              <a:gd name="connsiteX53" fmla="*/ 7011573 w 7918980"/>
              <a:gd name="connsiteY53" fmla="*/ 1807109 h 6858000"/>
              <a:gd name="connsiteX54" fmla="*/ 7008900 w 7918980"/>
              <a:gd name="connsiteY54" fmla="*/ 1821003 h 6858000"/>
              <a:gd name="connsiteX55" fmla="*/ 7006523 w 7918980"/>
              <a:gd name="connsiteY55" fmla="*/ 1824832 h 6858000"/>
              <a:gd name="connsiteX56" fmla="*/ 7005215 w 7918980"/>
              <a:gd name="connsiteY56" fmla="*/ 1830429 h 6858000"/>
              <a:gd name="connsiteX57" fmla="*/ 7005505 w 7918980"/>
              <a:gd name="connsiteY57" fmla="*/ 1830569 h 6858000"/>
              <a:gd name="connsiteX58" fmla="*/ 7003643 w 7918980"/>
              <a:gd name="connsiteY58" fmla="*/ 1835810 h 6858000"/>
              <a:gd name="connsiteX59" fmla="*/ 6990432 w 7918980"/>
              <a:gd name="connsiteY59" fmla="*/ 1861483 h 6858000"/>
              <a:gd name="connsiteX60" fmla="*/ 6997246 w 7918980"/>
              <a:gd name="connsiteY60" fmla="*/ 1892417 h 6858000"/>
              <a:gd name="connsiteX61" fmla="*/ 7012242 w 7918980"/>
              <a:gd name="connsiteY61" fmla="*/ 1895114 h 6858000"/>
              <a:gd name="connsiteX62" fmla="*/ 7010080 w 7918980"/>
              <a:gd name="connsiteY62" fmla="*/ 1899379 h 6858000"/>
              <a:gd name="connsiteX63" fmla="*/ 7003451 w 7918980"/>
              <a:gd name="connsiteY63" fmla="*/ 1907867 h 6858000"/>
              <a:gd name="connsiteX64" fmla="*/ 7004341 w 7918980"/>
              <a:gd name="connsiteY64" fmla="*/ 1910265 h 6858000"/>
              <a:gd name="connsiteX65" fmla="*/ 7001248 w 7918980"/>
              <a:gd name="connsiteY65" fmla="*/ 1935584 h 6858000"/>
              <a:gd name="connsiteX66" fmla="*/ 7006599 w 7918980"/>
              <a:gd name="connsiteY66" fmla="*/ 1942021 h 6858000"/>
              <a:gd name="connsiteX67" fmla="*/ 7007460 w 7918980"/>
              <a:gd name="connsiteY67" fmla="*/ 1945112 h 6858000"/>
              <a:gd name="connsiteX68" fmla="*/ 6949577 w 7918980"/>
              <a:gd name="connsiteY68" fmla="*/ 2024270 h 6858000"/>
              <a:gd name="connsiteX69" fmla="*/ 6942508 w 7918980"/>
              <a:gd name="connsiteY69" fmla="*/ 2107942 h 6858000"/>
              <a:gd name="connsiteX70" fmla="*/ 6933336 w 7918980"/>
              <a:gd name="connsiteY70" fmla="*/ 2193455 h 6858000"/>
              <a:gd name="connsiteX71" fmla="*/ 6927972 w 7918980"/>
              <a:gd name="connsiteY71" fmla="*/ 2260088 h 6858000"/>
              <a:gd name="connsiteX72" fmla="*/ 6909058 w 7918980"/>
              <a:gd name="connsiteY72" fmla="*/ 2296008 h 6858000"/>
              <a:gd name="connsiteX73" fmla="*/ 6901810 w 7918980"/>
              <a:gd name="connsiteY73" fmla="*/ 2305564 h 6858000"/>
              <a:gd name="connsiteX74" fmla="*/ 6904482 w 7918980"/>
              <a:gd name="connsiteY74" fmla="*/ 2320214 h 6858000"/>
              <a:gd name="connsiteX75" fmla="*/ 6891885 w 7918980"/>
              <a:gd name="connsiteY75" fmla="*/ 2417011 h 6858000"/>
              <a:gd name="connsiteX76" fmla="*/ 6884970 w 7918980"/>
              <a:gd name="connsiteY76" fmla="*/ 2454207 h 6858000"/>
              <a:gd name="connsiteX77" fmla="*/ 6882954 w 7918980"/>
              <a:gd name="connsiteY77" fmla="*/ 2487203 h 6858000"/>
              <a:gd name="connsiteX78" fmla="*/ 6871484 w 7918980"/>
              <a:gd name="connsiteY78" fmla="*/ 2512282 h 6858000"/>
              <a:gd name="connsiteX79" fmla="*/ 6872496 w 7918980"/>
              <a:gd name="connsiteY79" fmla="*/ 2514318 h 6858000"/>
              <a:gd name="connsiteX80" fmla="*/ 6898111 w 7918980"/>
              <a:gd name="connsiteY80" fmla="*/ 2574334 h 6858000"/>
              <a:gd name="connsiteX81" fmla="*/ 6897017 w 7918980"/>
              <a:gd name="connsiteY81" fmla="*/ 2579877 h 6858000"/>
              <a:gd name="connsiteX82" fmla="*/ 6897171 w 7918980"/>
              <a:gd name="connsiteY82" fmla="*/ 2608928 h 6858000"/>
              <a:gd name="connsiteX83" fmla="*/ 6896584 w 7918980"/>
              <a:gd name="connsiteY83" fmla="*/ 2613111 h 6858000"/>
              <a:gd name="connsiteX84" fmla="*/ 6888164 w 7918980"/>
              <a:gd name="connsiteY84" fmla="*/ 2621996 h 6858000"/>
              <a:gd name="connsiteX85" fmla="*/ 6890652 w 7918980"/>
              <a:gd name="connsiteY85" fmla="*/ 2634265 h 6858000"/>
              <a:gd name="connsiteX86" fmla="*/ 6882034 w 7918980"/>
              <a:gd name="connsiteY86" fmla="*/ 2647237 h 6858000"/>
              <a:gd name="connsiteX87" fmla="*/ 6888195 w 7918980"/>
              <a:gd name="connsiteY87" fmla="*/ 2650786 h 6858000"/>
              <a:gd name="connsiteX88" fmla="*/ 6894052 w 7918980"/>
              <a:gd name="connsiteY88" fmla="*/ 2661993 h 6858000"/>
              <a:gd name="connsiteX89" fmla="*/ 6885953 w 7918980"/>
              <a:gd name="connsiteY89" fmla="*/ 2670949 h 6858000"/>
              <a:gd name="connsiteX90" fmla="*/ 6880156 w 7918980"/>
              <a:gd name="connsiteY90" fmla="*/ 2690255 h 6858000"/>
              <a:gd name="connsiteX91" fmla="*/ 6881009 w 7918980"/>
              <a:gd name="connsiteY91" fmla="*/ 2695683 h 6858000"/>
              <a:gd name="connsiteX92" fmla="*/ 6870001 w 7918980"/>
              <a:gd name="connsiteY92" fmla="*/ 2713964 h 6858000"/>
              <a:gd name="connsiteX93" fmla="*/ 6864441 w 7918980"/>
              <a:gd name="connsiteY93" fmla="*/ 2730175 h 6858000"/>
              <a:gd name="connsiteX94" fmla="*/ 6875107 w 7918980"/>
              <a:gd name="connsiteY94" fmla="*/ 2763497 h 6858000"/>
              <a:gd name="connsiteX95" fmla="*/ 6837349 w 7918980"/>
              <a:gd name="connsiteY95" fmla="*/ 3051539 h 6858000"/>
              <a:gd name="connsiteX96" fmla="*/ 6835698 w 7918980"/>
              <a:gd name="connsiteY96" fmla="*/ 3060333 h 6858000"/>
              <a:gd name="connsiteX97" fmla="*/ 6837785 w 7918980"/>
              <a:gd name="connsiteY97" fmla="*/ 3065434 h 6858000"/>
              <a:gd name="connsiteX98" fmla="*/ 6834476 w 7918980"/>
              <a:gd name="connsiteY98" fmla="*/ 3066836 h 6858000"/>
              <a:gd name="connsiteX99" fmla="*/ 6831096 w 7918980"/>
              <a:gd name="connsiteY99" fmla="*/ 3084834 h 6858000"/>
              <a:gd name="connsiteX100" fmla="*/ 6831305 w 7918980"/>
              <a:gd name="connsiteY100" fmla="*/ 3097259 h 6858000"/>
              <a:gd name="connsiteX101" fmla="*/ 6828050 w 7918980"/>
              <a:gd name="connsiteY101" fmla="*/ 3101053 h 6858000"/>
              <a:gd name="connsiteX102" fmla="*/ 6827093 w 7918980"/>
              <a:gd name="connsiteY102" fmla="*/ 3106151 h 6858000"/>
              <a:gd name="connsiteX103" fmla="*/ 6833251 w 7918980"/>
              <a:gd name="connsiteY103" fmla="*/ 3116747 h 6858000"/>
              <a:gd name="connsiteX104" fmla="*/ 6825921 w 7918980"/>
              <a:gd name="connsiteY104" fmla="*/ 3151828 h 6858000"/>
              <a:gd name="connsiteX105" fmla="*/ 6825863 w 7918980"/>
              <a:gd name="connsiteY105" fmla="*/ 3180546 h 6858000"/>
              <a:gd name="connsiteX106" fmla="*/ 6839691 w 7918980"/>
              <a:gd name="connsiteY106" fmla="*/ 3258677 h 6858000"/>
              <a:gd name="connsiteX107" fmla="*/ 6840898 w 7918980"/>
              <a:gd name="connsiteY107" fmla="*/ 3262610 h 6858000"/>
              <a:gd name="connsiteX108" fmla="*/ 6834652 w 7918980"/>
              <a:gd name="connsiteY108" fmla="*/ 3277179 h 6858000"/>
              <a:gd name="connsiteX109" fmla="*/ 6832324 w 7918980"/>
              <a:gd name="connsiteY109" fmla="*/ 3278130 h 6858000"/>
              <a:gd name="connsiteX110" fmla="*/ 6849750 w 7918980"/>
              <a:gd name="connsiteY110" fmla="*/ 3325671 h 6858000"/>
              <a:gd name="connsiteX111" fmla="*/ 6847551 w 7918980"/>
              <a:gd name="connsiteY111" fmla="*/ 3332072 h 6858000"/>
              <a:gd name="connsiteX112" fmla="*/ 6864685 w 7918980"/>
              <a:gd name="connsiteY112" fmla="*/ 3362948 h 6858000"/>
              <a:gd name="connsiteX113" fmla="*/ 6870457 w 7918980"/>
              <a:gd name="connsiteY113" fmla="*/ 3378959 h 6858000"/>
              <a:gd name="connsiteX114" fmla="*/ 6883738 w 7918980"/>
              <a:gd name="connsiteY114" fmla="*/ 3407057 h 6858000"/>
              <a:gd name="connsiteX115" fmla="*/ 6881948 w 7918980"/>
              <a:gd name="connsiteY115" fmla="*/ 3409825 h 6858000"/>
              <a:gd name="connsiteX116" fmla="*/ 6885647 w 7918980"/>
              <a:gd name="connsiteY116" fmla="*/ 3415218 h 6858000"/>
              <a:gd name="connsiteX117" fmla="*/ 6883908 w 7918980"/>
              <a:gd name="connsiteY117" fmla="*/ 3419880 h 6858000"/>
              <a:gd name="connsiteX118" fmla="*/ 6885903 w 7918980"/>
              <a:gd name="connsiteY118" fmla="*/ 3424545 h 6858000"/>
              <a:gd name="connsiteX119" fmla="*/ 6887603 w 7918980"/>
              <a:gd name="connsiteY119" fmla="*/ 3476412 h 6858000"/>
              <a:gd name="connsiteX120" fmla="*/ 6892664 w 7918980"/>
              <a:gd name="connsiteY120" fmla="*/ 3486850 h 6858000"/>
              <a:gd name="connsiteX121" fmla="*/ 6886319 w 7918980"/>
              <a:gd name="connsiteY121" fmla="*/ 3496391 h 6858000"/>
              <a:gd name="connsiteX122" fmla="*/ 6893119 w 7918980"/>
              <a:gd name="connsiteY122" fmla="*/ 3531201 h 6858000"/>
              <a:gd name="connsiteX123" fmla="*/ 6902876 w 7918980"/>
              <a:gd name="connsiteY123" fmla="*/ 3542019 h 6858000"/>
              <a:gd name="connsiteX124" fmla="*/ 6910520 w 7918980"/>
              <a:gd name="connsiteY124" fmla="*/ 3552249 h 6858000"/>
              <a:gd name="connsiteX125" fmla="*/ 6910882 w 7918980"/>
              <a:gd name="connsiteY125" fmla="*/ 3553678 h 6858000"/>
              <a:gd name="connsiteX126" fmla="*/ 6914489 w 7918980"/>
              <a:gd name="connsiteY126" fmla="*/ 3568021 h 6858000"/>
              <a:gd name="connsiteX127" fmla="*/ 6914914 w 7918980"/>
              <a:gd name="connsiteY127" fmla="*/ 3569719 h 6858000"/>
              <a:gd name="connsiteX128" fmla="*/ 6912342 w 7918980"/>
              <a:gd name="connsiteY128" fmla="*/ 3586412 h 6858000"/>
              <a:gd name="connsiteX129" fmla="*/ 6915338 w 7918980"/>
              <a:gd name="connsiteY129" fmla="*/ 3597336 h 6858000"/>
              <a:gd name="connsiteX130" fmla="*/ 6907234 w 7918980"/>
              <a:gd name="connsiteY130" fmla="*/ 3606007 h 6858000"/>
              <a:gd name="connsiteX131" fmla="*/ 6907261 w 7918980"/>
              <a:gd name="connsiteY131" fmla="*/ 3641228 h 6858000"/>
              <a:gd name="connsiteX132" fmla="*/ 6914828 w 7918980"/>
              <a:gd name="connsiteY132" fmla="*/ 3653088 h 6858000"/>
              <a:gd name="connsiteX133" fmla="*/ 6920416 w 7918980"/>
              <a:gd name="connsiteY133" fmla="*/ 3664114 h 6858000"/>
              <a:gd name="connsiteX134" fmla="*/ 6920498 w 7918980"/>
              <a:gd name="connsiteY134" fmla="*/ 3665569 h 6858000"/>
              <a:gd name="connsiteX135" fmla="*/ 6922809 w 7918980"/>
              <a:gd name="connsiteY135" fmla="*/ 3707357 h 6858000"/>
              <a:gd name="connsiteX136" fmla="*/ 6937676 w 7918980"/>
              <a:gd name="connsiteY136" fmla="*/ 3778166 h 6858000"/>
              <a:gd name="connsiteX137" fmla="*/ 6958359 w 7918980"/>
              <a:gd name="connsiteY137" fmla="*/ 3878222 h 6858000"/>
              <a:gd name="connsiteX138" fmla="*/ 6953118 w 7918980"/>
              <a:gd name="connsiteY138" fmla="*/ 4048117 h 6858000"/>
              <a:gd name="connsiteX139" fmla="*/ 6913020 w 7918980"/>
              <a:gd name="connsiteY139" fmla="*/ 4219510 h 6858000"/>
              <a:gd name="connsiteX140" fmla="*/ 6915792 w 7918980"/>
              <a:gd name="connsiteY140" fmla="*/ 4411258 h 6858000"/>
              <a:gd name="connsiteX141" fmla="*/ 6907579 w 7918980"/>
              <a:gd name="connsiteY141" fmla="*/ 4488531 h 6858000"/>
              <a:gd name="connsiteX142" fmla="*/ 6907052 w 7918980"/>
              <a:gd name="connsiteY142" fmla="*/ 4539168 h 6858000"/>
              <a:gd name="connsiteX143" fmla="*/ 6891916 w 7918980"/>
              <a:gd name="connsiteY143" fmla="*/ 4625153 h 6858000"/>
              <a:gd name="connsiteX144" fmla="*/ 6882094 w 7918980"/>
              <a:gd name="connsiteY144" fmla="*/ 4733115 h 6858000"/>
              <a:gd name="connsiteX145" fmla="*/ 6860189 w 7918980"/>
              <a:gd name="connsiteY145" fmla="*/ 4844323 h 6858000"/>
              <a:gd name="connsiteX146" fmla="*/ 6843618 w 7918980"/>
              <a:gd name="connsiteY146" fmla="*/ 4877992 h 6858000"/>
              <a:gd name="connsiteX147" fmla="*/ 6829393 w 7918980"/>
              <a:gd name="connsiteY147" fmla="*/ 4925805 h 6858000"/>
              <a:gd name="connsiteX148" fmla="*/ 6794017 w 7918980"/>
              <a:gd name="connsiteY148" fmla="*/ 5009272 h 6858000"/>
              <a:gd name="connsiteX149" fmla="*/ 6786085 w 7918980"/>
              <a:gd name="connsiteY149" fmla="*/ 5111369 h 6858000"/>
              <a:gd name="connsiteX150" fmla="*/ 6799321 w 7918980"/>
              <a:gd name="connsiteY150" fmla="*/ 5210876 h 6858000"/>
              <a:gd name="connsiteX151" fmla="*/ 6803597 w 7918980"/>
              <a:gd name="connsiteY151" fmla="*/ 5269726 h 6858000"/>
              <a:gd name="connsiteX152" fmla="*/ 6820713 w 7918980"/>
              <a:gd name="connsiteY152" fmla="*/ 5464225 h 6858000"/>
              <a:gd name="connsiteX153" fmla="*/ 6824380 w 7918980"/>
              <a:gd name="connsiteY153" fmla="*/ 5594585 h 6858000"/>
              <a:gd name="connsiteX154" fmla="*/ 6806680 w 7918980"/>
              <a:gd name="connsiteY154" fmla="*/ 5667896 h 6858000"/>
              <a:gd name="connsiteX155" fmla="*/ 6791486 w 7918980"/>
              <a:gd name="connsiteY155" fmla="*/ 5769225 h 6858000"/>
              <a:gd name="connsiteX156" fmla="*/ 6792745 w 7918980"/>
              <a:gd name="connsiteY156" fmla="*/ 5823324 h 6858000"/>
              <a:gd name="connsiteX157" fmla="*/ 6789109 w 7918980"/>
              <a:gd name="connsiteY157" fmla="*/ 5862699 h 6858000"/>
              <a:gd name="connsiteX158" fmla="*/ 6793675 w 7918980"/>
              <a:gd name="connsiteY158" fmla="*/ 5906467 h 6858000"/>
              <a:gd name="connsiteX159" fmla="*/ 6814548 w 7918980"/>
              <a:gd name="connsiteY159" fmla="*/ 5939847 h 6858000"/>
              <a:gd name="connsiteX160" fmla="*/ 6809795 w 7918980"/>
              <a:gd name="connsiteY160" fmla="*/ 5973994 h 6858000"/>
              <a:gd name="connsiteX161" fmla="*/ 6810756 w 7918980"/>
              <a:gd name="connsiteY161" fmla="*/ 6089693 h 6858000"/>
              <a:gd name="connsiteX162" fmla="*/ 6814601 w 7918980"/>
              <a:gd name="connsiteY162" fmla="*/ 6224938 h 6858000"/>
              <a:gd name="connsiteX163" fmla="*/ 6840137 w 7918980"/>
              <a:gd name="connsiteY163" fmla="*/ 6370251 h 6858000"/>
              <a:gd name="connsiteX164" fmla="*/ 6863777 w 7918980"/>
              <a:gd name="connsiteY164" fmla="*/ 6541313 h 6858000"/>
              <a:gd name="connsiteX165" fmla="*/ 6868355 w 7918980"/>
              <a:gd name="connsiteY165" fmla="*/ 6640957 h 6858000"/>
              <a:gd name="connsiteX166" fmla="*/ 6881422 w 7918980"/>
              <a:gd name="connsiteY166" fmla="*/ 6705297 h 6858000"/>
              <a:gd name="connsiteX167" fmla="*/ 6894105 w 7918980"/>
              <a:gd name="connsiteY167" fmla="*/ 6759582 h 6858000"/>
              <a:gd name="connsiteX168" fmla="*/ 6892152 w 7918980"/>
              <a:gd name="connsiteY168" fmla="*/ 6817746 h 6858000"/>
              <a:gd name="connsiteX169" fmla="*/ 6895302 w 7918980"/>
              <a:gd name="connsiteY169" fmla="*/ 6843646 h 6858000"/>
              <a:gd name="connsiteX170" fmla="*/ 6914368 w 7918980"/>
              <a:gd name="connsiteY170" fmla="*/ 6857998 h 6858000"/>
              <a:gd name="connsiteX171" fmla="*/ 7549620 w 7918980"/>
              <a:gd name="connsiteY171" fmla="*/ 6857998 h 6858000"/>
              <a:gd name="connsiteX172" fmla="*/ 7918980 w 7918980"/>
              <a:gd name="connsiteY172" fmla="*/ 6857998 h 6858000"/>
              <a:gd name="connsiteX173" fmla="*/ 7918980 w 7918980"/>
              <a:gd name="connsiteY173" fmla="*/ 6858000 h 6858000"/>
              <a:gd name="connsiteX174" fmla="*/ 7549620 w 7918980"/>
              <a:gd name="connsiteY174" fmla="*/ 6858000 h 6858000"/>
              <a:gd name="connsiteX175" fmla="*/ 6658851 w 7918980"/>
              <a:gd name="connsiteY175" fmla="*/ 6858000 h 6858000"/>
              <a:gd name="connsiteX176" fmla="*/ 2092387 w 7918980"/>
              <a:gd name="connsiteY176" fmla="*/ 6858000 h 6858000"/>
              <a:gd name="connsiteX177" fmla="*/ 1822980 w 7918980"/>
              <a:gd name="connsiteY177" fmla="*/ 6858000 h 6858000"/>
              <a:gd name="connsiteX178" fmla="*/ 727500 w 7918980"/>
              <a:gd name="connsiteY178" fmla="*/ 6858000 h 6858000"/>
              <a:gd name="connsiteX179" fmla="*/ 504457 w 7918980"/>
              <a:gd name="connsiteY179" fmla="*/ 6858000 h 6858000"/>
              <a:gd name="connsiteX180" fmla="*/ 0 w 7918980"/>
              <a:gd name="connsiteY180" fmla="*/ 6858000 h 6858000"/>
              <a:gd name="connsiteX181" fmla="*/ 0 w 7918980"/>
              <a:gd name="connsiteY181" fmla="*/ 0 h 6858000"/>
              <a:gd name="connsiteX0" fmla="*/ 0 w 7918980"/>
              <a:gd name="connsiteY0" fmla="*/ 0 h 6858000"/>
              <a:gd name="connsiteX1" fmla="*/ 504457 w 7918980"/>
              <a:gd name="connsiteY1" fmla="*/ 0 h 6858000"/>
              <a:gd name="connsiteX2" fmla="*/ 727500 w 7918980"/>
              <a:gd name="connsiteY2" fmla="*/ 0 h 6858000"/>
              <a:gd name="connsiteX3" fmla="*/ 1822980 w 7918980"/>
              <a:gd name="connsiteY3" fmla="*/ 0 h 6858000"/>
              <a:gd name="connsiteX4" fmla="*/ 2092387 w 7918980"/>
              <a:gd name="connsiteY4" fmla="*/ 0 h 6858000"/>
              <a:gd name="connsiteX5" fmla="*/ 7076514 w 7918980"/>
              <a:gd name="connsiteY5" fmla="*/ 0 h 6858000"/>
              <a:gd name="connsiteX6" fmla="*/ 7264525 w 7918980"/>
              <a:gd name="connsiteY6" fmla="*/ 0 h 6858000"/>
              <a:gd name="connsiteX7" fmla="*/ 7390497 w 7918980"/>
              <a:gd name="connsiteY7" fmla="*/ 0 h 6858000"/>
              <a:gd name="connsiteX8" fmla="*/ 7389918 w 7918980"/>
              <a:gd name="connsiteY8" fmla="*/ 1705 h 6858000"/>
              <a:gd name="connsiteX9" fmla="*/ 7374574 w 7918980"/>
              <a:gd name="connsiteY9" fmla="*/ 17287 h 6858000"/>
              <a:gd name="connsiteX10" fmla="*/ 7368621 w 7918980"/>
              <a:gd name="connsiteY10" fmla="*/ 130336 h 6858000"/>
              <a:gd name="connsiteX11" fmla="*/ 7361269 w 7918980"/>
              <a:gd name="connsiteY11" fmla="*/ 187093 h 6858000"/>
              <a:gd name="connsiteX12" fmla="*/ 7368770 w 7918980"/>
              <a:gd name="connsiteY12" fmla="*/ 265704 h 6858000"/>
              <a:gd name="connsiteX13" fmla="*/ 7365293 w 7918980"/>
              <a:gd name="connsiteY13" fmla="*/ 354566 h 6858000"/>
              <a:gd name="connsiteX14" fmla="*/ 7347106 w 7918980"/>
              <a:gd name="connsiteY14" fmla="*/ 472000 h 6858000"/>
              <a:gd name="connsiteX15" fmla="*/ 7345150 w 7918980"/>
              <a:gd name="connsiteY15" fmla="*/ 473782 h 6858000"/>
              <a:gd name="connsiteX16" fmla="*/ 7344778 w 7918980"/>
              <a:gd name="connsiteY16" fmla="*/ 491380 h 6858000"/>
              <a:gd name="connsiteX17" fmla="*/ 7359399 w 7918980"/>
              <a:gd name="connsiteY17" fmla="*/ 531675 h 6858000"/>
              <a:gd name="connsiteX18" fmla="*/ 7356415 w 7918980"/>
              <a:gd name="connsiteY18" fmla="*/ 536015 h 6858000"/>
              <a:gd name="connsiteX19" fmla="*/ 7361068 w 7918980"/>
              <a:gd name="connsiteY19" fmla="*/ 572092 h 6858000"/>
              <a:gd name="connsiteX20" fmla="*/ 7359041 w 7918980"/>
              <a:gd name="connsiteY20" fmla="*/ 572511 h 6858000"/>
              <a:gd name="connsiteX21" fmla="*/ 7351198 w 7918980"/>
              <a:gd name="connsiteY21" fmla="*/ 582332 h 6858000"/>
              <a:gd name="connsiteX22" fmla="*/ 7340991 w 7918980"/>
              <a:gd name="connsiteY22" fmla="*/ 601285 h 6858000"/>
              <a:gd name="connsiteX23" fmla="*/ 7296154 w 7918980"/>
              <a:gd name="connsiteY23" fmla="*/ 681608 h 6858000"/>
              <a:gd name="connsiteX24" fmla="*/ 7295943 w 7918980"/>
              <a:gd name="connsiteY24" fmla="*/ 689151 h 6858000"/>
              <a:gd name="connsiteX25" fmla="*/ 7295465 w 7918980"/>
              <a:gd name="connsiteY25" fmla="*/ 689289 h 6858000"/>
              <a:gd name="connsiteX26" fmla="*/ 7294306 w 7918980"/>
              <a:gd name="connsiteY26" fmla="*/ 697222 h 6858000"/>
              <a:gd name="connsiteX27" fmla="*/ 7295144 w 7918980"/>
              <a:gd name="connsiteY27" fmla="*/ 717531 h 6858000"/>
              <a:gd name="connsiteX28" fmla="*/ 7291871 w 7918980"/>
              <a:gd name="connsiteY28" fmla="*/ 722494 h 6858000"/>
              <a:gd name="connsiteX29" fmla="*/ 7286061 w 7918980"/>
              <a:gd name="connsiteY29" fmla="*/ 724368 h 6858000"/>
              <a:gd name="connsiteX30" fmla="*/ 7269961 w 7918980"/>
              <a:gd name="connsiteY30" fmla="*/ 752692 h 6858000"/>
              <a:gd name="connsiteX31" fmla="*/ 7240170 w 7918980"/>
              <a:gd name="connsiteY31" fmla="*/ 816346 h 6858000"/>
              <a:gd name="connsiteX32" fmla="*/ 7211938 w 7918980"/>
              <a:gd name="connsiteY32" fmla="*/ 889417 h 6858000"/>
              <a:gd name="connsiteX33" fmla="*/ 7130024 w 7918980"/>
              <a:gd name="connsiteY33" fmla="*/ 1063288 h 6858000"/>
              <a:gd name="connsiteX34" fmla="*/ 7126817 w 7918980"/>
              <a:gd name="connsiteY34" fmla="*/ 1157176 h 6858000"/>
              <a:gd name="connsiteX35" fmla="*/ 7109474 w 7918980"/>
              <a:gd name="connsiteY35" fmla="*/ 1210776 h 6858000"/>
              <a:gd name="connsiteX36" fmla="*/ 7105443 w 7918980"/>
              <a:gd name="connsiteY36" fmla="*/ 1301993 h 6858000"/>
              <a:gd name="connsiteX37" fmla="*/ 7075215 w 7918980"/>
              <a:gd name="connsiteY37" fmla="*/ 1360879 h 6858000"/>
              <a:gd name="connsiteX38" fmla="*/ 7067477 w 7918980"/>
              <a:gd name="connsiteY38" fmla="*/ 1404045 h 6858000"/>
              <a:gd name="connsiteX39" fmla="*/ 7046803 w 7918980"/>
              <a:gd name="connsiteY39" fmla="*/ 1429568 h 6858000"/>
              <a:gd name="connsiteX40" fmla="*/ 7047831 w 7918980"/>
              <a:gd name="connsiteY40" fmla="*/ 1430305 h 6858000"/>
              <a:gd name="connsiteX41" fmla="*/ 7035374 w 7918980"/>
              <a:gd name="connsiteY41" fmla="*/ 1463304 h 6858000"/>
              <a:gd name="connsiteX42" fmla="*/ 7032938 w 7918980"/>
              <a:gd name="connsiteY42" fmla="*/ 1514846 h 6858000"/>
              <a:gd name="connsiteX43" fmla="*/ 7029397 w 7918980"/>
              <a:gd name="connsiteY43" fmla="*/ 1519731 h 6858000"/>
              <a:gd name="connsiteX44" fmla="*/ 7029620 w 7918980"/>
              <a:gd name="connsiteY44" fmla="*/ 1519929 h 6858000"/>
              <a:gd name="connsiteX45" fmla="*/ 7030612 w 7918980"/>
              <a:gd name="connsiteY45" fmla="*/ 1546022 h 6858000"/>
              <a:gd name="connsiteX46" fmla="*/ 7035010 w 7918980"/>
              <a:gd name="connsiteY46" fmla="*/ 1578752 h 6858000"/>
              <a:gd name="connsiteX47" fmla="*/ 7026513 w 7918980"/>
              <a:gd name="connsiteY47" fmla="*/ 1647555 h 6858000"/>
              <a:gd name="connsiteX48" fmla="*/ 7013857 w 7918980"/>
              <a:gd name="connsiteY48" fmla="*/ 1715685 h 6858000"/>
              <a:gd name="connsiteX49" fmla="*/ 7007215 w 7918980"/>
              <a:gd name="connsiteY49" fmla="*/ 1740358 h 6858000"/>
              <a:gd name="connsiteX50" fmla="*/ 7004455 w 7918980"/>
              <a:gd name="connsiteY50" fmla="*/ 1784314 h 6858000"/>
              <a:gd name="connsiteX51" fmla="*/ 7008825 w 7918980"/>
              <a:gd name="connsiteY51" fmla="*/ 1804434 h 6858000"/>
              <a:gd name="connsiteX52" fmla="*/ 7008048 w 7918980"/>
              <a:gd name="connsiteY52" fmla="*/ 1805316 h 6858000"/>
              <a:gd name="connsiteX53" fmla="*/ 7011573 w 7918980"/>
              <a:gd name="connsiteY53" fmla="*/ 1807109 h 6858000"/>
              <a:gd name="connsiteX54" fmla="*/ 7008900 w 7918980"/>
              <a:gd name="connsiteY54" fmla="*/ 1821003 h 6858000"/>
              <a:gd name="connsiteX55" fmla="*/ 7006523 w 7918980"/>
              <a:gd name="connsiteY55" fmla="*/ 1824832 h 6858000"/>
              <a:gd name="connsiteX56" fmla="*/ 7005215 w 7918980"/>
              <a:gd name="connsiteY56" fmla="*/ 1830429 h 6858000"/>
              <a:gd name="connsiteX57" fmla="*/ 7005505 w 7918980"/>
              <a:gd name="connsiteY57" fmla="*/ 1830569 h 6858000"/>
              <a:gd name="connsiteX58" fmla="*/ 7003643 w 7918980"/>
              <a:gd name="connsiteY58" fmla="*/ 1835810 h 6858000"/>
              <a:gd name="connsiteX59" fmla="*/ 6990432 w 7918980"/>
              <a:gd name="connsiteY59" fmla="*/ 1861483 h 6858000"/>
              <a:gd name="connsiteX60" fmla="*/ 6997246 w 7918980"/>
              <a:gd name="connsiteY60" fmla="*/ 1892417 h 6858000"/>
              <a:gd name="connsiteX61" fmla="*/ 7012242 w 7918980"/>
              <a:gd name="connsiteY61" fmla="*/ 1895114 h 6858000"/>
              <a:gd name="connsiteX62" fmla="*/ 7010080 w 7918980"/>
              <a:gd name="connsiteY62" fmla="*/ 1899379 h 6858000"/>
              <a:gd name="connsiteX63" fmla="*/ 7003451 w 7918980"/>
              <a:gd name="connsiteY63" fmla="*/ 1907867 h 6858000"/>
              <a:gd name="connsiteX64" fmla="*/ 7004341 w 7918980"/>
              <a:gd name="connsiteY64" fmla="*/ 1910265 h 6858000"/>
              <a:gd name="connsiteX65" fmla="*/ 7001248 w 7918980"/>
              <a:gd name="connsiteY65" fmla="*/ 1935584 h 6858000"/>
              <a:gd name="connsiteX66" fmla="*/ 7006599 w 7918980"/>
              <a:gd name="connsiteY66" fmla="*/ 1942021 h 6858000"/>
              <a:gd name="connsiteX67" fmla="*/ 6985020 w 7918980"/>
              <a:gd name="connsiteY67" fmla="*/ 1967551 h 6858000"/>
              <a:gd name="connsiteX68" fmla="*/ 6949577 w 7918980"/>
              <a:gd name="connsiteY68" fmla="*/ 2024270 h 6858000"/>
              <a:gd name="connsiteX69" fmla="*/ 6942508 w 7918980"/>
              <a:gd name="connsiteY69" fmla="*/ 2107942 h 6858000"/>
              <a:gd name="connsiteX70" fmla="*/ 6933336 w 7918980"/>
              <a:gd name="connsiteY70" fmla="*/ 2193455 h 6858000"/>
              <a:gd name="connsiteX71" fmla="*/ 6927972 w 7918980"/>
              <a:gd name="connsiteY71" fmla="*/ 2260088 h 6858000"/>
              <a:gd name="connsiteX72" fmla="*/ 6909058 w 7918980"/>
              <a:gd name="connsiteY72" fmla="*/ 2296008 h 6858000"/>
              <a:gd name="connsiteX73" fmla="*/ 6901810 w 7918980"/>
              <a:gd name="connsiteY73" fmla="*/ 2305564 h 6858000"/>
              <a:gd name="connsiteX74" fmla="*/ 6904482 w 7918980"/>
              <a:gd name="connsiteY74" fmla="*/ 2320214 h 6858000"/>
              <a:gd name="connsiteX75" fmla="*/ 6891885 w 7918980"/>
              <a:gd name="connsiteY75" fmla="*/ 2417011 h 6858000"/>
              <a:gd name="connsiteX76" fmla="*/ 6884970 w 7918980"/>
              <a:gd name="connsiteY76" fmla="*/ 2454207 h 6858000"/>
              <a:gd name="connsiteX77" fmla="*/ 6882954 w 7918980"/>
              <a:gd name="connsiteY77" fmla="*/ 2487203 h 6858000"/>
              <a:gd name="connsiteX78" fmla="*/ 6871484 w 7918980"/>
              <a:gd name="connsiteY78" fmla="*/ 2512282 h 6858000"/>
              <a:gd name="connsiteX79" fmla="*/ 6872496 w 7918980"/>
              <a:gd name="connsiteY79" fmla="*/ 2514318 h 6858000"/>
              <a:gd name="connsiteX80" fmla="*/ 6898111 w 7918980"/>
              <a:gd name="connsiteY80" fmla="*/ 2574334 h 6858000"/>
              <a:gd name="connsiteX81" fmla="*/ 6897017 w 7918980"/>
              <a:gd name="connsiteY81" fmla="*/ 2579877 h 6858000"/>
              <a:gd name="connsiteX82" fmla="*/ 6897171 w 7918980"/>
              <a:gd name="connsiteY82" fmla="*/ 2608928 h 6858000"/>
              <a:gd name="connsiteX83" fmla="*/ 6896584 w 7918980"/>
              <a:gd name="connsiteY83" fmla="*/ 2613111 h 6858000"/>
              <a:gd name="connsiteX84" fmla="*/ 6888164 w 7918980"/>
              <a:gd name="connsiteY84" fmla="*/ 2621996 h 6858000"/>
              <a:gd name="connsiteX85" fmla="*/ 6890652 w 7918980"/>
              <a:gd name="connsiteY85" fmla="*/ 2634265 h 6858000"/>
              <a:gd name="connsiteX86" fmla="*/ 6882034 w 7918980"/>
              <a:gd name="connsiteY86" fmla="*/ 2647237 h 6858000"/>
              <a:gd name="connsiteX87" fmla="*/ 6888195 w 7918980"/>
              <a:gd name="connsiteY87" fmla="*/ 2650786 h 6858000"/>
              <a:gd name="connsiteX88" fmla="*/ 6894052 w 7918980"/>
              <a:gd name="connsiteY88" fmla="*/ 2661993 h 6858000"/>
              <a:gd name="connsiteX89" fmla="*/ 6885953 w 7918980"/>
              <a:gd name="connsiteY89" fmla="*/ 2670949 h 6858000"/>
              <a:gd name="connsiteX90" fmla="*/ 6880156 w 7918980"/>
              <a:gd name="connsiteY90" fmla="*/ 2690255 h 6858000"/>
              <a:gd name="connsiteX91" fmla="*/ 6881009 w 7918980"/>
              <a:gd name="connsiteY91" fmla="*/ 2695683 h 6858000"/>
              <a:gd name="connsiteX92" fmla="*/ 6870001 w 7918980"/>
              <a:gd name="connsiteY92" fmla="*/ 2713964 h 6858000"/>
              <a:gd name="connsiteX93" fmla="*/ 6864441 w 7918980"/>
              <a:gd name="connsiteY93" fmla="*/ 2730175 h 6858000"/>
              <a:gd name="connsiteX94" fmla="*/ 6875107 w 7918980"/>
              <a:gd name="connsiteY94" fmla="*/ 2763497 h 6858000"/>
              <a:gd name="connsiteX95" fmla="*/ 6837349 w 7918980"/>
              <a:gd name="connsiteY95" fmla="*/ 3051539 h 6858000"/>
              <a:gd name="connsiteX96" fmla="*/ 6835698 w 7918980"/>
              <a:gd name="connsiteY96" fmla="*/ 3060333 h 6858000"/>
              <a:gd name="connsiteX97" fmla="*/ 6837785 w 7918980"/>
              <a:gd name="connsiteY97" fmla="*/ 3065434 h 6858000"/>
              <a:gd name="connsiteX98" fmla="*/ 6834476 w 7918980"/>
              <a:gd name="connsiteY98" fmla="*/ 3066836 h 6858000"/>
              <a:gd name="connsiteX99" fmla="*/ 6831096 w 7918980"/>
              <a:gd name="connsiteY99" fmla="*/ 3084834 h 6858000"/>
              <a:gd name="connsiteX100" fmla="*/ 6831305 w 7918980"/>
              <a:gd name="connsiteY100" fmla="*/ 3097259 h 6858000"/>
              <a:gd name="connsiteX101" fmla="*/ 6828050 w 7918980"/>
              <a:gd name="connsiteY101" fmla="*/ 3101053 h 6858000"/>
              <a:gd name="connsiteX102" fmla="*/ 6827093 w 7918980"/>
              <a:gd name="connsiteY102" fmla="*/ 3106151 h 6858000"/>
              <a:gd name="connsiteX103" fmla="*/ 6833251 w 7918980"/>
              <a:gd name="connsiteY103" fmla="*/ 3116747 h 6858000"/>
              <a:gd name="connsiteX104" fmla="*/ 6825921 w 7918980"/>
              <a:gd name="connsiteY104" fmla="*/ 3151828 h 6858000"/>
              <a:gd name="connsiteX105" fmla="*/ 6825863 w 7918980"/>
              <a:gd name="connsiteY105" fmla="*/ 3180546 h 6858000"/>
              <a:gd name="connsiteX106" fmla="*/ 6839691 w 7918980"/>
              <a:gd name="connsiteY106" fmla="*/ 3258677 h 6858000"/>
              <a:gd name="connsiteX107" fmla="*/ 6840898 w 7918980"/>
              <a:gd name="connsiteY107" fmla="*/ 3262610 h 6858000"/>
              <a:gd name="connsiteX108" fmla="*/ 6834652 w 7918980"/>
              <a:gd name="connsiteY108" fmla="*/ 3277179 h 6858000"/>
              <a:gd name="connsiteX109" fmla="*/ 6832324 w 7918980"/>
              <a:gd name="connsiteY109" fmla="*/ 3278130 h 6858000"/>
              <a:gd name="connsiteX110" fmla="*/ 6849750 w 7918980"/>
              <a:gd name="connsiteY110" fmla="*/ 3325671 h 6858000"/>
              <a:gd name="connsiteX111" fmla="*/ 6847551 w 7918980"/>
              <a:gd name="connsiteY111" fmla="*/ 3332072 h 6858000"/>
              <a:gd name="connsiteX112" fmla="*/ 6864685 w 7918980"/>
              <a:gd name="connsiteY112" fmla="*/ 3362948 h 6858000"/>
              <a:gd name="connsiteX113" fmla="*/ 6870457 w 7918980"/>
              <a:gd name="connsiteY113" fmla="*/ 3378959 h 6858000"/>
              <a:gd name="connsiteX114" fmla="*/ 6883738 w 7918980"/>
              <a:gd name="connsiteY114" fmla="*/ 3407057 h 6858000"/>
              <a:gd name="connsiteX115" fmla="*/ 6881948 w 7918980"/>
              <a:gd name="connsiteY115" fmla="*/ 3409825 h 6858000"/>
              <a:gd name="connsiteX116" fmla="*/ 6885647 w 7918980"/>
              <a:gd name="connsiteY116" fmla="*/ 3415218 h 6858000"/>
              <a:gd name="connsiteX117" fmla="*/ 6883908 w 7918980"/>
              <a:gd name="connsiteY117" fmla="*/ 3419880 h 6858000"/>
              <a:gd name="connsiteX118" fmla="*/ 6885903 w 7918980"/>
              <a:gd name="connsiteY118" fmla="*/ 3424545 h 6858000"/>
              <a:gd name="connsiteX119" fmla="*/ 6887603 w 7918980"/>
              <a:gd name="connsiteY119" fmla="*/ 3476412 h 6858000"/>
              <a:gd name="connsiteX120" fmla="*/ 6892664 w 7918980"/>
              <a:gd name="connsiteY120" fmla="*/ 3486850 h 6858000"/>
              <a:gd name="connsiteX121" fmla="*/ 6886319 w 7918980"/>
              <a:gd name="connsiteY121" fmla="*/ 3496391 h 6858000"/>
              <a:gd name="connsiteX122" fmla="*/ 6893119 w 7918980"/>
              <a:gd name="connsiteY122" fmla="*/ 3531201 h 6858000"/>
              <a:gd name="connsiteX123" fmla="*/ 6902876 w 7918980"/>
              <a:gd name="connsiteY123" fmla="*/ 3542019 h 6858000"/>
              <a:gd name="connsiteX124" fmla="*/ 6910520 w 7918980"/>
              <a:gd name="connsiteY124" fmla="*/ 3552249 h 6858000"/>
              <a:gd name="connsiteX125" fmla="*/ 6910882 w 7918980"/>
              <a:gd name="connsiteY125" fmla="*/ 3553678 h 6858000"/>
              <a:gd name="connsiteX126" fmla="*/ 6914489 w 7918980"/>
              <a:gd name="connsiteY126" fmla="*/ 3568021 h 6858000"/>
              <a:gd name="connsiteX127" fmla="*/ 6914914 w 7918980"/>
              <a:gd name="connsiteY127" fmla="*/ 3569719 h 6858000"/>
              <a:gd name="connsiteX128" fmla="*/ 6912342 w 7918980"/>
              <a:gd name="connsiteY128" fmla="*/ 3586412 h 6858000"/>
              <a:gd name="connsiteX129" fmla="*/ 6915338 w 7918980"/>
              <a:gd name="connsiteY129" fmla="*/ 3597336 h 6858000"/>
              <a:gd name="connsiteX130" fmla="*/ 6907234 w 7918980"/>
              <a:gd name="connsiteY130" fmla="*/ 3606007 h 6858000"/>
              <a:gd name="connsiteX131" fmla="*/ 6907261 w 7918980"/>
              <a:gd name="connsiteY131" fmla="*/ 3641228 h 6858000"/>
              <a:gd name="connsiteX132" fmla="*/ 6914828 w 7918980"/>
              <a:gd name="connsiteY132" fmla="*/ 3653088 h 6858000"/>
              <a:gd name="connsiteX133" fmla="*/ 6920416 w 7918980"/>
              <a:gd name="connsiteY133" fmla="*/ 3664114 h 6858000"/>
              <a:gd name="connsiteX134" fmla="*/ 6920498 w 7918980"/>
              <a:gd name="connsiteY134" fmla="*/ 3665569 h 6858000"/>
              <a:gd name="connsiteX135" fmla="*/ 6922809 w 7918980"/>
              <a:gd name="connsiteY135" fmla="*/ 3707357 h 6858000"/>
              <a:gd name="connsiteX136" fmla="*/ 6937676 w 7918980"/>
              <a:gd name="connsiteY136" fmla="*/ 3778166 h 6858000"/>
              <a:gd name="connsiteX137" fmla="*/ 6958359 w 7918980"/>
              <a:gd name="connsiteY137" fmla="*/ 3878222 h 6858000"/>
              <a:gd name="connsiteX138" fmla="*/ 6953118 w 7918980"/>
              <a:gd name="connsiteY138" fmla="*/ 4048117 h 6858000"/>
              <a:gd name="connsiteX139" fmla="*/ 6913020 w 7918980"/>
              <a:gd name="connsiteY139" fmla="*/ 4219510 h 6858000"/>
              <a:gd name="connsiteX140" fmla="*/ 6915792 w 7918980"/>
              <a:gd name="connsiteY140" fmla="*/ 4411258 h 6858000"/>
              <a:gd name="connsiteX141" fmla="*/ 6907579 w 7918980"/>
              <a:gd name="connsiteY141" fmla="*/ 4488531 h 6858000"/>
              <a:gd name="connsiteX142" fmla="*/ 6907052 w 7918980"/>
              <a:gd name="connsiteY142" fmla="*/ 4539168 h 6858000"/>
              <a:gd name="connsiteX143" fmla="*/ 6891916 w 7918980"/>
              <a:gd name="connsiteY143" fmla="*/ 4625153 h 6858000"/>
              <a:gd name="connsiteX144" fmla="*/ 6882094 w 7918980"/>
              <a:gd name="connsiteY144" fmla="*/ 4733115 h 6858000"/>
              <a:gd name="connsiteX145" fmla="*/ 6860189 w 7918980"/>
              <a:gd name="connsiteY145" fmla="*/ 4844323 h 6858000"/>
              <a:gd name="connsiteX146" fmla="*/ 6843618 w 7918980"/>
              <a:gd name="connsiteY146" fmla="*/ 4877992 h 6858000"/>
              <a:gd name="connsiteX147" fmla="*/ 6829393 w 7918980"/>
              <a:gd name="connsiteY147" fmla="*/ 4925805 h 6858000"/>
              <a:gd name="connsiteX148" fmla="*/ 6794017 w 7918980"/>
              <a:gd name="connsiteY148" fmla="*/ 5009272 h 6858000"/>
              <a:gd name="connsiteX149" fmla="*/ 6786085 w 7918980"/>
              <a:gd name="connsiteY149" fmla="*/ 5111369 h 6858000"/>
              <a:gd name="connsiteX150" fmla="*/ 6799321 w 7918980"/>
              <a:gd name="connsiteY150" fmla="*/ 5210876 h 6858000"/>
              <a:gd name="connsiteX151" fmla="*/ 6803597 w 7918980"/>
              <a:gd name="connsiteY151" fmla="*/ 5269726 h 6858000"/>
              <a:gd name="connsiteX152" fmla="*/ 6820713 w 7918980"/>
              <a:gd name="connsiteY152" fmla="*/ 5464225 h 6858000"/>
              <a:gd name="connsiteX153" fmla="*/ 6824380 w 7918980"/>
              <a:gd name="connsiteY153" fmla="*/ 5594585 h 6858000"/>
              <a:gd name="connsiteX154" fmla="*/ 6806680 w 7918980"/>
              <a:gd name="connsiteY154" fmla="*/ 5667896 h 6858000"/>
              <a:gd name="connsiteX155" fmla="*/ 6791486 w 7918980"/>
              <a:gd name="connsiteY155" fmla="*/ 5769225 h 6858000"/>
              <a:gd name="connsiteX156" fmla="*/ 6792745 w 7918980"/>
              <a:gd name="connsiteY156" fmla="*/ 5823324 h 6858000"/>
              <a:gd name="connsiteX157" fmla="*/ 6789109 w 7918980"/>
              <a:gd name="connsiteY157" fmla="*/ 5862699 h 6858000"/>
              <a:gd name="connsiteX158" fmla="*/ 6793675 w 7918980"/>
              <a:gd name="connsiteY158" fmla="*/ 5906467 h 6858000"/>
              <a:gd name="connsiteX159" fmla="*/ 6814548 w 7918980"/>
              <a:gd name="connsiteY159" fmla="*/ 5939847 h 6858000"/>
              <a:gd name="connsiteX160" fmla="*/ 6809795 w 7918980"/>
              <a:gd name="connsiteY160" fmla="*/ 5973994 h 6858000"/>
              <a:gd name="connsiteX161" fmla="*/ 6810756 w 7918980"/>
              <a:gd name="connsiteY161" fmla="*/ 6089693 h 6858000"/>
              <a:gd name="connsiteX162" fmla="*/ 6814601 w 7918980"/>
              <a:gd name="connsiteY162" fmla="*/ 6224938 h 6858000"/>
              <a:gd name="connsiteX163" fmla="*/ 6840137 w 7918980"/>
              <a:gd name="connsiteY163" fmla="*/ 6370251 h 6858000"/>
              <a:gd name="connsiteX164" fmla="*/ 6863777 w 7918980"/>
              <a:gd name="connsiteY164" fmla="*/ 6541313 h 6858000"/>
              <a:gd name="connsiteX165" fmla="*/ 6868355 w 7918980"/>
              <a:gd name="connsiteY165" fmla="*/ 6640957 h 6858000"/>
              <a:gd name="connsiteX166" fmla="*/ 6881422 w 7918980"/>
              <a:gd name="connsiteY166" fmla="*/ 6705297 h 6858000"/>
              <a:gd name="connsiteX167" fmla="*/ 6894105 w 7918980"/>
              <a:gd name="connsiteY167" fmla="*/ 6759582 h 6858000"/>
              <a:gd name="connsiteX168" fmla="*/ 6892152 w 7918980"/>
              <a:gd name="connsiteY168" fmla="*/ 6817746 h 6858000"/>
              <a:gd name="connsiteX169" fmla="*/ 6895302 w 7918980"/>
              <a:gd name="connsiteY169" fmla="*/ 6843646 h 6858000"/>
              <a:gd name="connsiteX170" fmla="*/ 6914368 w 7918980"/>
              <a:gd name="connsiteY170" fmla="*/ 6857998 h 6858000"/>
              <a:gd name="connsiteX171" fmla="*/ 7549620 w 7918980"/>
              <a:gd name="connsiteY171" fmla="*/ 6857998 h 6858000"/>
              <a:gd name="connsiteX172" fmla="*/ 7918980 w 7918980"/>
              <a:gd name="connsiteY172" fmla="*/ 6857998 h 6858000"/>
              <a:gd name="connsiteX173" fmla="*/ 7918980 w 7918980"/>
              <a:gd name="connsiteY173" fmla="*/ 6858000 h 6858000"/>
              <a:gd name="connsiteX174" fmla="*/ 7549620 w 7918980"/>
              <a:gd name="connsiteY174" fmla="*/ 6858000 h 6858000"/>
              <a:gd name="connsiteX175" fmla="*/ 6658851 w 7918980"/>
              <a:gd name="connsiteY175" fmla="*/ 6858000 h 6858000"/>
              <a:gd name="connsiteX176" fmla="*/ 2092387 w 7918980"/>
              <a:gd name="connsiteY176" fmla="*/ 6858000 h 6858000"/>
              <a:gd name="connsiteX177" fmla="*/ 1822980 w 7918980"/>
              <a:gd name="connsiteY177" fmla="*/ 6858000 h 6858000"/>
              <a:gd name="connsiteX178" fmla="*/ 727500 w 7918980"/>
              <a:gd name="connsiteY178" fmla="*/ 6858000 h 6858000"/>
              <a:gd name="connsiteX179" fmla="*/ 504457 w 7918980"/>
              <a:gd name="connsiteY179" fmla="*/ 6858000 h 6858000"/>
              <a:gd name="connsiteX180" fmla="*/ 0 w 7918980"/>
              <a:gd name="connsiteY180" fmla="*/ 6858000 h 6858000"/>
              <a:gd name="connsiteX181" fmla="*/ 0 w 7918980"/>
              <a:gd name="connsiteY18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Lst>
            <a:rect l="l" t="t" r="r" b="b"/>
            <a:pathLst>
              <a:path w="7918980" h="6858000">
                <a:moveTo>
                  <a:pt x="0" y="0"/>
                </a:moveTo>
                <a:lnTo>
                  <a:pt x="504457" y="0"/>
                </a:lnTo>
                <a:lnTo>
                  <a:pt x="727500" y="0"/>
                </a:lnTo>
                <a:lnTo>
                  <a:pt x="1822980" y="0"/>
                </a:lnTo>
                <a:lnTo>
                  <a:pt x="2092387" y="0"/>
                </a:lnTo>
                <a:lnTo>
                  <a:pt x="7076514" y="0"/>
                </a:lnTo>
                <a:lnTo>
                  <a:pt x="7264525" y="0"/>
                </a:lnTo>
                <a:lnTo>
                  <a:pt x="7390497" y="0"/>
                </a:lnTo>
                <a:lnTo>
                  <a:pt x="7389918" y="1705"/>
                </a:lnTo>
                <a:cubicBezTo>
                  <a:pt x="7386106" y="8440"/>
                  <a:pt x="7381092" y="13784"/>
                  <a:pt x="7374574" y="17287"/>
                </a:cubicBezTo>
                <a:cubicBezTo>
                  <a:pt x="7385344" y="82036"/>
                  <a:pt x="7333329" y="69804"/>
                  <a:pt x="7368621" y="130336"/>
                </a:cubicBezTo>
                <a:cubicBezTo>
                  <a:pt x="7349933" y="117589"/>
                  <a:pt x="7359958" y="162458"/>
                  <a:pt x="7361269" y="187093"/>
                </a:cubicBezTo>
                <a:cubicBezTo>
                  <a:pt x="7359185" y="226511"/>
                  <a:pt x="7368702" y="205530"/>
                  <a:pt x="7368770" y="265704"/>
                </a:cubicBezTo>
                <a:cubicBezTo>
                  <a:pt x="7365276" y="317533"/>
                  <a:pt x="7366793" y="325288"/>
                  <a:pt x="7365293" y="354566"/>
                </a:cubicBezTo>
                <a:lnTo>
                  <a:pt x="7347106" y="472000"/>
                </a:lnTo>
                <a:lnTo>
                  <a:pt x="7345150" y="473782"/>
                </a:lnTo>
                <a:cubicBezTo>
                  <a:pt x="7340827" y="482008"/>
                  <a:pt x="7341662" y="487340"/>
                  <a:pt x="7344778" y="491380"/>
                </a:cubicBezTo>
                <a:lnTo>
                  <a:pt x="7359399" y="531675"/>
                </a:lnTo>
                <a:lnTo>
                  <a:pt x="7356415" y="536015"/>
                </a:lnTo>
                <a:lnTo>
                  <a:pt x="7361068" y="572092"/>
                </a:lnTo>
                <a:lnTo>
                  <a:pt x="7359041" y="572511"/>
                </a:lnTo>
                <a:cubicBezTo>
                  <a:pt x="7354591" y="574271"/>
                  <a:pt x="7351509" y="577121"/>
                  <a:pt x="7351198" y="582332"/>
                </a:cubicBezTo>
                <a:cubicBezTo>
                  <a:pt x="7320982" y="573171"/>
                  <a:pt x="7339242" y="585107"/>
                  <a:pt x="7340991" y="601285"/>
                </a:cubicBezTo>
                <a:cubicBezTo>
                  <a:pt x="7331818" y="617831"/>
                  <a:pt x="7303664" y="666964"/>
                  <a:pt x="7296154" y="681608"/>
                </a:cubicBezTo>
                <a:cubicBezTo>
                  <a:pt x="7296082" y="684122"/>
                  <a:pt x="7296013" y="686637"/>
                  <a:pt x="7295943" y="689151"/>
                </a:cubicBezTo>
                <a:lnTo>
                  <a:pt x="7295465" y="689289"/>
                </a:lnTo>
                <a:cubicBezTo>
                  <a:pt x="7294414" y="690905"/>
                  <a:pt x="7293966" y="693376"/>
                  <a:pt x="7294306" y="697222"/>
                </a:cubicBezTo>
                <a:cubicBezTo>
                  <a:pt x="7294586" y="703992"/>
                  <a:pt x="7294864" y="710761"/>
                  <a:pt x="7295144" y="717531"/>
                </a:cubicBezTo>
                <a:lnTo>
                  <a:pt x="7291871" y="722494"/>
                </a:lnTo>
                <a:lnTo>
                  <a:pt x="7286061" y="724368"/>
                </a:lnTo>
                <a:lnTo>
                  <a:pt x="7269961" y="752692"/>
                </a:lnTo>
                <a:cubicBezTo>
                  <a:pt x="7277671" y="764380"/>
                  <a:pt x="7245699" y="808083"/>
                  <a:pt x="7240170" y="816346"/>
                </a:cubicBezTo>
                <a:lnTo>
                  <a:pt x="7211938" y="889417"/>
                </a:lnTo>
                <a:cubicBezTo>
                  <a:pt x="7143471" y="969963"/>
                  <a:pt x="7144887" y="1005331"/>
                  <a:pt x="7130024" y="1063288"/>
                </a:cubicBezTo>
                <a:cubicBezTo>
                  <a:pt x="7136312" y="1111028"/>
                  <a:pt x="7140076" y="1110140"/>
                  <a:pt x="7126817" y="1157176"/>
                </a:cubicBezTo>
                <a:cubicBezTo>
                  <a:pt x="7124083" y="1192124"/>
                  <a:pt x="7124864" y="1197232"/>
                  <a:pt x="7109474" y="1210776"/>
                </a:cubicBezTo>
                <a:lnTo>
                  <a:pt x="7105443" y="1301993"/>
                </a:lnTo>
                <a:lnTo>
                  <a:pt x="7075215" y="1360879"/>
                </a:lnTo>
                <a:lnTo>
                  <a:pt x="7067477" y="1404045"/>
                </a:lnTo>
                <a:lnTo>
                  <a:pt x="7046803" y="1429568"/>
                </a:lnTo>
                <a:lnTo>
                  <a:pt x="7047831" y="1430305"/>
                </a:lnTo>
                <a:cubicBezTo>
                  <a:pt x="7049677" y="1432466"/>
                  <a:pt x="7037718" y="1459891"/>
                  <a:pt x="7035374" y="1463304"/>
                </a:cubicBezTo>
                <a:cubicBezTo>
                  <a:pt x="7032892" y="1477394"/>
                  <a:pt x="7036007" y="1501295"/>
                  <a:pt x="7032938" y="1514846"/>
                </a:cubicBezTo>
                <a:lnTo>
                  <a:pt x="7029397" y="1519731"/>
                </a:lnTo>
                <a:lnTo>
                  <a:pt x="7029620" y="1519929"/>
                </a:lnTo>
                <a:cubicBezTo>
                  <a:pt x="7029470" y="1521210"/>
                  <a:pt x="7032690" y="1543635"/>
                  <a:pt x="7030612" y="1546022"/>
                </a:cubicBezTo>
                <a:lnTo>
                  <a:pt x="7035010" y="1578752"/>
                </a:lnTo>
                <a:cubicBezTo>
                  <a:pt x="7029127" y="1605585"/>
                  <a:pt x="7049361" y="1622803"/>
                  <a:pt x="7026513" y="1647555"/>
                </a:cubicBezTo>
                <a:cubicBezTo>
                  <a:pt x="7021108" y="1672675"/>
                  <a:pt x="7026193" y="1694404"/>
                  <a:pt x="7013857" y="1715685"/>
                </a:cubicBezTo>
                <a:cubicBezTo>
                  <a:pt x="7019795" y="1724301"/>
                  <a:pt x="7021078" y="1732435"/>
                  <a:pt x="7007215" y="1740358"/>
                </a:cubicBezTo>
                <a:cubicBezTo>
                  <a:pt x="7005605" y="1763793"/>
                  <a:pt x="7021348" y="1769422"/>
                  <a:pt x="7004455" y="1784314"/>
                </a:cubicBezTo>
                <a:cubicBezTo>
                  <a:pt x="7028967" y="1797417"/>
                  <a:pt x="7018226" y="1798221"/>
                  <a:pt x="7008825" y="1804434"/>
                </a:cubicBezTo>
                <a:lnTo>
                  <a:pt x="7008048" y="1805316"/>
                </a:lnTo>
                <a:lnTo>
                  <a:pt x="7011573" y="1807109"/>
                </a:lnTo>
                <a:lnTo>
                  <a:pt x="7008900" y="1821003"/>
                </a:lnTo>
                <a:lnTo>
                  <a:pt x="7006523" y="1824832"/>
                </a:lnTo>
                <a:cubicBezTo>
                  <a:pt x="7005264" y="1827468"/>
                  <a:pt x="7004917" y="1829219"/>
                  <a:pt x="7005215" y="1830429"/>
                </a:cubicBezTo>
                <a:lnTo>
                  <a:pt x="7005505" y="1830569"/>
                </a:lnTo>
                <a:lnTo>
                  <a:pt x="7003643" y="1835810"/>
                </a:lnTo>
                <a:cubicBezTo>
                  <a:pt x="6999759" y="1844665"/>
                  <a:pt x="6995277" y="1853278"/>
                  <a:pt x="6990432" y="1861483"/>
                </a:cubicBezTo>
                <a:cubicBezTo>
                  <a:pt x="7002807" y="1866643"/>
                  <a:pt x="6989768" y="1884999"/>
                  <a:pt x="6997246" y="1892417"/>
                </a:cubicBezTo>
                <a:lnTo>
                  <a:pt x="7012242" y="1895114"/>
                </a:lnTo>
                <a:lnTo>
                  <a:pt x="7010080" y="1899379"/>
                </a:lnTo>
                <a:lnTo>
                  <a:pt x="7003451" y="1907867"/>
                </a:lnTo>
                <a:cubicBezTo>
                  <a:pt x="7002589" y="1909162"/>
                  <a:pt x="7002627" y="1909994"/>
                  <a:pt x="7004341" y="1910265"/>
                </a:cubicBezTo>
                <a:cubicBezTo>
                  <a:pt x="7003975" y="1914884"/>
                  <a:pt x="7000873" y="1930292"/>
                  <a:pt x="7001248" y="1935584"/>
                </a:cubicBezTo>
                <a:lnTo>
                  <a:pt x="7006599" y="1942021"/>
                </a:lnTo>
                <a:lnTo>
                  <a:pt x="6985020" y="1967551"/>
                </a:lnTo>
                <a:lnTo>
                  <a:pt x="6949577" y="2024270"/>
                </a:lnTo>
                <a:lnTo>
                  <a:pt x="6942508" y="2107942"/>
                </a:lnTo>
                <a:cubicBezTo>
                  <a:pt x="6912270" y="2138038"/>
                  <a:pt x="6933395" y="2159228"/>
                  <a:pt x="6933336" y="2193455"/>
                </a:cubicBezTo>
                <a:cubicBezTo>
                  <a:pt x="6924282" y="2220953"/>
                  <a:pt x="6933361" y="2224200"/>
                  <a:pt x="6927972" y="2260088"/>
                </a:cubicBezTo>
                <a:cubicBezTo>
                  <a:pt x="6923728" y="2275916"/>
                  <a:pt x="6917037" y="2285645"/>
                  <a:pt x="6909058" y="2296008"/>
                </a:cubicBezTo>
                <a:lnTo>
                  <a:pt x="6901810" y="2305564"/>
                </a:lnTo>
                <a:lnTo>
                  <a:pt x="6904482" y="2320214"/>
                </a:lnTo>
                <a:cubicBezTo>
                  <a:pt x="6902155" y="2355906"/>
                  <a:pt x="6895137" y="2394678"/>
                  <a:pt x="6891885" y="2417011"/>
                </a:cubicBezTo>
                <a:cubicBezTo>
                  <a:pt x="6880976" y="2426377"/>
                  <a:pt x="6897848" y="2456509"/>
                  <a:pt x="6884970" y="2454207"/>
                </a:cubicBezTo>
                <a:cubicBezTo>
                  <a:pt x="6890753" y="2464947"/>
                  <a:pt x="6887930" y="2476105"/>
                  <a:pt x="6882954" y="2487203"/>
                </a:cubicBezTo>
                <a:lnTo>
                  <a:pt x="6871484" y="2512282"/>
                </a:lnTo>
                <a:lnTo>
                  <a:pt x="6872496" y="2514318"/>
                </a:lnTo>
                <a:lnTo>
                  <a:pt x="6898111" y="2574334"/>
                </a:lnTo>
                <a:lnTo>
                  <a:pt x="6897017" y="2579877"/>
                </a:lnTo>
                <a:cubicBezTo>
                  <a:pt x="6896861" y="2585644"/>
                  <a:pt x="6897245" y="2603388"/>
                  <a:pt x="6897171" y="2608928"/>
                </a:cubicBezTo>
                <a:cubicBezTo>
                  <a:pt x="6896975" y="2610322"/>
                  <a:pt x="6896780" y="2611717"/>
                  <a:pt x="6896584" y="2613111"/>
                </a:cubicBezTo>
                <a:lnTo>
                  <a:pt x="6888164" y="2621996"/>
                </a:lnTo>
                <a:lnTo>
                  <a:pt x="6890652" y="2634265"/>
                </a:lnTo>
                <a:lnTo>
                  <a:pt x="6882034" y="2647237"/>
                </a:lnTo>
                <a:cubicBezTo>
                  <a:pt x="6884287" y="2648158"/>
                  <a:pt x="6886365" y="2649356"/>
                  <a:pt x="6888195" y="2650786"/>
                </a:cubicBezTo>
                <a:lnTo>
                  <a:pt x="6894052" y="2661993"/>
                </a:lnTo>
                <a:lnTo>
                  <a:pt x="6885953" y="2670949"/>
                </a:lnTo>
                <a:cubicBezTo>
                  <a:pt x="6898507" y="2672007"/>
                  <a:pt x="6883930" y="2681695"/>
                  <a:pt x="6880156" y="2690255"/>
                </a:cubicBezTo>
                <a:lnTo>
                  <a:pt x="6881009" y="2695683"/>
                </a:lnTo>
                <a:lnTo>
                  <a:pt x="6870001" y="2713964"/>
                </a:lnTo>
                <a:lnTo>
                  <a:pt x="6864441" y="2730175"/>
                </a:lnTo>
                <a:lnTo>
                  <a:pt x="6875107" y="2763497"/>
                </a:lnTo>
                <a:lnTo>
                  <a:pt x="6837349" y="3051539"/>
                </a:lnTo>
                <a:lnTo>
                  <a:pt x="6835698" y="3060333"/>
                </a:lnTo>
                <a:lnTo>
                  <a:pt x="6837785" y="3065434"/>
                </a:lnTo>
                <a:lnTo>
                  <a:pt x="6834476" y="3066836"/>
                </a:lnTo>
                <a:lnTo>
                  <a:pt x="6831096" y="3084834"/>
                </a:lnTo>
                <a:cubicBezTo>
                  <a:pt x="6831166" y="3088976"/>
                  <a:pt x="6831235" y="3093117"/>
                  <a:pt x="6831305" y="3097259"/>
                </a:cubicBezTo>
                <a:lnTo>
                  <a:pt x="6828050" y="3101053"/>
                </a:lnTo>
                <a:lnTo>
                  <a:pt x="6827093" y="3106151"/>
                </a:lnTo>
                <a:lnTo>
                  <a:pt x="6833251" y="3116747"/>
                </a:lnTo>
                <a:cubicBezTo>
                  <a:pt x="6834765" y="3127646"/>
                  <a:pt x="6821739" y="3134084"/>
                  <a:pt x="6825921" y="3151828"/>
                </a:cubicBezTo>
                <a:cubicBezTo>
                  <a:pt x="6833244" y="3163902"/>
                  <a:pt x="6834336" y="3171780"/>
                  <a:pt x="6825863" y="3180546"/>
                </a:cubicBezTo>
                <a:cubicBezTo>
                  <a:pt x="6861566" y="3236545"/>
                  <a:pt x="6826703" y="3210316"/>
                  <a:pt x="6839691" y="3258677"/>
                </a:cubicBezTo>
                <a:lnTo>
                  <a:pt x="6840898" y="3262610"/>
                </a:lnTo>
                <a:lnTo>
                  <a:pt x="6834652" y="3277179"/>
                </a:lnTo>
                <a:lnTo>
                  <a:pt x="6832324" y="3278130"/>
                </a:lnTo>
                <a:lnTo>
                  <a:pt x="6849750" y="3325671"/>
                </a:lnTo>
                <a:lnTo>
                  <a:pt x="6847551" y="3332072"/>
                </a:lnTo>
                <a:lnTo>
                  <a:pt x="6864685" y="3362948"/>
                </a:lnTo>
                <a:lnTo>
                  <a:pt x="6870457" y="3378959"/>
                </a:lnTo>
                <a:lnTo>
                  <a:pt x="6883738" y="3407057"/>
                </a:lnTo>
                <a:lnTo>
                  <a:pt x="6881948" y="3409825"/>
                </a:lnTo>
                <a:lnTo>
                  <a:pt x="6885647" y="3415218"/>
                </a:lnTo>
                <a:lnTo>
                  <a:pt x="6883908" y="3419880"/>
                </a:lnTo>
                <a:lnTo>
                  <a:pt x="6885903" y="3424545"/>
                </a:lnTo>
                <a:cubicBezTo>
                  <a:pt x="6886517" y="3433967"/>
                  <a:pt x="6886474" y="3466028"/>
                  <a:pt x="6887603" y="3476412"/>
                </a:cubicBezTo>
                <a:lnTo>
                  <a:pt x="6892664" y="3486850"/>
                </a:lnTo>
                <a:lnTo>
                  <a:pt x="6886319" y="3496391"/>
                </a:lnTo>
                <a:lnTo>
                  <a:pt x="6893119" y="3531201"/>
                </a:lnTo>
                <a:lnTo>
                  <a:pt x="6902876" y="3542019"/>
                </a:lnTo>
                <a:lnTo>
                  <a:pt x="6910520" y="3552249"/>
                </a:lnTo>
                <a:cubicBezTo>
                  <a:pt x="6910641" y="3552725"/>
                  <a:pt x="6910761" y="3553202"/>
                  <a:pt x="6910882" y="3553678"/>
                </a:cubicBezTo>
                <a:lnTo>
                  <a:pt x="6914489" y="3568021"/>
                </a:lnTo>
                <a:lnTo>
                  <a:pt x="6914914" y="3569719"/>
                </a:lnTo>
                <a:lnTo>
                  <a:pt x="6912342" y="3586412"/>
                </a:lnTo>
                <a:lnTo>
                  <a:pt x="6915338" y="3597336"/>
                </a:lnTo>
                <a:lnTo>
                  <a:pt x="6907234" y="3606007"/>
                </a:lnTo>
                <a:cubicBezTo>
                  <a:pt x="6907242" y="3617747"/>
                  <a:pt x="6907253" y="3629488"/>
                  <a:pt x="6907261" y="3641228"/>
                </a:cubicBezTo>
                <a:lnTo>
                  <a:pt x="6914828" y="3653088"/>
                </a:lnTo>
                <a:lnTo>
                  <a:pt x="6920416" y="3664114"/>
                </a:lnTo>
                <a:cubicBezTo>
                  <a:pt x="6920443" y="3664599"/>
                  <a:pt x="6920471" y="3665084"/>
                  <a:pt x="6920498" y="3665569"/>
                </a:cubicBezTo>
                <a:cubicBezTo>
                  <a:pt x="6920895" y="3672776"/>
                  <a:pt x="6919946" y="3688591"/>
                  <a:pt x="6922809" y="3707357"/>
                </a:cubicBezTo>
                <a:cubicBezTo>
                  <a:pt x="6923485" y="3724716"/>
                  <a:pt x="6941058" y="3760234"/>
                  <a:pt x="6937676" y="3778166"/>
                </a:cubicBezTo>
                <a:cubicBezTo>
                  <a:pt x="6964607" y="3845122"/>
                  <a:pt x="6948407" y="3821305"/>
                  <a:pt x="6958359" y="3878222"/>
                </a:cubicBezTo>
                <a:cubicBezTo>
                  <a:pt x="6984499" y="3905047"/>
                  <a:pt x="6948397" y="4015047"/>
                  <a:pt x="6953118" y="4048117"/>
                </a:cubicBezTo>
                <a:cubicBezTo>
                  <a:pt x="6904784" y="4192084"/>
                  <a:pt x="6919242" y="4158987"/>
                  <a:pt x="6913020" y="4219510"/>
                </a:cubicBezTo>
                <a:cubicBezTo>
                  <a:pt x="6927533" y="4280033"/>
                  <a:pt x="6888360" y="4345686"/>
                  <a:pt x="6915792" y="4411258"/>
                </a:cubicBezTo>
                <a:cubicBezTo>
                  <a:pt x="6913610" y="4437329"/>
                  <a:pt x="6906858" y="4473140"/>
                  <a:pt x="6907579" y="4488531"/>
                </a:cubicBezTo>
                <a:cubicBezTo>
                  <a:pt x="6907403" y="4505410"/>
                  <a:pt x="6907228" y="4522289"/>
                  <a:pt x="6907052" y="4539168"/>
                </a:cubicBezTo>
                <a:cubicBezTo>
                  <a:pt x="6895094" y="4567830"/>
                  <a:pt x="6887285" y="4588197"/>
                  <a:pt x="6891916" y="4625153"/>
                </a:cubicBezTo>
                <a:cubicBezTo>
                  <a:pt x="6900413" y="4662889"/>
                  <a:pt x="6888879" y="4679357"/>
                  <a:pt x="6882094" y="4733115"/>
                </a:cubicBezTo>
                <a:cubicBezTo>
                  <a:pt x="6891667" y="4752352"/>
                  <a:pt x="6878350" y="4832308"/>
                  <a:pt x="6860189" y="4844323"/>
                </a:cubicBezTo>
                <a:cubicBezTo>
                  <a:pt x="6856424" y="4857054"/>
                  <a:pt x="6863174" y="4871554"/>
                  <a:pt x="6843618" y="4877992"/>
                </a:cubicBezTo>
                <a:cubicBezTo>
                  <a:pt x="6820131" y="4888353"/>
                  <a:pt x="6857398" y="4931200"/>
                  <a:pt x="6829393" y="4925805"/>
                </a:cubicBezTo>
                <a:cubicBezTo>
                  <a:pt x="6854944" y="4956261"/>
                  <a:pt x="6805820" y="4982633"/>
                  <a:pt x="6794017" y="5009272"/>
                </a:cubicBezTo>
                <a:cubicBezTo>
                  <a:pt x="6796239" y="5034036"/>
                  <a:pt x="6791355" y="5053859"/>
                  <a:pt x="6786085" y="5111369"/>
                </a:cubicBezTo>
                <a:cubicBezTo>
                  <a:pt x="6796204" y="5141336"/>
                  <a:pt x="6760393" y="5161742"/>
                  <a:pt x="6799321" y="5210876"/>
                </a:cubicBezTo>
                <a:cubicBezTo>
                  <a:pt x="6795435" y="5212581"/>
                  <a:pt x="6800034" y="5227501"/>
                  <a:pt x="6803597" y="5269726"/>
                </a:cubicBezTo>
                <a:cubicBezTo>
                  <a:pt x="6807162" y="5311951"/>
                  <a:pt x="6813370" y="5400671"/>
                  <a:pt x="6820713" y="5464225"/>
                </a:cubicBezTo>
                <a:cubicBezTo>
                  <a:pt x="6824745" y="5536542"/>
                  <a:pt x="6813205" y="5517959"/>
                  <a:pt x="6824380" y="5594585"/>
                </a:cubicBezTo>
                <a:cubicBezTo>
                  <a:pt x="6822888" y="5619318"/>
                  <a:pt x="6797022" y="5647975"/>
                  <a:pt x="6806680" y="5667896"/>
                </a:cubicBezTo>
                <a:cubicBezTo>
                  <a:pt x="6799814" y="5696311"/>
                  <a:pt x="6798559" y="5738356"/>
                  <a:pt x="6791486" y="5769225"/>
                </a:cubicBezTo>
                <a:cubicBezTo>
                  <a:pt x="6791906" y="5787258"/>
                  <a:pt x="6792324" y="5805291"/>
                  <a:pt x="6792745" y="5823324"/>
                </a:cubicBezTo>
                <a:cubicBezTo>
                  <a:pt x="6789102" y="5853058"/>
                  <a:pt x="6788588" y="5838948"/>
                  <a:pt x="6789109" y="5862699"/>
                </a:cubicBezTo>
                <a:lnTo>
                  <a:pt x="6793675" y="5906467"/>
                </a:lnTo>
                <a:lnTo>
                  <a:pt x="6814548" y="5939847"/>
                </a:lnTo>
                <a:cubicBezTo>
                  <a:pt x="6821828" y="5955713"/>
                  <a:pt x="6797711" y="5940131"/>
                  <a:pt x="6809795" y="5973994"/>
                </a:cubicBezTo>
                <a:cubicBezTo>
                  <a:pt x="6784167" y="5997051"/>
                  <a:pt x="6806424" y="6032039"/>
                  <a:pt x="6810756" y="6089693"/>
                </a:cubicBezTo>
                <a:lnTo>
                  <a:pt x="6814601" y="6224938"/>
                </a:lnTo>
                <a:cubicBezTo>
                  <a:pt x="6811422" y="6270972"/>
                  <a:pt x="6831942" y="6317522"/>
                  <a:pt x="6840137" y="6370251"/>
                </a:cubicBezTo>
                <a:cubicBezTo>
                  <a:pt x="6848333" y="6422980"/>
                  <a:pt x="6862918" y="6490855"/>
                  <a:pt x="6863777" y="6541313"/>
                </a:cubicBezTo>
                <a:cubicBezTo>
                  <a:pt x="6862878" y="6576319"/>
                  <a:pt x="6854892" y="6591883"/>
                  <a:pt x="6868355" y="6640957"/>
                </a:cubicBezTo>
                <a:cubicBezTo>
                  <a:pt x="6880485" y="6669536"/>
                  <a:pt x="6875256" y="6675394"/>
                  <a:pt x="6881422" y="6705297"/>
                </a:cubicBezTo>
                <a:cubicBezTo>
                  <a:pt x="6880347" y="6727133"/>
                  <a:pt x="6890881" y="6732087"/>
                  <a:pt x="6894105" y="6759582"/>
                </a:cubicBezTo>
                <a:cubicBezTo>
                  <a:pt x="6878594" y="6796071"/>
                  <a:pt x="6874636" y="6769544"/>
                  <a:pt x="6892152" y="6817746"/>
                </a:cubicBezTo>
                <a:cubicBezTo>
                  <a:pt x="6883936" y="6828354"/>
                  <a:pt x="6887505" y="6836369"/>
                  <a:pt x="6895302" y="6843646"/>
                </a:cubicBezTo>
                <a:lnTo>
                  <a:pt x="6914368" y="6857998"/>
                </a:lnTo>
                <a:lnTo>
                  <a:pt x="7549620" y="6857998"/>
                </a:lnTo>
                <a:lnTo>
                  <a:pt x="7918980" y="6857998"/>
                </a:lnTo>
                <a:lnTo>
                  <a:pt x="7918980" y="6858000"/>
                </a:lnTo>
                <a:lnTo>
                  <a:pt x="7549620" y="6858000"/>
                </a:lnTo>
                <a:lnTo>
                  <a:pt x="6658851" y="6858000"/>
                </a:lnTo>
                <a:lnTo>
                  <a:pt x="2092387" y="6858000"/>
                </a:lnTo>
                <a:lnTo>
                  <a:pt x="1822980" y="6858000"/>
                </a:lnTo>
                <a:lnTo>
                  <a:pt x="727500" y="6858000"/>
                </a:lnTo>
                <a:lnTo>
                  <a:pt x="504457" y="6858000"/>
                </a:lnTo>
                <a:lnTo>
                  <a:pt x="0" y="6858000"/>
                </a:lnTo>
                <a:lnTo>
                  <a:pt x="0" y="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5DEDE8D-A666-FEA4-D3C0-C0DB3DE522FD}"/>
              </a:ext>
            </a:extLst>
          </p:cNvPr>
          <p:cNvSpPr>
            <a:spLocks noGrp="1"/>
          </p:cNvSpPr>
          <p:nvPr>
            <p:ph type="title"/>
          </p:nvPr>
        </p:nvSpPr>
        <p:spPr>
          <a:xfrm>
            <a:off x="960638" y="143865"/>
            <a:ext cx="5243295" cy="1330840"/>
          </a:xfrm>
        </p:spPr>
        <p:txBody>
          <a:bodyPr>
            <a:normAutofit/>
          </a:bodyPr>
          <a:lstStyle/>
          <a:p>
            <a:r>
              <a:rPr lang="en-GB" dirty="0"/>
              <a:t>Variables for sound and timing</a:t>
            </a:r>
          </a:p>
        </p:txBody>
      </p:sp>
      <p:sp>
        <p:nvSpPr>
          <p:cNvPr id="3" name="Content Placeholder 2">
            <a:extLst>
              <a:ext uri="{FF2B5EF4-FFF2-40B4-BE49-F238E27FC236}">
                <a16:creationId xmlns:a16="http://schemas.microsoft.com/office/drawing/2014/main" id="{47C94E84-A190-13A5-2DA5-6F8CD4757E07}"/>
              </a:ext>
            </a:extLst>
          </p:cNvPr>
          <p:cNvSpPr>
            <a:spLocks noGrp="1"/>
          </p:cNvSpPr>
          <p:nvPr>
            <p:ph idx="1"/>
          </p:nvPr>
        </p:nvSpPr>
        <p:spPr>
          <a:xfrm>
            <a:off x="960639" y="1474705"/>
            <a:ext cx="6204090" cy="3908585"/>
          </a:xfrm>
        </p:spPr>
        <p:txBody>
          <a:bodyPr>
            <a:noAutofit/>
          </a:bodyPr>
          <a:lstStyle/>
          <a:p>
            <a:r>
              <a:rPr lang="en-GB" sz="2500" dirty="0"/>
              <a:t>What pitch or how high or low (frequency) for each data point?</a:t>
            </a:r>
          </a:p>
          <a:p>
            <a:pPr lvl="1"/>
            <a:r>
              <a:rPr lang="en-GB" sz="2500" dirty="0">
                <a:solidFill>
                  <a:schemeClr val="tx2">
                    <a:lumMod val="50000"/>
                    <a:lumOff val="50000"/>
                  </a:schemeClr>
                </a:solidFill>
              </a:rPr>
              <a:t>float frequency = 220.0;</a:t>
            </a:r>
          </a:p>
          <a:p>
            <a:r>
              <a:rPr lang="en-GB" sz="2500" dirty="0"/>
              <a:t>Which data point (current index) are we in now?</a:t>
            </a:r>
          </a:p>
          <a:p>
            <a:pPr lvl="1"/>
            <a:r>
              <a:rPr lang="en-GB" sz="2500" dirty="0">
                <a:solidFill>
                  <a:schemeClr val="tx2">
                    <a:lumMod val="50000"/>
                    <a:lumOff val="50000"/>
                  </a:schemeClr>
                </a:solidFill>
              </a:rPr>
              <a:t>int </a:t>
            </a:r>
            <a:r>
              <a:rPr lang="en-GB" sz="2500" dirty="0" err="1">
                <a:solidFill>
                  <a:schemeClr val="tx2">
                    <a:lumMod val="50000"/>
                    <a:lumOff val="50000"/>
                  </a:schemeClr>
                </a:solidFill>
              </a:rPr>
              <a:t>currentIndex</a:t>
            </a:r>
            <a:r>
              <a:rPr lang="en-GB" sz="2500" dirty="0">
                <a:solidFill>
                  <a:schemeClr val="tx2">
                    <a:lumMod val="50000"/>
                    <a:lumOff val="50000"/>
                  </a:schemeClr>
                </a:solidFill>
              </a:rPr>
              <a:t> = 0;</a:t>
            </a:r>
          </a:p>
          <a:p>
            <a:r>
              <a:rPr lang="en-GB" sz="2500" dirty="0"/>
              <a:t>How long to play music for each data point (samples per event)?</a:t>
            </a:r>
          </a:p>
          <a:p>
            <a:pPr lvl="1"/>
            <a:r>
              <a:rPr lang="en-GB" sz="2500" dirty="0">
                <a:solidFill>
                  <a:schemeClr val="tx2">
                    <a:lumMod val="50000"/>
                    <a:lumOff val="50000"/>
                  </a:schemeClr>
                </a:solidFill>
              </a:rPr>
              <a:t>int </a:t>
            </a:r>
            <a:r>
              <a:rPr lang="en-GB" sz="2500" dirty="0" err="1">
                <a:solidFill>
                  <a:schemeClr val="tx2">
                    <a:lumMod val="50000"/>
                    <a:lumOff val="50000"/>
                  </a:schemeClr>
                </a:solidFill>
              </a:rPr>
              <a:t>samplesPerEvent</a:t>
            </a:r>
            <a:r>
              <a:rPr lang="en-GB" sz="2500" dirty="0">
                <a:solidFill>
                  <a:schemeClr val="tx2">
                    <a:lumMod val="50000"/>
                    <a:lumOff val="50000"/>
                  </a:schemeClr>
                </a:solidFill>
              </a:rPr>
              <a:t>;</a:t>
            </a:r>
          </a:p>
          <a:p>
            <a:r>
              <a:rPr lang="en-GB" sz="2500" dirty="0"/>
              <a:t>How do we know we have reached end of the data points (</a:t>
            </a:r>
            <a:r>
              <a:rPr lang="en-GB" sz="2500" dirty="0" err="1"/>
              <a:t>eg</a:t>
            </a:r>
            <a:r>
              <a:rPr lang="en-GB" sz="2500" dirty="0"/>
              <a:t>: 7th bus stop- counter)?</a:t>
            </a:r>
          </a:p>
          <a:p>
            <a:pPr lvl="1"/>
            <a:r>
              <a:rPr lang="en-GB" sz="2500" dirty="0">
                <a:solidFill>
                  <a:schemeClr val="tx2">
                    <a:lumMod val="50000"/>
                    <a:lumOff val="50000"/>
                  </a:schemeClr>
                </a:solidFill>
              </a:rPr>
              <a:t>int counter = 0;</a:t>
            </a:r>
          </a:p>
          <a:p>
            <a:pPr marL="457200" lvl="1" indent="0">
              <a:buNone/>
            </a:pPr>
            <a:endParaRPr lang="en-GB" dirty="0"/>
          </a:p>
          <a:p>
            <a:pPr marL="0" indent="0">
              <a:buNone/>
            </a:pPr>
            <a:endParaRPr lang="en-GB" sz="1800" dirty="0"/>
          </a:p>
          <a:p>
            <a:pPr marL="0" indent="0">
              <a:buNone/>
            </a:pPr>
            <a:endParaRPr lang="en-GB" sz="1800" dirty="0"/>
          </a:p>
        </p:txBody>
      </p:sp>
      <p:pic>
        <p:nvPicPr>
          <p:cNvPr id="22" name="Graphic 21" descr="Wave">
            <a:extLst>
              <a:ext uri="{FF2B5EF4-FFF2-40B4-BE49-F238E27FC236}">
                <a16:creationId xmlns:a16="http://schemas.microsoft.com/office/drawing/2014/main" id="{ABA1BB04-4DF2-229D-6242-F78C05C4ACA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56450" y="1584393"/>
            <a:ext cx="3689210" cy="3689210"/>
          </a:xfrm>
          <a:prstGeom prst="rect">
            <a:avLst/>
          </a:prstGeom>
        </p:spPr>
      </p:pic>
      <p:sp>
        <p:nvSpPr>
          <p:cNvPr id="38" name="Rectangle 6">
            <a:extLst>
              <a:ext uri="{FF2B5EF4-FFF2-40B4-BE49-F238E27FC236}">
                <a16:creationId xmlns:a16="http://schemas.microsoft.com/office/drawing/2014/main" id="{A7690083-6212-508F-24D3-223F31710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4090" y="6128733"/>
            <a:ext cx="1367625"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C9D70531-39F6-2061-DE35-18BE378DFA00}"/>
              </a:ext>
            </a:extLst>
          </p:cNvPr>
          <p:cNvSpPr txBox="1"/>
          <p:nvPr/>
        </p:nvSpPr>
        <p:spPr>
          <a:xfrm>
            <a:off x="8119640" y="972162"/>
            <a:ext cx="6099858" cy="369332"/>
          </a:xfrm>
          <a:prstGeom prst="rect">
            <a:avLst/>
          </a:prstGeom>
          <a:noFill/>
        </p:spPr>
        <p:txBody>
          <a:bodyPr wrap="square">
            <a:spAutoFit/>
          </a:bodyPr>
          <a:lstStyle/>
          <a:p>
            <a:r>
              <a:rPr lang="en-GB" b="1" dirty="0"/>
              <a:t>data = {2, 5, 7, 3, 9, 4, 6};</a:t>
            </a:r>
            <a:endParaRPr lang="en-GB" dirty="0"/>
          </a:p>
        </p:txBody>
      </p:sp>
    </p:spTree>
    <p:extLst>
      <p:ext uri="{BB962C8B-B14F-4D97-AF65-F5344CB8AC3E}">
        <p14:creationId xmlns:p14="http://schemas.microsoft.com/office/powerpoint/2010/main" val="31579144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029AE892-758D-0F6E-606B-0C108D5AC0DA}"/>
            </a:ext>
          </a:extLst>
        </p:cNvPr>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F821940F-7A1D-4ACC-85B4-A932898A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FBCF16F5-E0AF-4144-B7AF-BDDCDF8D59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95584" y="610517"/>
            <a:ext cx="4010943" cy="5636963"/>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381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6" name="Freeform: Shape 35">
            <a:extLst>
              <a:ext uri="{FF2B5EF4-FFF2-40B4-BE49-F238E27FC236}">
                <a16:creationId xmlns:a16="http://schemas.microsoft.com/office/drawing/2014/main" id="{7085843F-A255-4AE2-BD1C-10954E1A6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0"/>
            <a:ext cx="7918980" cy="6858000"/>
          </a:xfrm>
          <a:custGeom>
            <a:avLst/>
            <a:gdLst>
              <a:gd name="connsiteX0" fmla="*/ 0 w 7918980"/>
              <a:gd name="connsiteY0" fmla="*/ 0 h 6858000"/>
              <a:gd name="connsiteX1" fmla="*/ 504457 w 7918980"/>
              <a:gd name="connsiteY1" fmla="*/ 0 h 6858000"/>
              <a:gd name="connsiteX2" fmla="*/ 727500 w 7918980"/>
              <a:gd name="connsiteY2" fmla="*/ 0 h 6858000"/>
              <a:gd name="connsiteX3" fmla="*/ 1822980 w 7918980"/>
              <a:gd name="connsiteY3" fmla="*/ 0 h 6858000"/>
              <a:gd name="connsiteX4" fmla="*/ 2092387 w 7918980"/>
              <a:gd name="connsiteY4" fmla="*/ 0 h 6858000"/>
              <a:gd name="connsiteX5" fmla="*/ 7076514 w 7918980"/>
              <a:gd name="connsiteY5" fmla="*/ 0 h 6858000"/>
              <a:gd name="connsiteX6" fmla="*/ 7264525 w 7918980"/>
              <a:gd name="connsiteY6" fmla="*/ 0 h 6858000"/>
              <a:gd name="connsiteX7" fmla="*/ 7390497 w 7918980"/>
              <a:gd name="connsiteY7" fmla="*/ 0 h 6858000"/>
              <a:gd name="connsiteX8" fmla="*/ 7389918 w 7918980"/>
              <a:gd name="connsiteY8" fmla="*/ 1705 h 6858000"/>
              <a:gd name="connsiteX9" fmla="*/ 7374574 w 7918980"/>
              <a:gd name="connsiteY9" fmla="*/ 17287 h 6858000"/>
              <a:gd name="connsiteX10" fmla="*/ 7368621 w 7918980"/>
              <a:gd name="connsiteY10" fmla="*/ 130336 h 6858000"/>
              <a:gd name="connsiteX11" fmla="*/ 7361269 w 7918980"/>
              <a:gd name="connsiteY11" fmla="*/ 187093 h 6858000"/>
              <a:gd name="connsiteX12" fmla="*/ 7368770 w 7918980"/>
              <a:gd name="connsiteY12" fmla="*/ 265704 h 6858000"/>
              <a:gd name="connsiteX13" fmla="*/ 7365293 w 7918980"/>
              <a:gd name="connsiteY13" fmla="*/ 354566 h 6858000"/>
              <a:gd name="connsiteX14" fmla="*/ 7347106 w 7918980"/>
              <a:gd name="connsiteY14" fmla="*/ 472000 h 6858000"/>
              <a:gd name="connsiteX15" fmla="*/ 7345150 w 7918980"/>
              <a:gd name="connsiteY15" fmla="*/ 473782 h 6858000"/>
              <a:gd name="connsiteX16" fmla="*/ 7344778 w 7918980"/>
              <a:gd name="connsiteY16" fmla="*/ 491380 h 6858000"/>
              <a:gd name="connsiteX17" fmla="*/ 7359399 w 7918980"/>
              <a:gd name="connsiteY17" fmla="*/ 531675 h 6858000"/>
              <a:gd name="connsiteX18" fmla="*/ 7356415 w 7918980"/>
              <a:gd name="connsiteY18" fmla="*/ 536015 h 6858000"/>
              <a:gd name="connsiteX19" fmla="*/ 7361068 w 7918980"/>
              <a:gd name="connsiteY19" fmla="*/ 572092 h 6858000"/>
              <a:gd name="connsiteX20" fmla="*/ 7359041 w 7918980"/>
              <a:gd name="connsiteY20" fmla="*/ 572511 h 6858000"/>
              <a:gd name="connsiteX21" fmla="*/ 7351198 w 7918980"/>
              <a:gd name="connsiteY21" fmla="*/ 582332 h 6858000"/>
              <a:gd name="connsiteX22" fmla="*/ 7340991 w 7918980"/>
              <a:gd name="connsiteY22" fmla="*/ 601285 h 6858000"/>
              <a:gd name="connsiteX23" fmla="*/ 7296154 w 7918980"/>
              <a:gd name="connsiteY23" fmla="*/ 681608 h 6858000"/>
              <a:gd name="connsiteX24" fmla="*/ 7295943 w 7918980"/>
              <a:gd name="connsiteY24" fmla="*/ 689151 h 6858000"/>
              <a:gd name="connsiteX25" fmla="*/ 7295465 w 7918980"/>
              <a:gd name="connsiteY25" fmla="*/ 689289 h 6858000"/>
              <a:gd name="connsiteX26" fmla="*/ 7294306 w 7918980"/>
              <a:gd name="connsiteY26" fmla="*/ 697222 h 6858000"/>
              <a:gd name="connsiteX27" fmla="*/ 7295144 w 7918980"/>
              <a:gd name="connsiteY27" fmla="*/ 717531 h 6858000"/>
              <a:gd name="connsiteX28" fmla="*/ 7291871 w 7918980"/>
              <a:gd name="connsiteY28" fmla="*/ 722494 h 6858000"/>
              <a:gd name="connsiteX29" fmla="*/ 7286061 w 7918980"/>
              <a:gd name="connsiteY29" fmla="*/ 724368 h 6858000"/>
              <a:gd name="connsiteX30" fmla="*/ 7269961 w 7918980"/>
              <a:gd name="connsiteY30" fmla="*/ 752692 h 6858000"/>
              <a:gd name="connsiteX31" fmla="*/ 7240170 w 7918980"/>
              <a:gd name="connsiteY31" fmla="*/ 816346 h 6858000"/>
              <a:gd name="connsiteX32" fmla="*/ 7211938 w 7918980"/>
              <a:gd name="connsiteY32" fmla="*/ 889417 h 6858000"/>
              <a:gd name="connsiteX33" fmla="*/ 7130024 w 7918980"/>
              <a:gd name="connsiteY33" fmla="*/ 1063288 h 6858000"/>
              <a:gd name="connsiteX34" fmla="*/ 7126817 w 7918980"/>
              <a:gd name="connsiteY34" fmla="*/ 1157176 h 6858000"/>
              <a:gd name="connsiteX35" fmla="*/ 7109474 w 7918980"/>
              <a:gd name="connsiteY35" fmla="*/ 1210776 h 6858000"/>
              <a:gd name="connsiteX36" fmla="*/ 7105443 w 7918980"/>
              <a:gd name="connsiteY36" fmla="*/ 1301993 h 6858000"/>
              <a:gd name="connsiteX37" fmla="*/ 7075215 w 7918980"/>
              <a:gd name="connsiteY37" fmla="*/ 1360879 h 6858000"/>
              <a:gd name="connsiteX38" fmla="*/ 7067477 w 7918980"/>
              <a:gd name="connsiteY38" fmla="*/ 1404045 h 6858000"/>
              <a:gd name="connsiteX39" fmla="*/ 7046803 w 7918980"/>
              <a:gd name="connsiteY39" fmla="*/ 1429568 h 6858000"/>
              <a:gd name="connsiteX40" fmla="*/ 7047831 w 7918980"/>
              <a:gd name="connsiteY40" fmla="*/ 1430305 h 6858000"/>
              <a:gd name="connsiteX41" fmla="*/ 7035374 w 7918980"/>
              <a:gd name="connsiteY41" fmla="*/ 1463304 h 6858000"/>
              <a:gd name="connsiteX42" fmla="*/ 7032938 w 7918980"/>
              <a:gd name="connsiteY42" fmla="*/ 1514846 h 6858000"/>
              <a:gd name="connsiteX43" fmla="*/ 7029397 w 7918980"/>
              <a:gd name="connsiteY43" fmla="*/ 1519731 h 6858000"/>
              <a:gd name="connsiteX44" fmla="*/ 7029620 w 7918980"/>
              <a:gd name="connsiteY44" fmla="*/ 1519929 h 6858000"/>
              <a:gd name="connsiteX45" fmla="*/ 7030612 w 7918980"/>
              <a:gd name="connsiteY45" fmla="*/ 1546022 h 6858000"/>
              <a:gd name="connsiteX46" fmla="*/ 7035010 w 7918980"/>
              <a:gd name="connsiteY46" fmla="*/ 1578752 h 6858000"/>
              <a:gd name="connsiteX47" fmla="*/ 7026513 w 7918980"/>
              <a:gd name="connsiteY47" fmla="*/ 1647555 h 6858000"/>
              <a:gd name="connsiteX48" fmla="*/ 7013857 w 7918980"/>
              <a:gd name="connsiteY48" fmla="*/ 1715685 h 6858000"/>
              <a:gd name="connsiteX49" fmla="*/ 7007215 w 7918980"/>
              <a:gd name="connsiteY49" fmla="*/ 1740358 h 6858000"/>
              <a:gd name="connsiteX50" fmla="*/ 7004455 w 7918980"/>
              <a:gd name="connsiteY50" fmla="*/ 1784314 h 6858000"/>
              <a:gd name="connsiteX51" fmla="*/ 7008825 w 7918980"/>
              <a:gd name="connsiteY51" fmla="*/ 1804434 h 6858000"/>
              <a:gd name="connsiteX52" fmla="*/ 7008048 w 7918980"/>
              <a:gd name="connsiteY52" fmla="*/ 1805316 h 6858000"/>
              <a:gd name="connsiteX53" fmla="*/ 7011573 w 7918980"/>
              <a:gd name="connsiteY53" fmla="*/ 1807109 h 6858000"/>
              <a:gd name="connsiteX54" fmla="*/ 7008900 w 7918980"/>
              <a:gd name="connsiteY54" fmla="*/ 1821003 h 6858000"/>
              <a:gd name="connsiteX55" fmla="*/ 7006523 w 7918980"/>
              <a:gd name="connsiteY55" fmla="*/ 1824832 h 6858000"/>
              <a:gd name="connsiteX56" fmla="*/ 7005215 w 7918980"/>
              <a:gd name="connsiteY56" fmla="*/ 1830429 h 6858000"/>
              <a:gd name="connsiteX57" fmla="*/ 7005505 w 7918980"/>
              <a:gd name="connsiteY57" fmla="*/ 1830569 h 6858000"/>
              <a:gd name="connsiteX58" fmla="*/ 7003643 w 7918980"/>
              <a:gd name="connsiteY58" fmla="*/ 1835810 h 6858000"/>
              <a:gd name="connsiteX59" fmla="*/ 6990432 w 7918980"/>
              <a:gd name="connsiteY59" fmla="*/ 1861483 h 6858000"/>
              <a:gd name="connsiteX60" fmla="*/ 6997246 w 7918980"/>
              <a:gd name="connsiteY60" fmla="*/ 1892417 h 6858000"/>
              <a:gd name="connsiteX61" fmla="*/ 7012242 w 7918980"/>
              <a:gd name="connsiteY61" fmla="*/ 1895114 h 6858000"/>
              <a:gd name="connsiteX62" fmla="*/ 7010080 w 7918980"/>
              <a:gd name="connsiteY62" fmla="*/ 1899379 h 6858000"/>
              <a:gd name="connsiteX63" fmla="*/ 7003451 w 7918980"/>
              <a:gd name="connsiteY63" fmla="*/ 1907867 h 6858000"/>
              <a:gd name="connsiteX64" fmla="*/ 7004341 w 7918980"/>
              <a:gd name="connsiteY64" fmla="*/ 1910265 h 6858000"/>
              <a:gd name="connsiteX65" fmla="*/ 7001248 w 7918980"/>
              <a:gd name="connsiteY65" fmla="*/ 1935584 h 6858000"/>
              <a:gd name="connsiteX66" fmla="*/ 7006599 w 7918980"/>
              <a:gd name="connsiteY66" fmla="*/ 1942021 h 6858000"/>
              <a:gd name="connsiteX67" fmla="*/ 7007460 w 7918980"/>
              <a:gd name="connsiteY67" fmla="*/ 1945112 h 6858000"/>
              <a:gd name="connsiteX68" fmla="*/ 6995756 w 7918980"/>
              <a:gd name="connsiteY68" fmla="*/ 1961162 h 6858000"/>
              <a:gd name="connsiteX69" fmla="*/ 6991493 w 7918980"/>
              <a:gd name="connsiteY69" fmla="*/ 1969445 h 6858000"/>
              <a:gd name="connsiteX70" fmla="*/ 6949577 w 7918980"/>
              <a:gd name="connsiteY70" fmla="*/ 2024270 h 6858000"/>
              <a:gd name="connsiteX71" fmla="*/ 6942508 w 7918980"/>
              <a:gd name="connsiteY71" fmla="*/ 2107942 h 6858000"/>
              <a:gd name="connsiteX72" fmla="*/ 6933336 w 7918980"/>
              <a:gd name="connsiteY72" fmla="*/ 2193455 h 6858000"/>
              <a:gd name="connsiteX73" fmla="*/ 6927972 w 7918980"/>
              <a:gd name="connsiteY73" fmla="*/ 2260088 h 6858000"/>
              <a:gd name="connsiteX74" fmla="*/ 6909058 w 7918980"/>
              <a:gd name="connsiteY74" fmla="*/ 2296008 h 6858000"/>
              <a:gd name="connsiteX75" fmla="*/ 6901810 w 7918980"/>
              <a:gd name="connsiteY75" fmla="*/ 2305564 h 6858000"/>
              <a:gd name="connsiteX76" fmla="*/ 6904482 w 7918980"/>
              <a:gd name="connsiteY76" fmla="*/ 2320214 h 6858000"/>
              <a:gd name="connsiteX77" fmla="*/ 6891885 w 7918980"/>
              <a:gd name="connsiteY77" fmla="*/ 2417011 h 6858000"/>
              <a:gd name="connsiteX78" fmla="*/ 6884970 w 7918980"/>
              <a:gd name="connsiteY78" fmla="*/ 2454207 h 6858000"/>
              <a:gd name="connsiteX79" fmla="*/ 6882954 w 7918980"/>
              <a:gd name="connsiteY79" fmla="*/ 2487203 h 6858000"/>
              <a:gd name="connsiteX80" fmla="*/ 6871484 w 7918980"/>
              <a:gd name="connsiteY80" fmla="*/ 2512282 h 6858000"/>
              <a:gd name="connsiteX81" fmla="*/ 6872496 w 7918980"/>
              <a:gd name="connsiteY81" fmla="*/ 2514318 h 6858000"/>
              <a:gd name="connsiteX82" fmla="*/ 6898111 w 7918980"/>
              <a:gd name="connsiteY82" fmla="*/ 2574334 h 6858000"/>
              <a:gd name="connsiteX83" fmla="*/ 6897017 w 7918980"/>
              <a:gd name="connsiteY83" fmla="*/ 2579877 h 6858000"/>
              <a:gd name="connsiteX84" fmla="*/ 6897171 w 7918980"/>
              <a:gd name="connsiteY84" fmla="*/ 2608928 h 6858000"/>
              <a:gd name="connsiteX85" fmla="*/ 6896584 w 7918980"/>
              <a:gd name="connsiteY85" fmla="*/ 2613111 h 6858000"/>
              <a:gd name="connsiteX86" fmla="*/ 6888164 w 7918980"/>
              <a:gd name="connsiteY86" fmla="*/ 2621996 h 6858000"/>
              <a:gd name="connsiteX87" fmla="*/ 6890652 w 7918980"/>
              <a:gd name="connsiteY87" fmla="*/ 2634265 h 6858000"/>
              <a:gd name="connsiteX88" fmla="*/ 6882034 w 7918980"/>
              <a:gd name="connsiteY88" fmla="*/ 2647237 h 6858000"/>
              <a:gd name="connsiteX89" fmla="*/ 6888195 w 7918980"/>
              <a:gd name="connsiteY89" fmla="*/ 2650786 h 6858000"/>
              <a:gd name="connsiteX90" fmla="*/ 6894052 w 7918980"/>
              <a:gd name="connsiteY90" fmla="*/ 2661993 h 6858000"/>
              <a:gd name="connsiteX91" fmla="*/ 6885953 w 7918980"/>
              <a:gd name="connsiteY91" fmla="*/ 2670949 h 6858000"/>
              <a:gd name="connsiteX92" fmla="*/ 6880156 w 7918980"/>
              <a:gd name="connsiteY92" fmla="*/ 2690255 h 6858000"/>
              <a:gd name="connsiteX93" fmla="*/ 6881009 w 7918980"/>
              <a:gd name="connsiteY93" fmla="*/ 2695683 h 6858000"/>
              <a:gd name="connsiteX94" fmla="*/ 6870001 w 7918980"/>
              <a:gd name="connsiteY94" fmla="*/ 2713964 h 6858000"/>
              <a:gd name="connsiteX95" fmla="*/ 6864441 w 7918980"/>
              <a:gd name="connsiteY95" fmla="*/ 2730175 h 6858000"/>
              <a:gd name="connsiteX96" fmla="*/ 6875107 w 7918980"/>
              <a:gd name="connsiteY96" fmla="*/ 2763497 h 6858000"/>
              <a:gd name="connsiteX97" fmla="*/ 6837349 w 7918980"/>
              <a:gd name="connsiteY97" fmla="*/ 3051539 h 6858000"/>
              <a:gd name="connsiteX98" fmla="*/ 6835698 w 7918980"/>
              <a:gd name="connsiteY98" fmla="*/ 3060333 h 6858000"/>
              <a:gd name="connsiteX99" fmla="*/ 6837785 w 7918980"/>
              <a:gd name="connsiteY99" fmla="*/ 3065434 h 6858000"/>
              <a:gd name="connsiteX100" fmla="*/ 6834476 w 7918980"/>
              <a:gd name="connsiteY100" fmla="*/ 3066836 h 6858000"/>
              <a:gd name="connsiteX101" fmla="*/ 6831096 w 7918980"/>
              <a:gd name="connsiteY101" fmla="*/ 3084834 h 6858000"/>
              <a:gd name="connsiteX102" fmla="*/ 6831305 w 7918980"/>
              <a:gd name="connsiteY102" fmla="*/ 3097259 h 6858000"/>
              <a:gd name="connsiteX103" fmla="*/ 6828050 w 7918980"/>
              <a:gd name="connsiteY103" fmla="*/ 3101053 h 6858000"/>
              <a:gd name="connsiteX104" fmla="*/ 6827093 w 7918980"/>
              <a:gd name="connsiteY104" fmla="*/ 3106151 h 6858000"/>
              <a:gd name="connsiteX105" fmla="*/ 6833251 w 7918980"/>
              <a:gd name="connsiteY105" fmla="*/ 3116747 h 6858000"/>
              <a:gd name="connsiteX106" fmla="*/ 6825921 w 7918980"/>
              <a:gd name="connsiteY106" fmla="*/ 3151828 h 6858000"/>
              <a:gd name="connsiteX107" fmla="*/ 6825863 w 7918980"/>
              <a:gd name="connsiteY107" fmla="*/ 3180546 h 6858000"/>
              <a:gd name="connsiteX108" fmla="*/ 6839691 w 7918980"/>
              <a:gd name="connsiteY108" fmla="*/ 3258677 h 6858000"/>
              <a:gd name="connsiteX109" fmla="*/ 6840898 w 7918980"/>
              <a:gd name="connsiteY109" fmla="*/ 3262610 h 6858000"/>
              <a:gd name="connsiteX110" fmla="*/ 6834652 w 7918980"/>
              <a:gd name="connsiteY110" fmla="*/ 3277179 h 6858000"/>
              <a:gd name="connsiteX111" fmla="*/ 6832324 w 7918980"/>
              <a:gd name="connsiteY111" fmla="*/ 3278130 h 6858000"/>
              <a:gd name="connsiteX112" fmla="*/ 6849750 w 7918980"/>
              <a:gd name="connsiteY112" fmla="*/ 3325671 h 6858000"/>
              <a:gd name="connsiteX113" fmla="*/ 6847551 w 7918980"/>
              <a:gd name="connsiteY113" fmla="*/ 3332072 h 6858000"/>
              <a:gd name="connsiteX114" fmla="*/ 6864685 w 7918980"/>
              <a:gd name="connsiteY114" fmla="*/ 3362948 h 6858000"/>
              <a:gd name="connsiteX115" fmla="*/ 6870457 w 7918980"/>
              <a:gd name="connsiteY115" fmla="*/ 3378959 h 6858000"/>
              <a:gd name="connsiteX116" fmla="*/ 6883738 w 7918980"/>
              <a:gd name="connsiteY116" fmla="*/ 3407057 h 6858000"/>
              <a:gd name="connsiteX117" fmla="*/ 6881948 w 7918980"/>
              <a:gd name="connsiteY117" fmla="*/ 3409825 h 6858000"/>
              <a:gd name="connsiteX118" fmla="*/ 6885647 w 7918980"/>
              <a:gd name="connsiteY118" fmla="*/ 3415218 h 6858000"/>
              <a:gd name="connsiteX119" fmla="*/ 6883908 w 7918980"/>
              <a:gd name="connsiteY119" fmla="*/ 3419880 h 6858000"/>
              <a:gd name="connsiteX120" fmla="*/ 6885903 w 7918980"/>
              <a:gd name="connsiteY120" fmla="*/ 3424545 h 6858000"/>
              <a:gd name="connsiteX121" fmla="*/ 6887603 w 7918980"/>
              <a:gd name="connsiteY121" fmla="*/ 3476412 h 6858000"/>
              <a:gd name="connsiteX122" fmla="*/ 6892664 w 7918980"/>
              <a:gd name="connsiteY122" fmla="*/ 3486850 h 6858000"/>
              <a:gd name="connsiteX123" fmla="*/ 6886319 w 7918980"/>
              <a:gd name="connsiteY123" fmla="*/ 3496391 h 6858000"/>
              <a:gd name="connsiteX124" fmla="*/ 6893119 w 7918980"/>
              <a:gd name="connsiteY124" fmla="*/ 3531201 h 6858000"/>
              <a:gd name="connsiteX125" fmla="*/ 6902876 w 7918980"/>
              <a:gd name="connsiteY125" fmla="*/ 3542019 h 6858000"/>
              <a:gd name="connsiteX126" fmla="*/ 6910520 w 7918980"/>
              <a:gd name="connsiteY126" fmla="*/ 3552249 h 6858000"/>
              <a:gd name="connsiteX127" fmla="*/ 6910882 w 7918980"/>
              <a:gd name="connsiteY127" fmla="*/ 3553678 h 6858000"/>
              <a:gd name="connsiteX128" fmla="*/ 6914489 w 7918980"/>
              <a:gd name="connsiteY128" fmla="*/ 3568021 h 6858000"/>
              <a:gd name="connsiteX129" fmla="*/ 6914914 w 7918980"/>
              <a:gd name="connsiteY129" fmla="*/ 3569719 h 6858000"/>
              <a:gd name="connsiteX130" fmla="*/ 6912342 w 7918980"/>
              <a:gd name="connsiteY130" fmla="*/ 3586412 h 6858000"/>
              <a:gd name="connsiteX131" fmla="*/ 6915338 w 7918980"/>
              <a:gd name="connsiteY131" fmla="*/ 3597336 h 6858000"/>
              <a:gd name="connsiteX132" fmla="*/ 6907234 w 7918980"/>
              <a:gd name="connsiteY132" fmla="*/ 3606007 h 6858000"/>
              <a:gd name="connsiteX133" fmla="*/ 6907261 w 7918980"/>
              <a:gd name="connsiteY133" fmla="*/ 3641228 h 6858000"/>
              <a:gd name="connsiteX134" fmla="*/ 6914828 w 7918980"/>
              <a:gd name="connsiteY134" fmla="*/ 3653088 h 6858000"/>
              <a:gd name="connsiteX135" fmla="*/ 6920416 w 7918980"/>
              <a:gd name="connsiteY135" fmla="*/ 3664114 h 6858000"/>
              <a:gd name="connsiteX136" fmla="*/ 6920498 w 7918980"/>
              <a:gd name="connsiteY136" fmla="*/ 3665569 h 6858000"/>
              <a:gd name="connsiteX137" fmla="*/ 6922809 w 7918980"/>
              <a:gd name="connsiteY137" fmla="*/ 3707357 h 6858000"/>
              <a:gd name="connsiteX138" fmla="*/ 6937676 w 7918980"/>
              <a:gd name="connsiteY138" fmla="*/ 3778166 h 6858000"/>
              <a:gd name="connsiteX139" fmla="*/ 6958359 w 7918980"/>
              <a:gd name="connsiteY139" fmla="*/ 3878222 h 6858000"/>
              <a:gd name="connsiteX140" fmla="*/ 6953118 w 7918980"/>
              <a:gd name="connsiteY140" fmla="*/ 4048117 h 6858000"/>
              <a:gd name="connsiteX141" fmla="*/ 6913020 w 7918980"/>
              <a:gd name="connsiteY141" fmla="*/ 4219510 h 6858000"/>
              <a:gd name="connsiteX142" fmla="*/ 6915792 w 7918980"/>
              <a:gd name="connsiteY142" fmla="*/ 4411258 h 6858000"/>
              <a:gd name="connsiteX143" fmla="*/ 6907579 w 7918980"/>
              <a:gd name="connsiteY143" fmla="*/ 4488531 h 6858000"/>
              <a:gd name="connsiteX144" fmla="*/ 6907052 w 7918980"/>
              <a:gd name="connsiteY144" fmla="*/ 4539168 h 6858000"/>
              <a:gd name="connsiteX145" fmla="*/ 6891916 w 7918980"/>
              <a:gd name="connsiteY145" fmla="*/ 4625153 h 6858000"/>
              <a:gd name="connsiteX146" fmla="*/ 6882094 w 7918980"/>
              <a:gd name="connsiteY146" fmla="*/ 4733115 h 6858000"/>
              <a:gd name="connsiteX147" fmla="*/ 6860189 w 7918980"/>
              <a:gd name="connsiteY147" fmla="*/ 4844323 h 6858000"/>
              <a:gd name="connsiteX148" fmla="*/ 6843618 w 7918980"/>
              <a:gd name="connsiteY148" fmla="*/ 4877992 h 6858000"/>
              <a:gd name="connsiteX149" fmla="*/ 6829393 w 7918980"/>
              <a:gd name="connsiteY149" fmla="*/ 4925805 h 6858000"/>
              <a:gd name="connsiteX150" fmla="*/ 6794017 w 7918980"/>
              <a:gd name="connsiteY150" fmla="*/ 5009272 h 6858000"/>
              <a:gd name="connsiteX151" fmla="*/ 6786085 w 7918980"/>
              <a:gd name="connsiteY151" fmla="*/ 5111369 h 6858000"/>
              <a:gd name="connsiteX152" fmla="*/ 6799321 w 7918980"/>
              <a:gd name="connsiteY152" fmla="*/ 5210876 h 6858000"/>
              <a:gd name="connsiteX153" fmla="*/ 6803597 w 7918980"/>
              <a:gd name="connsiteY153" fmla="*/ 5269726 h 6858000"/>
              <a:gd name="connsiteX154" fmla="*/ 6820713 w 7918980"/>
              <a:gd name="connsiteY154" fmla="*/ 5464225 h 6858000"/>
              <a:gd name="connsiteX155" fmla="*/ 6824380 w 7918980"/>
              <a:gd name="connsiteY155" fmla="*/ 5594585 h 6858000"/>
              <a:gd name="connsiteX156" fmla="*/ 6806680 w 7918980"/>
              <a:gd name="connsiteY156" fmla="*/ 5667896 h 6858000"/>
              <a:gd name="connsiteX157" fmla="*/ 6791486 w 7918980"/>
              <a:gd name="connsiteY157" fmla="*/ 5769225 h 6858000"/>
              <a:gd name="connsiteX158" fmla="*/ 6792745 w 7918980"/>
              <a:gd name="connsiteY158" fmla="*/ 5823324 h 6858000"/>
              <a:gd name="connsiteX159" fmla="*/ 6789109 w 7918980"/>
              <a:gd name="connsiteY159" fmla="*/ 5862699 h 6858000"/>
              <a:gd name="connsiteX160" fmla="*/ 6793675 w 7918980"/>
              <a:gd name="connsiteY160" fmla="*/ 5906467 h 6858000"/>
              <a:gd name="connsiteX161" fmla="*/ 6814548 w 7918980"/>
              <a:gd name="connsiteY161" fmla="*/ 5939847 h 6858000"/>
              <a:gd name="connsiteX162" fmla="*/ 6809795 w 7918980"/>
              <a:gd name="connsiteY162" fmla="*/ 5973994 h 6858000"/>
              <a:gd name="connsiteX163" fmla="*/ 6810756 w 7918980"/>
              <a:gd name="connsiteY163" fmla="*/ 6089693 h 6858000"/>
              <a:gd name="connsiteX164" fmla="*/ 6814601 w 7918980"/>
              <a:gd name="connsiteY164" fmla="*/ 6224938 h 6858000"/>
              <a:gd name="connsiteX165" fmla="*/ 6840137 w 7918980"/>
              <a:gd name="connsiteY165" fmla="*/ 6370251 h 6858000"/>
              <a:gd name="connsiteX166" fmla="*/ 6863777 w 7918980"/>
              <a:gd name="connsiteY166" fmla="*/ 6541313 h 6858000"/>
              <a:gd name="connsiteX167" fmla="*/ 6868355 w 7918980"/>
              <a:gd name="connsiteY167" fmla="*/ 6640957 h 6858000"/>
              <a:gd name="connsiteX168" fmla="*/ 6881422 w 7918980"/>
              <a:gd name="connsiteY168" fmla="*/ 6705297 h 6858000"/>
              <a:gd name="connsiteX169" fmla="*/ 6894105 w 7918980"/>
              <a:gd name="connsiteY169" fmla="*/ 6759582 h 6858000"/>
              <a:gd name="connsiteX170" fmla="*/ 6892152 w 7918980"/>
              <a:gd name="connsiteY170" fmla="*/ 6817746 h 6858000"/>
              <a:gd name="connsiteX171" fmla="*/ 6895302 w 7918980"/>
              <a:gd name="connsiteY171" fmla="*/ 6843646 h 6858000"/>
              <a:gd name="connsiteX172" fmla="*/ 6914368 w 7918980"/>
              <a:gd name="connsiteY172" fmla="*/ 6857998 h 6858000"/>
              <a:gd name="connsiteX173" fmla="*/ 7549620 w 7918980"/>
              <a:gd name="connsiteY173" fmla="*/ 6857998 h 6858000"/>
              <a:gd name="connsiteX174" fmla="*/ 7918980 w 7918980"/>
              <a:gd name="connsiteY174" fmla="*/ 6857998 h 6858000"/>
              <a:gd name="connsiteX175" fmla="*/ 7918980 w 7918980"/>
              <a:gd name="connsiteY175" fmla="*/ 6858000 h 6858000"/>
              <a:gd name="connsiteX176" fmla="*/ 7549620 w 7918980"/>
              <a:gd name="connsiteY176" fmla="*/ 6858000 h 6858000"/>
              <a:gd name="connsiteX177" fmla="*/ 6658851 w 7918980"/>
              <a:gd name="connsiteY177" fmla="*/ 6858000 h 6858000"/>
              <a:gd name="connsiteX178" fmla="*/ 2092387 w 7918980"/>
              <a:gd name="connsiteY178" fmla="*/ 6858000 h 6858000"/>
              <a:gd name="connsiteX179" fmla="*/ 1822980 w 7918980"/>
              <a:gd name="connsiteY179" fmla="*/ 6858000 h 6858000"/>
              <a:gd name="connsiteX180" fmla="*/ 727500 w 7918980"/>
              <a:gd name="connsiteY180" fmla="*/ 6858000 h 6858000"/>
              <a:gd name="connsiteX181" fmla="*/ 504457 w 7918980"/>
              <a:gd name="connsiteY181" fmla="*/ 6858000 h 6858000"/>
              <a:gd name="connsiteX182" fmla="*/ 0 w 7918980"/>
              <a:gd name="connsiteY182" fmla="*/ 6858000 h 6858000"/>
              <a:gd name="connsiteX0" fmla="*/ 0 w 7918980"/>
              <a:gd name="connsiteY0" fmla="*/ 0 h 6858000"/>
              <a:gd name="connsiteX1" fmla="*/ 504457 w 7918980"/>
              <a:gd name="connsiteY1" fmla="*/ 0 h 6858000"/>
              <a:gd name="connsiteX2" fmla="*/ 727500 w 7918980"/>
              <a:gd name="connsiteY2" fmla="*/ 0 h 6858000"/>
              <a:gd name="connsiteX3" fmla="*/ 1822980 w 7918980"/>
              <a:gd name="connsiteY3" fmla="*/ 0 h 6858000"/>
              <a:gd name="connsiteX4" fmla="*/ 2092387 w 7918980"/>
              <a:gd name="connsiteY4" fmla="*/ 0 h 6858000"/>
              <a:gd name="connsiteX5" fmla="*/ 7076514 w 7918980"/>
              <a:gd name="connsiteY5" fmla="*/ 0 h 6858000"/>
              <a:gd name="connsiteX6" fmla="*/ 7264525 w 7918980"/>
              <a:gd name="connsiteY6" fmla="*/ 0 h 6858000"/>
              <a:gd name="connsiteX7" fmla="*/ 7390497 w 7918980"/>
              <a:gd name="connsiteY7" fmla="*/ 0 h 6858000"/>
              <a:gd name="connsiteX8" fmla="*/ 7389918 w 7918980"/>
              <a:gd name="connsiteY8" fmla="*/ 1705 h 6858000"/>
              <a:gd name="connsiteX9" fmla="*/ 7374574 w 7918980"/>
              <a:gd name="connsiteY9" fmla="*/ 17287 h 6858000"/>
              <a:gd name="connsiteX10" fmla="*/ 7368621 w 7918980"/>
              <a:gd name="connsiteY10" fmla="*/ 130336 h 6858000"/>
              <a:gd name="connsiteX11" fmla="*/ 7361269 w 7918980"/>
              <a:gd name="connsiteY11" fmla="*/ 187093 h 6858000"/>
              <a:gd name="connsiteX12" fmla="*/ 7368770 w 7918980"/>
              <a:gd name="connsiteY12" fmla="*/ 265704 h 6858000"/>
              <a:gd name="connsiteX13" fmla="*/ 7365293 w 7918980"/>
              <a:gd name="connsiteY13" fmla="*/ 354566 h 6858000"/>
              <a:gd name="connsiteX14" fmla="*/ 7347106 w 7918980"/>
              <a:gd name="connsiteY14" fmla="*/ 472000 h 6858000"/>
              <a:gd name="connsiteX15" fmla="*/ 7345150 w 7918980"/>
              <a:gd name="connsiteY15" fmla="*/ 473782 h 6858000"/>
              <a:gd name="connsiteX16" fmla="*/ 7344778 w 7918980"/>
              <a:gd name="connsiteY16" fmla="*/ 491380 h 6858000"/>
              <a:gd name="connsiteX17" fmla="*/ 7359399 w 7918980"/>
              <a:gd name="connsiteY17" fmla="*/ 531675 h 6858000"/>
              <a:gd name="connsiteX18" fmla="*/ 7356415 w 7918980"/>
              <a:gd name="connsiteY18" fmla="*/ 536015 h 6858000"/>
              <a:gd name="connsiteX19" fmla="*/ 7361068 w 7918980"/>
              <a:gd name="connsiteY19" fmla="*/ 572092 h 6858000"/>
              <a:gd name="connsiteX20" fmla="*/ 7359041 w 7918980"/>
              <a:gd name="connsiteY20" fmla="*/ 572511 h 6858000"/>
              <a:gd name="connsiteX21" fmla="*/ 7351198 w 7918980"/>
              <a:gd name="connsiteY21" fmla="*/ 582332 h 6858000"/>
              <a:gd name="connsiteX22" fmla="*/ 7340991 w 7918980"/>
              <a:gd name="connsiteY22" fmla="*/ 601285 h 6858000"/>
              <a:gd name="connsiteX23" fmla="*/ 7296154 w 7918980"/>
              <a:gd name="connsiteY23" fmla="*/ 681608 h 6858000"/>
              <a:gd name="connsiteX24" fmla="*/ 7295943 w 7918980"/>
              <a:gd name="connsiteY24" fmla="*/ 689151 h 6858000"/>
              <a:gd name="connsiteX25" fmla="*/ 7295465 w 7918980"/>
              <a:gd name="connsiteY25" fmla="*/ 689289 h 6858000"/>
              <a:gd name="connsiteX26" fmla="*/ 7294306 w 7918980"/>
              <a:gd name="connsiteY26" fmla="*/ 697222 h 6858000"/>
              <a:gd name="connsiteX27" fmla="*/ 7295144 w 7918980"/>
              <a:gd name="connsiteY27" fmla="*/ 717531 h 6858000"/>
              <a:gd name="connsiteX28" fmla="*/ 7291871 w 7918980"/>
              <a:gd name="connsiteY28" fmla="*/ 722494 h 6858000"/>
              <a:gd name="connsiteX29" fmla="*/ 7286061 w 7918980"/>
              <a:gd name="connsiteY29" fmla="*/ 724368 h 6858000"/>
              <a:gd name="connsiteX30" fmla="*/ 7269961 w 7918980"/>
              <a:gd name="connsiteY30" fmla="*/ 752692 h 6858000"/>
              <a:gd name="connsiteX31" fmla="*/ 7240170 w 7918980"/>
              <a:gd name="connsiteY31" fmla="*/ 816346 h 6858000"/>
              <a:gd name="connsiteX32" fmla="*/ 7211938 w 7918980"/>
              <a:gd name="connsiteY32" fmla="*/ 889417 h 6858000"/>
              <a:gd name="connsiteX33" fmla="*/ 7130024 w 7918980"/>
              <a:gd name="connsiteY33" fmla="*/ 1063288 h 6858000"/>
              <a:gd name="connsiteX34" fmla="*/ 7126817 w 7918980"/>
              <a:gd name="connsiteY34" fmla="*/ 1157176 h 6858000"/>
              <a:gd name="connsiteX35" fmla="*/ 7109474 w 7918980"/>
              <a:gd name="connsiteY35" fmla="*/ 1210776 h 6858000"/>
              <a:gd name="connsiteX36" fmla="*/ 7105443 w 7918980"/>
              <a:gd name="connsiteY36" fmla="*/ 1301993 h 6858000"/>
              <a:gd name="connsiteX37" fmla="*/ 7075215 w 7918980"/>
              <a:gd name="connsiteY37" fmla="*/ 1360879 h 6858000"/>
              <a:gd name="connsiteX38" fmla="*/ 7067477 w 7918980"/>
              <a:gd name="connsiteY38" fmla="*/ 1404045 h 6858000"/>
              <a:gd name="connsiteX39" fmla="*/ 7046803 w 7918980"/>
              <a:gd name="connsiteY39" fmla="*/ 1429568 h 6858000"/>
              <a:gd name="connsiteX40" fmla="*/ 7047831 w 7918980"/>
              <a:gd name="connsiteY40" fmla="*/ 1430305 h 6858000"/>
              <a:gd name="connsiteX41" fmla="*/ 7035374 w 7918980"/>
              <a:gd name="connsiteY41" fmla="*/ 1463304 h 6858000"/>
              <a:gd name="connsiteX42" fmla="*/ 7032938 w 7918980"/>
              <a:gd name="connsiteY42" fmla="*/ 1514846 h 6858000"/>
              <a:gd name="connsiteX43" fmla="*/ 7029397 w 7918980"/>
              <a:gd name="connsiteY43" fmla="*/ 1519731 h 6858000"/>
              <a:gd name="connsiteX44" fmla="*/ 7029620 w 7918980"/>
              <a:gd name="connsiteY44" fmla="*/ 1519929 h 6858000"/>
              <a:gd name="connsiteX45" fmla="*/ 7030612 w 7918980"/>
              <a:gd name="connsiteY45" fmla="*/ 1546022 h 6858000"/>
              <a:gd name="connsiteX46" fmla="*/ 7035010 w 7918980"/>
              <a:gd name="connsiteY46" fmla="*/ 1578752 h 6858000"/>
              <a:gd name="connsiteX47" fmla="*/ 7026513 w 7918980"/>
              <a:gd name="connsiteY47" fmla="*/ 1647555 h 6858000"/>
              <a:gd name="connsiteX48" fmla="*/ 7013857 w 7918980"/>
              <a:gd name="connsiteY48" fmla="*/ 1715685 h 6858000"/>
              <a:gd name="connsiteX49" fmla="*/ 7007215 w 7918980"/>
              <a:gd name="connsiteY49" fmla="*/ 1740358 h 6858000"/>
              <a:gd name="connsiteX50" fmla="*/ 7004455 w 7918980"/>
              <a:gd name="connsiteY50" fmla="*/ 1784314 h 6858000"/>
              <a:gd name="connsiteX51" fmla="*/ 7008825 w 7918980"/>
              <a:gd name="connsiteY51" fmla="*/ 1804434 h 6858000"/>
              <a:gd name="connsiteX52" fmla="*/ 7008048 w 7918980"/>
              <a:gd name="connsiteY52" fmla="*/ 1805316 h 6858000"/>
              <a:gd name="connsiteX53" fmla="*/ 7011573 w 7918980"/>
              <a:gd name="connsiteY53" fmla="*/ 1807109 h 6858000"/>
              <a:gd name="connsiteX54" fmla="*/ 7008900 w 7918980"/>
              <a:gd name="connsiteY54" fmla="*/ 1821003 h 6858000"/>
              <a:gd name="connsiteX55" fmla="*/ 7006523 w 7918980"/>
              <a:gd name="connsiteY55" fmla="*/ 1824832 h 6858000"/>
              <a:gd name="connsiteX56" fmla="*/ 7005215 w 7918980"/>
              <a:gd name="connsiteY56" fmla="*/ 1830429 h 6858000"/>
              <a:gd name="connsiteX57" fmla="*/ 7005505 w 7918980"/>
              <a:gd name="connsiteY57" fmla="*/ 1830569 h 6858000"/>
              <a:gd name="connsiteX58" fmla="*/ 7003643 w 7918980"/>
              <a:gd name="connsiteY58" fmla="*/ 1835810 h 6858000"/>
              <a:gd name="connsiteX59" fmla="*/ 6990432 w 7918980"/>
              <a:gd name="connsiteY59" fmla="*/ 1861483 h 6858000"/>
              <a:gd name="connsiteX60" fmla="*/ 6997246 w 7918980"/>
              <a:gd name="connsiteY60" fmla="*/ 1892417 h 6858000"/>
              <a:gd name="connsiteX61" fmla="*/ 7012242 w 7918980"/>
              <a:gd name="connsiteY61" fmla="*/ 1895114 h 6858000"/>
              <a:gd name="connsiteX62" fmla="*/ 7010080 w 7918980"/>
              <a:gd name="connsiteY62" fmla="*/ 1899379 h 6858000"/>
              <a:gd name="connsiteX63" fmla="*/ 7003451 w 7918980"/>
              <a:gd name="connsiteY63" fmla="*/ 1907867 h 6858000"/>
              <a:gd name="connsiteX64" fmla="*/ 7004341 w 7918980"/>
              <a:gd name="connsiteY64" fmla="*/ 1910265 h 6858000"/>
              <a:gd name="connsiteX65" fmla="*/ 7001248 w 7918980"/>
              <a:gd name="connsiteY65" fmla="*/ 1935584 h 6858000"/>
              <a:gd name="connsiteX66" fmla="*/ 7006599 w 7918980"/>
              <a:gd name="connsiteY66" fmla="*/ 1942021 h 6858000"/>
              <a:gd name="connsiteX67" fmla="*/ 7007460 w 7918980"/>
              <a:gd name="connsiteY67" fmla="*/ 1945112 h 6858000"/>
              <a:gd name="connsiteX68" fmla="*/ 6995756 w 7918980"/>
              <a:gd name="connsiteY68" fmla="*/ 1961162 h 6858000"/>
              <a:gd name="connsiteX69" fmla="*/ 6949577 w 7918980"/>
              <a:gd name="connsiteY69" fmla="*/ 2024270 h 6858000"/>
              <a:gd name="connsiteX70" fmla="*/ 6942508 w 7918980"/>
              <a:gd name="connsiteY70" fmla="*/ 2107942 h 6858000"/>
              <a:gd name="connsiteX71" fmla="*/ 6933336 w 7918980"/>
              <a:gd name="connsiteY71" fmla="*/ 2193455 h 6858000"/>
              <a:gd name="connsiteX72" fmla="*/ 6927972 w 7918980"/>
              <a:gd name="connsiteY72" fmla="*/ 2260088 h 6858000"/>
              <a:gd name="connsiteX73" fmla="*/ 6909058 w 7918980"/>
              <a:gd name="connsiteY73" fmla="*/ 2296008 h 6858000"/>
              <a:gd name="connsiteX74" fmla="*/ 6901810 w 7918980"/>
              <a:gd name="connsiteY74" fmla="*/ 2305564 h 6858000"/>
              <a:gd name="connsiteX75" fmla="*/ 6904482 w 7918980"/>
              <a:gd name="connsiteY75" fmla="*/ 2320214 h 6858000"/>
              <a:gd name="connsiteX76" fmla="*/ 6891885 w 7918980"/>
              <a:gd name="connsiteY76" fmla="*/ 2417011 h 6858000"/>
              <a:gd name="connsiteX77" fmla="*/ 6884970 w 7918980"/>
              <a:gd name="connsiteY77" fmla="*/ 2454207 h 6858000"/>
              <a:gd name="connsiteX78" fmla="*/ 6882954 w 7918980"/>
              <a:gd name="connsiteY78" fmla="*/ 2487203 h 6858000"/>
              <a:gd name="connsiteX79" fmla="*/ 6871484 w 7918980"/>
              <a:gd name="connsiteY79" fmla="*/ 2512282 h 6858000"/>
              <a:gd name="connsiteX80" fmla="*/ 6872496 w 7918980"/>
              <a:gd name="connsiteY80" fmla="*/ 2514318 h 6858000"/>
              <a:gd name="connsiteX81" fmla="*/ 6898111 w 7918980"/>
              <a:gd name="connsiteY81" fmla="*/ 2574334 h 6858000"/>
              <a:gd name="connsiteX82" fmla="*/ 6897017 w 7918980"/>
              <a:gd name="connsiteY82" fmla="*/ 2579877 h 6858000"/>
              <a:gd name="connsiteX83" fmla="*/ 6897171 w 7918980"/>
              <a:gd name="connsiteY83" fmla="*/ 2608928 h 6858000"/>
              <a:gd name="connsiteX84" fmla="*/ 6896584 w 7918980"/>
              <a:gd name="connsiteY84" fmla="*/ 2613111 h 6858000"/>
              <a:gd name="connsiteX85" fmla="*/ 6888164 w 7918980"/>
              <a:gd name="connsiteY85" fmla="*/ 2621996 h 6858000"/>
              <a:gd name="connsiteX86" fmla="*/ 6890652 w 7918980"/>
              <a:gd name="connsiteY86" fmla="*/ 2634265 h 6858000"/>
              <a:gd name="connsiteX87" fmla="*/ 6882034 w 7918980"/>
              <a:gd name="connsiteY87" fmla="*/ 2647237 h 6858000"/>
              <a:gd name="connsiteX88" fmla="*/ 6888195 w 7918980"/>
              <a:gd name="connsiteY88" fmla="*/ 2650786 h 6858000"/>
              <a:gd name="connsiteX89" fmla="*/ 6894052 w 7918980"/>
              <a:gd name="connsiteY89" fmla="*/ 2661993 h 6858000"/>
              <a:gd name="connsiteX90" fmla="*/ 6885953 w 7918980"/>
              <a:gd name="connsiteY90" fmla="*/ 2670949 h 6858000"/>
              <a:gd name="connsiteX91" fmla="*/ 6880156 w 7918980"/>
              <a:gd name="connsiteY91" fmla="*/ 2690255 h 6858000"/>
              <a:gd name="connsiteX92" fmla="*/ 6881009 w 7918980"/>
              <a:gd name="connsiteY92" fmla="*/ 2695683 h 6858000"/>
              <a:gd name="connsiteX93" fmla="*/ 6870001 w 7918980"/>
              <a:gd name="connsiteY93" fmla="*/ 2713964 h 6858000"/>
              <a:gd name="connsiteX94" fmla="*/ 6864441 w 7918980"/>
              <a:gd name="connsiteY94" fmla="*/ 2730175 h 6858000"/>
              <a:gd name="connsiteX95" fmla="*/ 6875107 w 7918980"/>
              <a:gd name="connsiteY95" fmla="*/ 2763497 h 6858000"/>
              <a:gd name="connsiteX96" fmla="*/ 6837349 w 7918980"/>
              <a:gd name="connsiteY96" fmla="*/ 3051539 h 6858000"/>
              <a:gd name="connsiteX97" fmla="*/ 6835698 w 7918980"/>
              <a:gd name="connsiteY97" fmla="*/ 3060333 h 6858000"/>
              <a:gd name="connsiteX98" fmla="*/ 6837785 w 7918980"/>
              <a:gd name="connsiteY98" fmla="*/ 3065434 h 6858000"/>
              <a:gd name="connsiteX99" fmla="*/ 6834476 w 7918980"/>
              <a:gd name="connsiteY99" fmla="*/ 3066836 h 6858000"/>
              <a:gd name="connsiteX100" fmla="*/ 6831096 w 7918980"/>
              <a:gd name="connsiteY100" fmla="*/ 3084834 h 6858000"/>
              <a:gd name="connsiteX101" fmla="*/ 6831305 w 7918980"/>
              <a:gd name="connsiteY101" fmla="*/ 3097259 h 6858000"/>
              <a:gd name="connsiteX102" fmla="*/ 6828050 w 7918980"/>
              <a:gd name="connsiteY102" fmla="*/ 3101053 h 6858000"/>
              <a:gd name="connsiteX103" fmla="*/ 6827093 w 7918980"/>
              <a:gd name="connsiteY103" fmla="*/ 3106151 h 6858000"/>
              <a:gd name="connsiteX104" fmla="*/ 6833251 w 7918980"/>
              <a:gd name="connsiteY104" fmla="*/ 3116747 h 6858000"/>
              <a:gd name="connsiteX105" fmla="*/ 6825921 w 7918980"/>
              <a:gd name="connsiteY105" fmla="*/ 3151828 h 6858000"/>
              <a:gd name="connsiteX106" fmla="*/ 6825863 w 7918980"/>
              <a:gd name="connsiteY106" fmla="*/ 3180546 h 6858000"/>
              <a:gd name="connsiteX107" fmla="*/ 6839691 w 7918980"/>
              <a:gd name="connsiteY107" fmla="*/ 3258677 h 6858000"/>
              <a:gd name="connsiteX108" fmla="*/ 6840898 w 7918980"/>
              <a:gd name="connsiteY108" fmla="*/ 3262610 h 6858000"/>
              <a:gd name="connsiteX109" fmla="*/ 6834652 w 7918980"/>
              <a:gd name="connsiteY109" fmla="*/ 3277179 h 6858000"/>
              <a:gd name="connsiteX110" fmla="*/ 6832324 w 7918980"/>
              <a:gd name="connsiteY110" fmla="*/ 3278130 h 6858000"/>
              <a:gd name="connsiteX111" fmla="*/ 6849750 w 7918980"/>
              <a:gd name="connsiteY111" fmla="*/ 3325671 h 6858000"/>
              <a:gd name="connsiteX112" fmla="*/ 6847551 w 7918980"/>
              <a:gd name="connsiteY112" fmla="*/ 3332072 h 6858000"/>
              <a:gd name="connsiteX113" fmla="*/ 6864685 w 7918980"/>
              <a:gd name="connsiteY113" fmla="*/ 3362948 h 6858000"/>
              <a:gd name="connsiteX114" fmla="*/ 6870457 w 7918980"/>
              <a:gd name="connsiteY114" fmla="*/ 3378959 h 6858000"/>
              <a:gd name="connsiteX115" fmla="*/ 6883738 w 7918980"/>
              <a:gd name="connsiteY115" fmla="*/ 3407057 h 6858000"/>
              <a:gd name="connsiteX116" fmla="*/ 6881948 w 7918980"/>
              <a:gd name="connsiteY116" fmla="*/ 3409825 h 6858000"/>
              <a:gd name="connsiteX117" fmla="*/ 6885647 w 7918980"/>
              <a:gd name="connsiteY117" fmla="*/ 3415218 h 6858000"/>
              <a:gd name="connsiteX118" fmla="*/ 6883908 w 7918980"/>
              <a:gd name="connsiteY118" fmla="*/ 3419880 h 6858000"/>
              <a:gd name="connsiteX119" fmla="*/ 6885903 w 7918980"/>
              <a:gd name="connsiteY119" fmla="*/ 3424545 h 6858000"/>
              <a:gd name="connsiteX120" fmla="*/ 6887603 w 7918980"/>
              <a:gd name="connsiteY120" fmla="*/ 3476412 h 6858000"/>
              <a:gd name="connsiteX121" fmla="*/ 6892664 w 7918980"/>
              <a:gd name="connsiteY121" fmla="*/ 3486850 h 6858000"/>
              <a:gd name="connsiteX122" fmla="*/ 6886319 w 7918980"/>
              <a:gd name="connsiteY122" fmla="*/ 3496391 h 6858000"/>
              <a:gd name="connsiteX123" fmla="*/ 6893119 w 7918980"/>
              <a:gd name="connsiteY123" fmla="*/ 3531201 h 6858000"/>
              <a:gd name="connsiteX124" fmla="*/ 6902876 w 7918980"/>
              <a:gd name="connsiteY124" fmla="*/ 3542019 h 6858000"/>
              <a:gd name="connsiteX125" fmla="*/ 6910520 w 7918980"/>
              <a:gd name="connsiteY125" fmla="*/ 3552249 h 6858000"/>
              <a:gd name="connsiteX126" fmla="*/ 6910882 w 7918980"/>
              <a:gd name="connsiteY126" fmla="*/ 3553678 h 6858000"/>
              <a:gd name="connsiteX127" fmla="*/ 6914489 w 7918980"/>
              <a:gd name="connsiteY127" fmla="*/ 3568021 h 6858000"/>
              <a:gd name="connsiteX128" fmla="*/ 6914914 w 7918980"/>
              <a:gd name="connsiteY128" fmla="*/ 3569719 h 6858000"/>
              <a:gd name="connsiteX129" fmla="*/ 6912342 w 7918980"/>
              <a:gd name="connsiteY129" fmla="*/ 3586412 h 6858000"/>
              <a:gd name="connsiteX130" fmla="*/ 6915338 w 7918980"/>
              <a:gd name="connsiteY130" fmla="*/ 3597336 h 6858000"/>
              <a:gd name="connsiteX131" fmla="*/ 6907234 w 7918980"/>
              <a:gd name="connsiteY131" fmla="*/ 3606007 h 6858000"/>
              <a:gd name="connsiteX132" fmla="*/ 6907261 w 7918980"/>
              <a:gd name="connsiteY132" fmla="*/ 3641228 h 6858000"/>
              <a:gd name="connsiteX133" fmla="*/ 6914828 w 7918980"/>
              <a:gd name="connsiteY133" fmla="*/ 3653088 h 6858000"/>
              <a:gd name="connsiteX134" fmla="*/ 6920416 w 7918980"/>
              <a:gd name="connsiteY134" fmla="*/ 3664114 h 6858000"/>
              <a:gd name="connsiteX135" fmla="*/ 6920498 w 7918980"/>
              <a:gd name="connsiteY135" fmla="*/ 3665569 h 6858000"/>
              <a:gd name="connsiteX136" fmla="*/ 6922809 w 7918980"/>
              <a:gd name="connsiteY136" fmla="*/ 3707357 h 6858000"/>
              <a:gd name="connsiteX137" fmla="*/ 6937676 w 7918980"/>
              <a:gd name="connsiteY137" fmla="*/ 3778166 h 6858000"/>
              <a:gd name="connsiteX138" fmla="*/ 6958359 w 7918980"/>
              <a:gd name="connsiteY138" fmla="*/ 3878222 h 6858000"/>
              <a:gd name="connsiteX139" fmla="*/ 6953118 w 7918980"/>
              <a:gd name="connsiteY139" fmla="*/ 4048117 h 6858000"/>
              <a:gd name="connsiteX140" fmla="*/ 6913020 w 7918980"/>
              <a:gd name="connsiteY140" fmla="*/ 4219510 h 6858000"/>
              <a:gd name="connsiteX141" fmla="*/ 6915792 w 7918980"/>
              <a:gd name="connsiteY141" fmla="*/ 4411258 h 6858000"/>
              <a:gd name="connsiteX142" fmla="*/ 6907579 w 7918980"/>
              <a:gd name="connsiteY142" fmla="*/ 4488531 h 6858000"/>
              <a:gd name="connsiteX143" fmla="*/ 6907052 w 7918980"/>
              <a:gd name="connsiteY143" fmla="*/ 4539168 h 6858000"/>
              <a:gd name="connsiteX144" fmla="*/ 6891916 w 7918980"/>
              <a:gd name="connsiteY144" fmla="*/ 4625153 h 6858000"/>
              <a:gd name="connsiteX145" fmla="*/ 6882094 w 7918980"/>
              <a:gd name="connsiteY145" fmla="*/ 4733115 h 6858000"/>
              <a:gd name="connsiteX146" fmla="*/ 6860189 w 7918980"/>
              <a:gd name="connsiteY146" fmla="*/ 4844323 h 6858000"/>
              <a:gd name="connsiteX147" fmla="*/ 6843618 w 7918980"/>
              <a:gd name="connsiteY147" fmla="*/ 4877992 h 6858000"/>
              <a:gd name="connsiteX148" fmla="*/ 6829393 w 7918980"/>
              <a:gd name="connsiteY148" fmla="*/ 4925805 h 6858000"/>
              <a:gd name="connsiteX149" fmla="*/ 6794017 w 7918980"/>
              <a:gd name="connsiteY149" fmla="*/ 5009272 h 6858000"/>
              <a:gd name="connsiteX150" fmla="*/ 6786085 w 7918980"/>
              <a:gd name="connsiteY150" fmla="*/ 5111369 h 6858000"/>
              <a:gd name="connsiteX151" fmla="*/ 6799321 w 7918980"/>
              <a:gd name="connsiteY151" fmla="*/ 5210876 h 6858000"/>
              <a:gd name="connsiteX152" fmla="*/ 6803597 w 7918980"/>
              <a:gd name="connsiteY152" fmla="*/ 5269726 h 6858000"/>
              <a:gd name="connsiteX153" fmla="*/ 6820713 w 7918980"/>
              <a:gd name="connsiteY153" fmla="*/ 5464225 h 6858000"/>
              <a:gd name="connsiteX154" fmla="*/ 6824380 w 7918980"/>
              <a:gd name="connsiteY154" fmla="*/ 5594585 h 6858000"/>
              <a:gd name="connsiteX155" fmla="*/ 6806680 w 7918980"/>
              <a:gd name="connsiteY155" fmla="*/ 5667896 h 6858000"/>
              <a:gd name="connsiteX156" fmla="*/ 6791486 w 7918980"/>
              <a:gd name="connsiteY156" fmla="*/ 5769225 h 6858000"/>
              <a:gd name="connsiteX157" fmla="*/ 6792745 w 7918980"/>
              <a:gd name="connsiteY157" fmla="*/ 5823324 h 6858000"/>
              <a:gd name="connsiteX158" fmla="*/ 6789109 w 7918980"/>
              <a:gd name="connsiteY158" fmla="*/ 5862699 h 6858000"/>
              <a:gd name="connsiteX159" fmla="*/ 6793675 w 7918980"/>
              <a:gd name="connsiteY159" fmla="*/ 5906467 h 6858000"/>
              <a:gd name="connsiteX160" fmla="*/ 6814548 w 7918980"/>
              <a:gd name="connsiteY160" fmla="*/ 5939847 h 6858000"/>
              <a:gd name="connsiteX161" fmla="*/ 6809795 w 7918980"/>
              <a:gd name="connsiteY161" fmla="*/ 5973994 h 6858000"/>
              <a:gd name="connsiteX162" fmla="*/ 6810756 w 7918980"/>
              <a:gd name="connsiteY162" fmla="*/ 6089693 h 6858000"/>
              <a:gd name="connsiteX163" fmla="*/ 6814601 w 7918980"/>
              <a:gd name="connsiteY163" fmla="*/ 6224938 h 6858000"/>
              <a:gd name="connsiteX164" fmla="*/ 6840137 w 7918980"/>
              <a:gd name="connsiteY164" fmla="*/ 6370251 h 6858000"/>
              <a:gd name="connsiteX165" fmla="*/ 6863777 w 7918980"/>
              <a:gd name="connsiteY165" fmla="*/ 6541313 h 6858000"/>
              <a:gd name="connsiteX166" fmla="*/ 6868355 w 7918980"/>
              <a:gd name="connsiteY166" fmla="*/ 6640957 h 6858000"/>
              <a:gd name="connsiteX167" fmla="*/ 6881422 w 7918980"/>
              <a:gd name="connsiteY167" fmla="*/ 6705297 h 6858000"/>
              <a:gd name="connsiteX168" fmla="*/ 6894105 w 7918980"/>
              <a:gd name="connsiteY168" fmla="*/ 6759582 h 6858000"/>
              <a:gd name="connsiteX169" fmla="*/ 6892152 w 7918980"/>
              <a:gd name="connsiteY169" fmla="*/ 6817746 h 6858000"/>
              <a:gd name="connsiteX170" fmla="*/ 6895302 w 7918980"/>
              <a:gd name="connsiteY170" fmla="*/ 6843646 h 6858000"/>
              <a:gd name="connsiteX171" fmla="*/ 6914368 w 7918980"/>
              <a:gd name="connsiteY171" fmla="*/ 6857998 h 6858000"/>
              <a:gd name="connsiteX172" fmla="*/ 7549620 w 7918980"/>
              <a:gd name="connsiteY172" fmla="*/ 6857998 h 6858000"/>
              <a:gd name="connsiteX173" fmla="*/ 7918980 w 7918980"/>
              <a:gd name="connsiteY173" fmla="*/ 6857998 h 6858000"/>
              <a:gd name="connsiteX174" fmla="*/ 7918980 w 7918980"/>
              <a:gd name="connsiteY174" fmla="*/ 6858000 h 6858000"/>
              <a:gd name="connsiteX175" fmla="*/ 7549620 w 7918980"/>
              <a:gd name="connsiteY175" fmla="*/ 6858000 h 6858000"/>
              <a:gd name="connsiteX176" fmla="*/ 6658851 w 7918980"/>
              <a:gd name="connsiteY176" fmla="*/ 6858000 h 6858000"/>
              <a:gd name="connsiteX177" fmla="*/ 2092387 w 7918980"/>
              <a:gd name="connsiteY177" fmla="*/ 6858000 h 6858000"/>
              <a:gd name="connsiteX178" fmla="*/ 1822980 w 7918980"/>
              <a:gd name="connsiteY178" fmla="*/ 6858000 h 6858000"/>
              <a:gd name="connsiteX179" fmla="*/ 727500 w 7918980"/>
              <a:gd name="connsiteY179" fmla="*/ 6858000 h 6858000"/>
              <a:gd name="connsiteX180" fmla="*/ 504457 w 7918980"/>
              <a:gd name="connsiteY180" fmla="*/ 6858000 h 6858000"/>
              <a:gd name="connsiteX181" fmla="*/ 0 w 7918980"/>
              <a:gd name="connsiteY181" fmla="*/ 6858000 h 6858000"/>
              <a:gd name="connsiteX182" fmla="*/ 0 w 7918980"/>
              <a:gd name="connsiteY182" fmla="*/ 0 h 6858000"/>
              <a:gd name="connsiteX0" fmla="*/ 0 w 7918980"/>
              <a:gd name="connsiteY0" fmla="*/ 0 h 6858000"/>
              <a:gd name="connsiteX1" fmla="*/ 504457 w 7918980"/>
              <a:gd name="connsiteY1" fmla="*/ 0 h 6858000"/>
              <a:gd name="connsiteX2" fmla="*/ 727500 w 7918980"/>
              <a:gd name="connsiteY2" fmla="*/ 0 h 6858000"/>
              <a:gd name="connsiteX3" fmla="*/ 1822980 w 7918980"/>
              <a:gd name="connsiteY3" fmla="*/ 0 h 6858000"/>
              <a:gd name="connsiteX4" fmla="*/ 2092387 w 7918980"/>
              <a:gd name="connsiteY4" fmla="*/ 0 h 6858000"/>
              <a:gd name="connsiteX5" fmla="*/ 7076514 w 7918980"/>
              <a:gd name="connsiteY5" fmla="*/ 0 h 6858000"/>
              <a:gd name="connsiteX6" fmla="*/ 7264525 w 7918980"/>
              <a:gd name="connsiteY6" fmla="*/ 0 h 6858000"/>
              <a:gd name="connsiteX7" fmla="*/ 7390497 w 7918980"/>
              <a:gd name="connsiteY7" fmla="*/ 0 h 6858000"/>
              <a:gd name="connsiteX8" fmla="*/ 7389918 w 7918980"/>
              <a:gd name="connsiteY8" fmla="*/ 1705 h 6858000"/>
              <a:gd name="connsiteX9" fmla="*/ 7374574 w 7918980"/>
              <a:gd name="connsiteY9" fmla="*/ 17287 h 6858000"/>
              <a:gd name="connsiteX10" fmla="*/ 7368621 w 7918980"/>
              <a:gd name="connsiteY10" fmla="*/ 130336 h 6858000"/>
              <a:gd name="connsiteX11" fmla="*/ 7361269 w 7918980"/>
              <a:gd name="connsiteY11" fmla="*/ 187093 h 6858000"/>
              <a:gd name="connsiteX12" fmla="*/ 7368770 w 7918980"/>
              <a:gd name="connsiteY12" fmla="*/ 265704 h 6858000"/>
              <a:gd name="connsiteX13" fmla="*/ 7365293 w 7918980"/>
              <a:gd name="connsiteY13" fmla="*/ 354566 h 6858000"/>
              <a:gd name="connsiteX14" fmla="*/ 7347106 w 7918980"/>
              <a:gd name="connsiteY14" fmla="*/ 472000 h 6858000"/>
              <a:gd name="connsiteX15" fmla="*/ 7345150 w 7918980"/>
              <a:gd name="connsiteY15" fmla="*/ 473782 h 6858000"/>
              <a:gd name="connsiteX16" fmla="*/ 7344778 w 7918980"/>
              <a:gd name="connsiteY16" fmla="*/ 491380 h 6858000"/>
              <a:gd name="connsiteX17" fmla="*/ 7359399 w 7918980"/>
              <a:gd name="connsiteY17" fmla="*/ 531675 h 6858000"/>
              <a:gd name="connsiteX18" fmla="*/ 7356415 w 7918980"/>
              <a:gd name="connsiteY18" fmla="*/ 536015 h 6858000"/>
              <a:gd name="connsiteX19" fmla="*/ 7361068 w 7918980"/>
              <a:gd name="connsiteY19" fmla="*/ 572092 h 6858000"/>
              <a:gd name="connsiteX20" fmla="*/ 7359041 w 7918980"/>
              <a:gd name="connsiteY20" fmla="*/ 572511 h 6858000"/>
              <a:gd name="connsiteX21" fmla="*/ 7351198 w 7918980"/>
              <a:gd name="connsiteY21" fmla="*/ 582332 h 6858000"/>
              <a:gd name="connsiteX22" fmla="*/ 7340991 w 7918980"/>
              <a:gd name="connsiteY22" fmla="*/ 601285 h 6858000"/>
              <a:gd name="connsiteX23" fmla="*/ 7296154 w 7918980"/>
              <a:gd name="connsiteY23" fmla="*/ 681608 h 6858000"/>
              <a:gd name="connsiteX24" fmla="*/ 7295943 w 7918980"/>
              <a:gd name="connsiteY24" fmla="*/ 689151 h 6858000"/>
              <a:gd name="connsiteX25" fmla="*/ 7295465 w 7918980"/>
              <a:gd name="connsiteY25" fmla="*/ 689289 h 6858000"/>
              <a:gd name="connsiteX26" fmla="*/ 7294306 w 7918980"/>
              <a:gd name="connsiteY26" fmla="*/ 697222 h 6858000"/>
              <a:gd name="connsiteX27" fmla="*/ 7295144 w 7918980"/>
              <a:gd name="connsiteY27" fmla="*/ 717531 h 6858000"/>
              <a:gd name="connsiteX28" fmla="*/ 7291871 w 7918980"/>
              <a:gd name="connsiteY28" fmla="*/ 722494 h 6858000"/>
              <a:gd name="connsiteX29" fmla="*/ 7286061 w 7918980"/>
              <a:gd name="connsiteY29" fmla="*/ 724368 h 6858000"/>
              <a:gd name="connsiteX30" fmla="*/ 7269961 w 7918980"/>
              <a:gd name="connsiteY30" fmla="*/ 752692 h 6858000"/>
              <a:gd name="connsiteX31" fmla="*/ 7240170 w 7918980"/>
              <a:gd name="connsiteY31" fmla="*/ 816346 h 6858000"/>
              <a:gd name="connsiteX32" fmla="*/ 7211938 w 7918980"/>
              <a:gd name="connsiteY32" fmla="*/ 889417 h 6858000"/>
              <a:gd name="connsiteX33" fmla="*/ 7130024 w 7918980"/>
              <a:gd name="connsiteY33" fmla="*/ 1063288 h 6858000"/>
              <a:gd name="connsiteX34" fmla="*/ 7126817 w 7918980"/>
              <a:gd name="connsiteY34" fmla="*/ 1157176 h 6858000"/>
              <a:gd name="connsiteX35" fmla="*/ 7109474 w 7918980"/>
              <a:gd name="connsiteY35" fmla="*/ 1210776 h 6858000"/>
              <a:gd name="connsiteX36" fmla="*/ 7105443 w 7918980"/>
              <a:gd name="connsiteY36" fmla="*/ 1301993 h 6858000"/>
              <a:gd name="connsiteX37" fmla="*/ 7075215 w 7918980"/>
              <a:gd name="connsiteY37" fmla="*/ 1360879 h 6858000"/>
              <a:gd name="connsiteX38" fmla="*/ 7067477 w 7918980"/>
              <a:gd name="connsiteY38" fmla="*/ 1404045 h 6858000"/>
              <a:gd name="connsiteX39" fmla="*/ 7046803 w 7918980"/>
              <a:gd name="connsiteY39" fmla="*/ 1429568 h 6858000"/>
              <a:gd name="connsiteX40" fmla="*/ 7047831 w 7918980"/>
              <a:gd name="connsiteY40" fmla="*/ 1430305 h 6858000"/>
              <a:gd name="connsiteX41" fmla="*/ 7035374 w 7918980"/>
              <a:gd name="connsiteY41" fmla="*/ 1463304 h 6858000"/>
              <a:gd name="connsiteX42" fmla="*/ 7032938 w 7918980"/>
              <a:gd name="connsiteY42" fmla="*/ 1514846 h 6858000"/>
              <a:gd name="connsiteX43" fmla="*/ 7029397 w 7918980"/>
              <a:gd name="connsiteY43" fmla="*/ 1519731 h 6858000"/>
              <a:gd name="connsiteX44" fmla="*/ 7029620 w 7918980"/>
              <a:gd name="connsiteY44" fmla="*/ 1519929 h 6858000"/>
              <a:gd name="connsiteX45" fmla="*/ 7030612 w 7918980"/>
              <a:gd name="connsiteY45" fmla="*/ 1546022 h 6858000"/>
              <a:gd name="connsiteX46" fmla="*/ 7035010 w 7918980"/>
              <a:gd name="connsiteY46" fmla="*/ 1578752 h 6858000"/>
              <a:gd name="connsiteX47" fmla="*/ 7026513 w 7918980"/>
              <a:gd name="connsiteY47" fmla="*/ 1647555 h 6858000"/>
              <a:gd name="connsiteX48" fmla="*/ 7013857 w 7918980"/>
              <a:gd name="connsiteY48" fmla="*/ 1715685 h 6858000"/>
              <a:gd name="connsiteX49" fmla="*/ 7007215 w 7918980"/>
              <a:gd name="connsiteY49" fmla="*/ 1740358 h 6858000"/>
              <a:gd name="connsiteX50" fmla="*/ 7004455 w 7918980"/>
              <a:gd name="connsiteY50" fmla="*/ 1784314 h 6858000"/>
              <a:gd name="connsiteX51" fmla="*/ 7008825 w 7918980"/>
              <a:gd name="connsiteY51" fmla="*/ 1804434 h 6858000"/>
              <a:gd name="connsiteX52" fmla="*/ 7008048 w 7918980"/>
              <a:gd name="connsiteY52" fmla="*/ 1805316 h 6858000"/>
              <a:gd name="connsiteX53" fmla="*/ 7011573 w 7918980"/>
              <a:gd name="connsiteY53" fmla="*/ 1807109 h 6858000"/>
              <a:gd name="connsiteX54" fmla="*/ 7008900 w 7918980"/>
              <a:gd name="connsiteY54" fmla="*/ 1821003 h 6858000"/>
              <a:gd name="connsiteX55" fmla="*/ 7006523 w 7918980"/>
              <a:gd name="connsiteY55" fmla="*/ 1824832 h 6858000"/>
              <a:gd name="connsiteX56" fmla="*/ 7005215 w 7918980"/>
              <a:gd name="connsiteY56" fmla="*/ 1830429 h 6858000"/>
              <a:gd name="connsiteX57" fmla="*/ 7005505 w 7918980"/>
              <a:gd name="connsiteY57" fmla="*/ 1830569 h 6858000"/>
              <a:gd name="connsiteX58" fmla="*/ 7003643 w 7918980"/>
              <a:gd name="connsiteY58" fmla="*/ 1835810 h 6858000"/>
              <a:gd name="connsiteX59" fmla="*/ 6990432 w 7918980"/>
              <a:gd name="connsiteY59" fmla="*/ 1861483 h 6858000"/>
              <a:gd name="connsiteX60" fmla="*/ 6997246 w 7918980"/>
              <a:gd name="connsiteY60" fmla="*/ 1892417 h 6858000"/>
              <a:gd name="connsiteX61" fmla="*/ 7012242 w 7918980"/>
              <a:gd name="connsiteY61" fmla="*/ 1895114 h 6858000"/>
              <a:gd name="connsiteX62" fmla="*/ 7010080 w 7918980"/>
              <a:gd name="connsiteY62" fmla="*/ 1899379 h 6858000"/>
              <a:gd name="connsiteX63" fmla="*/ 7003451 w 7918980"/>
              <a:gd name="connsiteY63" fmla="*/ 1907867 h 6858000"/>
              <a:gd name="connsiteX64" fmla="*/ 7004341 w 7918980"/>
              <a:gd name="connsiteY64" fmla="*/ 1910265 h 6858000"/>
              <a:gd name="connsiteX65" fmla="*/ 7001248 w 7918980"/>
              <a:gd name="connsiteY65" fmla="*/ 1935584 h 6858000"/>
              <a:gd name="connsiteX66" fmla="*/ 7006599 w 7918980"/>
              <a:gd name="connsiteY66" fmla="*/ 1942021 h 6858000"/>
              <a:gd name="connsiteX67" fmla="*/ 7007460 w 7918980"/>
              <a:gd name="connsiteY67" fmla="*/ 1945112 h 6858000"/>
              <a:gd name="connsiteX68" fmla="*/ 6949577 w 7918980"/>
              <a:gd name="connsiteY68" fmla="*/ 2024270 h 6858000"/>
              <a:gd name="connsiteX69" fmla="*/ 6942508 w 7918980"/>
              <a:gd name="connsiteY69" fmla="*/ 2107942 h 6858000"/>
              <a:gd name="connsiteX70" fmla="*/ 6933336 w 7918980"/>
              <a:gd name="connsiteY70" fmla="*/ 2193455 h 6858000"/>
              <a:gd name="connsiteX71" fmla="*/ 6927972 w 7918980"/>
              <a:gd name="connsiteY71" fmla="*/ 2260088 h 6858000"/>
              <a:gd name="connsiteX72" fmla="*/ 6909058 w 7918980"/>
              <a:gd name="connsiteY72" fmla="*/ 2296008 h 6858000"/>
              <a:gd name="connsiteX73" fmla="*/ 6901810 w 7918980"/>
              <a:gd name="connsiteY73" fmla="*/ 2305564 h 6858000"/>
              <a:gd name="connsiteX74" fmla="*/ 6904482 w 7918980"/>
              <a:gd name="connsiteY74" fmla="*/ 2320214 h 6858000"/>
              <a:gd name="connsiteX75" fmla="*/ 6891885 w 7918980"/>
              <a:gd name="connsiteY75" fmla="*/ 2417011 h 6858000"/>
              <a:gd name="connsiteX76" fmla="*/ 6884970 w 7918980"/>
              <a:gd name="connsiteY76" fmla="*/ 2454207 h 6858000"/>
              <a:gd name="connsiteX77" fmla="*/ 6882954 w 7918980"/>
              <a:gd name="connsiteY77" fmla="*/ 2487203 h 6858000"/>
              <a:gd name="connsiteX78" fmla="*/ 6871484 w 7918980"/>
              <a:gd name="connsiteY78" fmla="*/ 2512282 h 6858000"/>
              <a:gd name="connsiteX79" fmla="*/ 6872496 w 7918980"/>
              <a:gd name="connsiteY79" fmla="*/ 2514318 h 6858000"/>
              <a:gd name="connsiteX80" fmla="*/ 6898111 w 7918980"/>
              <a:gd name="connsiteY80" fmla="*/ 2574334 h 6858000"/>
              <a:gd name="connsiteX81" fmla="*/ 6897017 w 7918980"/>
              <a:gd name="connsiteY81" fmla="*/ 2579877 h 6858000"/>
              <a:gd name="connsiteX82" fmla="*/ 6897171 w 7918980"/>
              <a:gd name="connsiteY82" fmla="*/ 2608928 h 6858000"/>
              <a:gd name="connsiteX83" fmla="*/ 6896584 w 7918980"/>
              <a:gd name="connsiteY83" fmla="*/ 2613111 h 6858000"/>
              <a:gd name="connsiteX84" fmla="*/ 6888164 w 7918980"/>
              <a:gd name="connsiteY84" fmla="*/ 2621996 h 6858000"/>
              <a:gd name="connsiteX85" fmla="*/ 6890652 w 7918980"/>
              <a:gd name="connsiteY85" fmla="*/ 2634265 h 6858000"/>
              <a:gd name="connsiteX86" fmla="*/ 6882034 w 7918980"/>
              <a:gd name="connsiteY86" fmla="*/ 2647237 h 6858000"/>
              <a:gd name="connsiteX87" fmla="*/ 6888195 w 7918980"/>
              <a:gd name="connsiteY87" fmla="*/ 2650786 h 6858000"/>
              <a:gd name="connsiteX88" fmla="*/ 6894052 w 7918980"/>
              <a:gd name="connsiteY88" fmla="*/ 2661993 h 6858000"/>
              <a:gd name="connsiteX89" fmla="*/ 6885953 w 7918980"/>
              <a:gd name="connsiteY89" fmla="*/ 2670949 h 6858000"/>
              <a:gd name="connsiteX90" fmla="*/ 6880156 w 7918980"/>
              <a:gd name="connsiteY90" fmla="*/ 2690255 h 6858000"/>
              <a:gd name="connsiteX91" fmla="*/ 6881009 w 7918980"/>
              <a:gd name="connsiteY91" fmla="*/ 2695683 h 6858000"/>
              <a:gd name="connsiteX92" fmla="*/ 6870001 w 7918980"/>
              <a:gd name="connsiteY92" fmla="*/ 2713964 h 6858000"/>
              <a:gd name="connsiteX93" fmla="*/ 6864441 w 7918980"/>
              <a:gd name="connsiteY93" fmla="*/ 2730175 h 6858000"/>
              <a:gd name="connsiteX94" fmla="*/ 6875107 w 7918980"/>
              <a:gd name="connsiteY94" fmla="*/ 2763497 h 6858000"/>
              <a:gd name="connsiteX95" fmla="*/ 6837349 w 7918980"/>
              <a:gd name="connsiteY95" fmla="*/ 3051539 h 6858000"/>
              <a:gd name="connsiteX96" fmla="*/ 6835698 w 7918980"/>
              <a:gd name="connsiteY96" fmla="*/ 3060333 h 6858000"/>
              <a:gd name="connsiteX97" fmla="*/ 6837785 w 7918980"/>
              <a:gd name="connsiteY97" fmla="*/ 3065434 h 6858000"/>
              <a:gd name="connsiteX98" fmla="*/ 6834476 w 7918980"/>
              <a:gd name="connsiteY98" fmla="*/ 3066836 h 6858000"/>
              <a:gd name="connsiteX99" fmla="*/ 6831096 w 7918980"/>
              <a:gd name="connsiteY99" fmla="*/ 3084834 h 6858000"/>
              <a:gd name="connsiteX100" fmla="*/ 6831305 w 7918980"/>
              <a:gd name="connsiteY100" fmla="*/ 3097259 h 6858000"/>
              <a:gd name="connsiteX101" fmla="*/ 6828050 w 7918980"/>
              <a:gd name="connsiteY101" fmla="*/ 3101053 h 6858000"/>
              <a:gd name="connsiteX102" fmla="*/ 6827093 w 7918980"/>
              <a:gd name="connsiteY102" fmla="*/ 3106151 h 6858000"/>
              <a:gd name="connsiteX103" fmla="*/ 6833251 w 7918980"/>
              <a:gd name="connsiteY103" fmla="*/ 3116747 h 6858000"/>
              <a:gd name="connsiteX104" fmla="*/ 6825921 w 7918980"/>
              <a:gd name="connsiteY104" fmla="*/ 3151828 h 6858000"/>
              <a:gd name="connsiteX105" fmla="*/ 6825863 w 7918980"/>
              <a:gd name="connsiteY105" fmla="*/ 3180546 h 6858000"/>
              <a:gd name="connsiteX106" fmla="*/ 6839691 w 7918980"/>
              <a:gd name="connsiteY106" fmla="*/ 3258677 h 6858000"/>
              <a:gd name="connsiteX107" fmla="*/ 6840898 w 7918980"/>
              <a:gd name="connsiteY107" fmla="*/ 3262610 h 6858000"/>
              <a:gd name="connsiteX108" fmla="*/ 6834652 w 7918980"/>
              <a:gd name="connsiteY108" fmla="*/ 3277179 h 6858000"/>
              <a:gd name="connsiteX109" fmla="*/ 6832324 w 7918980"/>
              <a:gd name="connsiteY109" fmla="*/ 3278130 h 6858000"/>
              <a:gd name="connsiteX110" fmla="*/ 6849750 w 7918980"/>
              <a:gd name="connsiteY110" fmla="*/ 3325671 h 6858000"/>
              <a:gd name="connsiteX111" fmla="*/ 6847551 w 7918980"/>
              <a:gd name="connsiteY111" fmla="*/ 3332072 h 6858000"/>
              <a:gd name="connsiteX112" fmla="*/ 6864685 w 7918980"/>
              <a:gd name="connsiteY112" fmla="*/ 3362948 h 6858000"/>
              <a:gd name="connsiteX113" fmla="*/ 6870457 w 7918980"/>
              <a:gd name="connsiteY113" fmla="*/ 3378959 h 6858000"/>
              <a:gd name="connsiteX114" fmla="*/ 6883738 w 7918980"/>
              <a:gd name="connsiteY114" fmla="*/ 3407057 h 6858000"/>
              <a:gd name="connsiteX115" fmla="*/ 6881948 w 7918980"/>
              <a:gd name="connsiteY115" fmla="*/ 3409825 h 6858000"/>
              <a:gd name="connsiteX116" fmla="*/ 6885647 w 7918980"/>
              <a:gd name="connsiteY116" fmla="*/ 3415218 h 6858000"/>
              <a:gd name="connsiteX117" fmla="*/ 6883908 w 7918980"/>
              <a:gd name="connsiteY117" fmla="*/ 3419880 h 6858000"/>
              <a:gd name="connsiteX118" fmla="*/ 6885903 w 7918980"/>
              <a:gd name="connsiteY118" fmla="*/ 3424545 h 6858000"/>
              <a:gd name="connsiteX119" fmla="*/ 6887603 w 7918980"/>
              <a:gd name="connsiteY119" fmla="*/ 3476412 h 6858000"/>
              <a:gd name="connsiteX120" fmla="*/ 6892664 w 7918980"/>
              <a:gd name="connsiteY120" fmla="*/ 3486850 h 6858000"/>
              <a:gd name="connsiteX121" fmla="*/ 6886319 w 7918980"/>
              <a:gd name="connsiteY121" fmla="*/ 3496391 h 6858000"/>
              <a:gd name="connsiteX122" fmla="*/ 6893119 w 7918980"/>
              <a:gd name="connsiteY122" fmla="*/ 3531201 h 6858000"/>
              <a:gd name="connsiteX123" fmla="*/ 6902876 w 7918980"/>
              <a:gd name="connsiteY123" fmla="*/ 3542019 h 6858000"/>
              <a:gd name="connsiteX124" fmla="*/ 6910520 w 7918980"/>
              <a:gd name="connsiteY124" fmla="*/ 3552249 h 6858000"/>
              <a:gd name="connsiteX125" fmla="*/ 6910882 w 7918980"/>
              <a:gd name="connsiteY125" fmla="*/ 3553678 h 6858000"/>
              <a:gd name="connsiteX126" fmla="*/ 6914489 w 7918980"/>
              <a:gd name="connsiteY126" fmla="*/ 3568021 h 6858000"/>
              <a:gd name="connsiteX127" fmla="*/ 6914914 w 7918980"/>
              <a:gd name="connsiteY127" fmla="*/ 3569719 h 6858000"/>
              <a:gd name="connsiteX128" fmla="*/ 6912342 w 7918980"/>
              <a:gd name="connsiteY128" fmla="*/ 3586412 h 6858000"/>
              <a:gd name="connsiteX129" fmla="*/ 6915338 w 7918980"/>
              <a:gd name="connsiteY129" fmla="*/ 3597336 h 6858000"/>
              <a:gd name="connsiteX130" fmla="*/ 6907234 w 7918980"/>
              <a:gd name="connsiteY130" fmla="*/ 3606007 h 6858000"/>
              <a:gd name="connsiteX131" fmla="*/ 6907261 w 7918980"/>
              <a:gd name="connsiteY131" fmla="*/ 3641228 h 6858000"/>
              <a:gd name="connsiteX132" fmla="*/ 6914828 w 7918980"/>
              <a:gd name="connsiteY132" fmla="*/ 3653088 h 6858000"/>
              <a:gd name="connsiteX133" fmla="*/ 6920416 w 7918980"/>
              <a:gd name="connsiteY133" fmla="*/ 3664114 h 6858000"/>
              <a:gd name="connsiteX134" fmla="*/ 6920498 w 7918980"/>
              <a:gd name="connsiteY134" fmla="*/ 3665569 h 6858000"/>
              <a:gd name="connsiteX135" fmla="*/ 6922809 w 7918980"/>
              <a:gd name="connsiteY135" fmla="*/ 3707357 h 6858000"/>
              <a:gd name="connsiteX136" fmla="*/ 6937676 w 7918980"/>
              <a:gd name="connsiteY136" fmla="*/ 3778166 h 6858000"/>
              <a:gd name="connsiteX137" fmla="*/ 6958359 w 7918980"/>
              <a:gd name="connsiteY137" fmla="*/ 3878222 h 6858000"/>
              <a:gd name="connsiteX138" fmla="*/ 6953118 w 7918980"/>
              <a:gd name="connsiteY138" fmla="*/ 4048117 h 6858000"/>
              <a:gd name="connsiteX139" fmla="*/ 6913020 w 7918980"/>
              <a:gd name="connsiteY139" fmla="*/ 4219510 h 6858000"/>
              <a:gd name="connsiteX140" fmla="*/ 6915792 w 7918980"/>
              <a:gd name="connsiteY140" fmla="*/ 4411258 h 6858000"/>
              <a:gd name="connsiteX141" fmla="*/ 6907579 w 7918980"/>
              <a:gd name="connsiteY141" fmla="*/ 4488531 h 6858000"/>
              <a:gd name="connsiteX142" fmla="*/ 6907052 w 7918980"/>
              <a:gd name="connsiteY142" fmla="*/ 4539168 h 6858000"/>
              <a:gd name="connsiteX143" fmla="*/ 6891916 w 7918980"/>
              <a:gd name="connsiteY143" fmla="*/ 4625153 h 6858000"/>
              <a:gd name="connsiteX144" fmla="*/ 6882094 w 7918980"/>
              <a:gd name="connsiteY144" fmla="*/ 4733115 h 6858000"/>
              <a:gd name="connsiteX145" fmla="*/ 6860189 w 7918980"/>
              <a:gd name="connsiteY145" fmla="*/ 4844323 h 6858000"/>
              <a:gd name="connsiteX146" fmla="*/ 6843618 w 7918980"/>
              <a:gd name="connsiteY146" fmla="*/ 4877992 h 6858000"/>
              <a:gd name="connsiteX147" fmla="*/ 6829393 w 7918980"/>
              <a:gd name="connsiteY147" fmla="*/ 4925805 h 6858000"/>
              <a:gd name="connsiteX148" fmla="*/ 6794017 w 7918980"/>
              <a:gd name="connsiteY148" fmla="*/ 5009272 h 6858000"/>
              <a:gd name="connsiteX149" fmla="*/ 6786085 w 7918980"/>
              <a:gd name="connsiteY149" fmla="*/ 5111369 h 6858000"/>
              <a:gd name="connsiteX150" fmla="*/ 6799321 w 7918980"/>
              <a:gd name="connsiteY150" fmla="*/ 5210876 h 6858000"/>
              <a:gd name="connsiteX151" fmla="*/ 6803597 w 7918980"/>
              <a:gd name="connsiteY151" fmla="*/ 5269726 h 6858000"/>
              <a:gd name="connsiteX152" fmla="*/ 6820713 w 7918980"/>
              <a:gd name="connsiteY152" fmla="*/ 5464225 h 6858000"/>
              <a:gd name="connsiteX153" fmla="*/ 6824380 w 7918980"/>
              <a:gd name="connsiteY153" fmla="*/ 5594585 h 6858000"/>
              <a:gd name="connsiteX154" fmla="*/ 6806680 w 7918980"/>
              <a:gd name="connsiteY154" fmla="*/ 5667896 h 6858000"/>
              <a:gd name="connsiteX155" fmla="*/ 6791486 w 7918980"/>
              <a:gd name="connsiteY155" fmla="*/ 5769225 h 6858000"/>
              <a:gd name="connsiteX156" fmla="*/ 6792745 w 7918980"/>
              <a:gd name="connsiteY156" fmla="*/ 5823324 h 6858000"/>
              <a:gd name="connsiteX157" fmla="*/ 6789109 w 7918980"/>
              <a:gd name="connsiteY157" fmla="*/ 5862699 h 6858000"/>
              <a:gd name="connsiteX158" fmla="*/ 6793675 w 7918980"/>
              <a:gd name="connsiteY158" fmla="*/ 5906467 h 6858000"/>
              <a:gd name="connsiteX159" fmla="*/ 6814548 w 7918980"/>
              <a:gd name="connsiteY159" fmla="*/ 5939847 h 6858000"/>
              <a:gd name="connsiteX160" fmla="*/ 6809795 w 7918980"/>
              <a:gd name="connsiteY160" fmla="*/ 5973994 h 6858000"/>
              <a:gd name="connsiteX161" fmla="*/ 6810756 w 7918980"/>
              <a:gd name="connsiteY161" fmla="*/ 6089693 h 6858000"/>
              <a:gd name="connsiteX162" fmla="*/ 6814601 w 7918980"/>
              <a:gd name="connsiteY162" fmla="*/ 6224938 h 6858000"/>
              <a:gd name="connsiteX163" fmla="*/ 6840137 w 7918980"/>
              <a:gd name="connsiteY163" fmla="*/ 6370251 h 6858000"/>
              <a:gd name="connsiteX164" fmla="*/ 6863777 w 7918980"/>
              <a:gd name="connsiteY164" fmla="*/ 6541313 h 6858000"/>
              <a:gd name="connsiteX165" fmla="*/ 6868355 w 7918980"/>
              <a:gd name="connsiteY165" fmla="*/ 6640957 h 6858000"/>
              <a:gd name="connsiteX166" fmla="*/ 6881422 w 7918980"/>
              <a:gd name="connsiteY166" fmla="*/ 6705297 h 6858000"/>
              <a:gd name="connsiteX167" fmla="*/ 6894105 w 7918980"/>
              <a:gd name="connsiteY167" fmla="*/ 6759582 h 6858000"/>
              <a:gd name="connsiteX168" fmla="*/ 6892152 w 7918980"/>
              <a:gd name="connsiteY168" fmla="*/ 6817746 h 6858000"/>
              <a:gd name="connsiteX169" fmla="*/ 6895302 w 7918980"/>
              <a:gd name="connsiteY169" fmla="*/ 6843646 h 6858000"/>
              <a:gd name="connsiteX170" fmla="*/ 6914368 w 7918980"/>
              <a:gd name="connsiteY170" fmla="*/ 6857998 h 6858000"/>
              <a:gd name="connsiteX171" fmla="*/ 7549620 w 7918980"/>
              <a:gd name="connsiteY171" fmla="*/ 6857998 h 6858000"/>
              <a:gd name="connsiteX172" fmla="*/ 7918980 w 7918980"/>
              <a:gd name="connsiteY172" fmla="*/ 6857998 h 6858000"/>
              <a:gd name="connsiteX173" fmla="*/ 7918980 w 7918980"/>
              <a:gd name="connsiteY173" fmla="*/ 6858000 h 6858000"/>
              <a:gd name="connsiteX174" fmla="*/ 7549620 w 7918980"/>
              <a:gd name="connsiteY174" fmla="*/ 6858000 h 6858000"/>
              <a:gd name="connsiteX175" fmla="*/ 6658851 w 7918980"/>
              <a:gd name="connsiteY175" fmla="*/ 6858000 h 6858000"/>
              <a:gd name="connsiteX176" fmla="*/ 2092387 w 7918980"/>
              <a:gd name="connsiteY176" fmla="*/ 6858000 h 6858000"/>
              <a:gd name="connsiteX177" fmla="*/ 1822980 w 7918980"/>
              <a:gd name="connsiteY177" fmla="*/ 6858000 h 6858000"/>
              <a:gd name="connsiteX178" fmla="*/ 727500 w 7918980"/>
              <a:gd name="connsiteY178" fmla="*/ 6858000 h 6858000"/>
              <a:gd name="connsiteX179" fmla="*/ 504457 w 7918980"/>
              <a:gd name="connsiteY179" fmla="*/ 6858000 h 6858000"/>
              <a:gd name="connsiteX180" fmla="*/ 0 w 7918980"/>
              <a:gd name="connsiteY180" fmla="*/ 6858000 h 6858000"/>
              <a:gd name="connsiteX181" fmla="*/ 0 w 7918980"/>
              <a:gd name="connsiteY181" fmla="*/ 0 h 6858000"/>
              <a:gd name="connsiteX0" fmla="*/ 0 w 7918980"/>
              <a:gd name="connsiteY0" fmla="*/ 0 h 6858000"/>
              <a:gd name="connsiteX1" fmla="*/ 504457 w 7918980"/>
              <a:gd name="connsiteY1" fmla="*/ 0 h 6858000"/>
              <a:gd name="connsiteX2" fmla="*/ 727500 w 7918980"/>
              <a:gd name="connsiteY2" fmla="*/ 0 h 6858000"/>
              <a:gd name="connsiteX3" fmla="*/ 1822980 w 7918980"/>
              <a:gd name="connsiteY3" fmla="*/ 0 h 6858000"/>
              <a:gd name="connsiteX4" fmla="*/ 2092387 w 7918980"/>
              <a:gd name="connsiteY4" fmla="*/ 0 h 6858000"/>
              <a:gd name="connsiteX5" fmla="*/ 7076514 w 7918980"/>
              <a:gd name="connsiteY5" fmla="*/ 0 h 6858000"/>
              <a:gd name="connsiteX6" fmla="*/ 7264525 w 7918980"/>
              <a:gd name="connsiteY6" fmla="*/ 0 h 6858000"/>
              <a:gd name="connsiteX7" fmla="*/ 7390497 w 7918980"/>
              <a:gd name="connsiteY7" fmla="*/ 0 h 6858000"/>
              <a:gd name="connsiteX8" fmla="*/ 7389918 w 7918980"/>
              <a:gd name="connsiteY8" fmla="*/ 1705 h 6858000"/>
              <a:gd name="connsiteX9" fmla="*/ 7374574 w 7918980"/>
              <a:gd name="connsiteY9" fmla="*/ 17287 h 6858000"/>
              <a:gd name="connsiteX10" fmla="*/ 7368621 w 7918980"/>
              <a:gd name="connsiteY10" fmla="*/ 130336 h 6858000"/>
              <a:gd name="connsiteX11" fmla="*/ 7361269 w 7918980"/>
              <a:gd name="connsiteY11" fmla="*/ 187093 h 6858000"/>
              <a:gd name="connsiteX12" fmla="*/ 7368770 w 7918980"/>
              <a:gd name="connsiteY12" fmla="*/ 265704 h 6858000"/>
              <a:gd name="connsiteX13" fmla="*/ 7365293 w 7918980"/>
              <a:gd name="connsiteY13" fmla="*/ 354566 h 6858000"/>
              <a:gd name="connsiteX14" fmla="*/ 7347106 w 7918980"/>
              <a:gd name="connsiteY14" fmla="*/ 472000 h 6858000"/>
              <a:gd name="connsiteX15" fmla="*/ 7345150 w 7918980"/>
              <a:gd name="connsiteY15" fmla="*/ 473782 h 6858000"/>
              <a:gd name="connsiteX16" fmla="*/ 7344778 w 7918980"/>
              <a:gd name="connsiteY16" fmla="*/ 491380 h 6858000"/>
              <a:gd name="connsiteX17" fmla="*/ 7359399 w 7918980"/>
              <a:gd name="connsiteY17" fmla="*/ 531675 h 6858000"/>
              <a:gd name="connsiteX18" fmla="*/ 7356415 w 7918980"/>
              <a:gd name="connsiteY18" fmla="*/ 536015 h 6858000"/>
              <a:gd name="connsiteX19" fmla="*/ 7361068 w 7918980"/>
              <a:gd name="connsiteY19" fmla="*/ 572092 h 6858000"/>
              <a:gd name="connsiteX20" fmla="*/ 7359041 w 7918980"/>
              <a:gd name="connsiteY20" fmla="*/ 572511 h 6858000"/>
              <a:gd name="connsiteX21" fmla="*/ 7351198 w 7918980"/>
              <a:gd name="connsiteY21" fmla="*/ 582332 h 6858000"/>
              <a:gd name="connsiteX22" fmla="*/ 7340991 w 7918980"/>
              <a:gd name="connsiteY22" fmla="*/ 601285 h 6858000"/>
              <a:gd name="connsiteX23" fmla="*/ 7296154 w 7918980"/>
              <a:gd name="connsiteY23" fmla="*/ 681608 h 6858000"/>
              <a:gd name="connsiteX24" fmla="*/ 7295943 w 7918980"/>
              <a:gd name="connsiteY24" fmla="*/ 689151 h 6858000"/>
              <a:gd name="connsiteX25" fmla="*/ 7295465 w 7918980"/>
              <a:gd name="connsiteY25" fmla="*/ 689289 h 6858000"/>
              <a:gd name="connsiteX26" fmla="*/ 7294306 w 7918980"/>
              <a:gd name="connsiteY26" fmla="*/ 697222 h 6858000"/>
              <a:gd name="connsiteX27" fmla="*/ 7295144 w 7918980"/>
              <a:gd name="connsiteY27" fmla="*/ 717531 h 6858000"/>
              <a:gd name="connsiteX28" fmla="*/ 7291871 w 7918980"/>
              <a:gd name="connsiteY28" fmla="*/ 722494 h 6858000"/>
              <a:gd name="connsiteX29" fmla="*/ 7286061 w 7918980"/>
              <a:gd name="connsiteY29" fmla="*/ 724368 h 6858000"/>
              <a:gd name="connsiteX30" fmla="*/ 7269961 w 7918980"/>
              <a:gd name="connsiteY30" fmla="*/ 752692 h 6858000"/>
              <a:gd name="connsiteX31" fmla="*/ 7240170 w 7918980"/>
              <a:gd name="connsiteY31" fmla="*/ 816346 h 6858000"/>
              <a:gd name="connsiteX32" fmla="*/ 7211938 w 7918980"/>
              <a:gd name="connsiteY32" fmla="*/ 889417 h 6858000"/>
              <a:gd name="connsiteX33" fmla="*/ 7130024 w 7918980"/>
              <a:gd name="connsiteY33" fmla="*/ 1063288 h 6858000"/>
              <a:gd name="connsiteX34" fmla="*/ 7126817 w 7918980"/>
              <a:gd name="connsiteY34" fmla="*/ 1157176 h 6858000"/>
              <a:gd name="connsiteX35" fmla="*/ 7109474 w 7918980"/>
              <a:gd name="connsiteY35" fmla="*/ 1210776 h 6858000"/>
              <a:gd name="connsiteX36" fmla="*/ 7105443 w 7918980"/>
              <a:gd name="connsiteY36" fmla="*/ 1301993 h 6858000"/>
              <a:gd name="connsiteX37" fmla="*/ 7075215 w 7918980"/>
              <a:gd name="connsiteY37" fmla="*/ 1360879 h 6858000"/>
              <a:gd name="connsiteX38" fmla="*/ 7067477 w 7918980"/>
              <a:gd name="connsiteY38" fmla="*/ 1404045 h 6858000"/>
              <a:gd name="connsiteX39" fmla="*/ 7046803 w 7918980"/>
              <a:gd name="connsiteY39" fmla="*/ 1429568 h 6858000"/>
              <a:gd name="connsiteX40" fmla="*/ 7047831 w 7918980"/>
              <a:gd name="connsiteY40" fmla="*/ 1430305 h 6858000"/>
              <a:gd name="connsiteX41" fmla="*/ 7035374 w 7918980"/>
              <a:gd name="connsiteY41" fmla="*/ 1463304 h 6858000"/>
              <a:gd name="connsiteX42" fmla="*/ 7032938 w 7918980"/>
              <a:gd name="connsiteY42" fmla="*/ 1514846 h 6858000"/>
              <a:gd name="connsiteX43" fmla="*/ 7029397 w 7918980"/>
              <a:gd name="connsiteY43" fmla="*/ 1519731 h 6858000"/>
              <a:gd name="connsiteX44" fmla="*/ 7029620 w 7918980"/>
              <a:gd name="connsiteY44" fmla="*/ 1519929 h 6858000"/>
              <a:gd name="connsiteX45" fmla="*/ 7030612 w 7918980"/>
              <a:gd name="connsiteY45" fmla="*/ 1546022 h 6858000"/>
              <a:gd name="connsiteX46" fmla="*/ 7035010 w 7918980"/>
              <a:gd name="connsiteY46" fmla="*/ 1578752 h 6858000"/>
              <a:gd name="connsiteX47" fmla="*/ 7026513 w 7918980"/>
              <a:gd name="connsiteY47" fmla="*/ 1647555 h 6858000"/>
              <a:gd name="connsiteX48" fmla="*/ 7013857 w 7918980"/>
              <a:gd name="connsiteY48" fmla="*/ 1715685 h 6858000"/>
              <a:gd name="connsiteX49" fmla="*/ 7007215 w 7918980"/>
              <a:gd name="connsiteY49" fmla="*/ 1740358 h 6858000"/>
              <a:gd name="connsiteX50" fmla="*/ 7004455 w 7918980"/>
              <a:gd name="connsiteY50" fmla="*/ 1784314 h 6858000"/>
              <a:gd name="connsiteX51" fmla="*/ 7008825 w 7918980"/>
              <a:gd name="connsiteY51" fmla="*/ 1804434 h 6858000"/>
              <a:gd name="connsiteX52" fmla="*/ 7008048 w 7918980"/>
              <a:gd name="connsiteY52" fmla="*/ 1805316 h 6858000"/>
              <a:gd name="connsiteX53" fmla="*/ 7011573 w 7918980"/>
              <a:gd name="connsiteY53" fmla="*/ 1807109 h 6858000"/>
              <a:gd name="connsiteX54" fmla="*/ 7008900 w 7918980"/>
              <a:gd name="connsiteY54" fmla="*/ 1821003 h 6858000"/>
              <a:gd name="connsiteX55" fmla="*/ 7006523 w 7918980"/>
              <a:gd name="connsiteY55" fmla="*/ 1824832 h 6858000"/>
              <a:gd name="connsiteX56" fmla="*/ 7005215 w 7918980"/>
              <a:gd name="connsiteY56" fmla="*/ 1830429 h 6858000"/>
              <a:gd name="connsiteX57" fmla="*/ 7005505 w 7918980"/>
              <a:gd name="connsiteY57" fmla="*/ 1830569 h 6858000"/>
              <a:gd name="connsiteX58" fmla="*/ 7003643 w 7918980"/>
              <a:gd name="connsiteY58" fmla="*/ 1835810 h 6858000"/>
              <a:gd name="connsiteX59" fmla="*/ 6990432 w 7918980"/>
              <a:gd name="connsiteY59" fmla="*/ 1861483 h 6858000"/>
              <a:gd name="connsiteX60" fmla="*/ 6997246 w 7918980"/>
              <a:gd name="connsiteY60" fmla="*/ 1892417 h 6858000"/>
              <a:gd name="connsiteX61" fmla="*/ 7012242 w 7918980"/>
              <a:gd name="connsiteY61" fmla="*/ 1895114 h 6858000"/>
              <a:gd name="connsiteX62" fmla="*/ 7010080 w 7918980"/>
              <a:gd name="connsiteY62" fmla="*/ 1899379 h 6858000"/>
              <a:gd name="connsiteX63" fmla="*/ 7003451 w 7918980"/>
              <a:gd name="connsiteY63" fmla="*/ 1907867 h 6858000"/>
              <a:gd name="connsiteX64" fmla="*/ 7004341 w 7918980"/>
              <a:gd name="connsiteY64" fmla="*/ 1910265 h 6858000"/>
              <a:gd name="connsiteX65" fmla="*/ 7001248 w 7918980"/>
              <a:gd name="connsiteY65" fmla="*/ 1935584 h 6858000"/>
              <a:gd name="connsiteX66" fmla="*/ 7006599 w 7918980"/>
              <a:gd name="connsiteY66" fmla="*/ 1942021 h 6858000"/>
              <a:gd name="connsiteX67" fmla="*/ 6985020 w 7918980"/>
              <a:gd name="connsiteY67" fmla="*/ 1967551 h 6858000"/>
              <a:gd name="connsiteX68" fmla="*/ 6949577 w 7918980"/>
              <a:gd name="connsiteY68" fmla="*/ 2024270 h 6858000"/>
              <a:gd name="connsiteX69" fmla="*/ 6942508 w 7918980"/>
              <a:gd name="connsiteY69" fmla="*/ 2107942 h 6858000"/>
              <a:gd name="connsiteX70" fmla="*/ 6933336 w 7918980"/>
              <a:gd name="connsiteY70" fmla="*/ 2193455 h 6858000"/>
              <a:gd name="connsiteX71" fmla="*/ 6927972 w 7918980"/>
              <a:gd name="connsiteY71" fmla="*/ 2260088 h 6858000"/>
              <a:gd name="connsiteX72" fmla="*/ 6909058 w 7918980"/>
              <a:gd name="connsiteY72" fmla="*/ 2296008 h 6858000"/>
              <a:gd name="connsiteX73" fmla="*/ 6901810 w 7918980"/>
              <a:gd name="connsiteY73" fmla="*/ 2305564 h 6858000"/>
              <a:gd name="connsiteX74" fmla="*/ 6904482 w 7918980"/>
              <a:gd name="connsiteY74" fmla="*/ 2320214 h 6858000"/>
              <a:gd name="connsiteX75" fmla="*/ 6891885 w 7918980"/>
              <a:gd name="connsiteY75" fmla="*/ 2417011 h 6858000"/>
              <a:gd name="connsiteX76" fmla="*/ 6884970 w 7918980"/>
              <a:gd name="connsiteY76" fmla="*/ 2454207 h 6858000"/>
              <a:gd name="connsiteX77" fmla="*/ 6882954 w 7918980"/>
              <a:gd name="connsiteY77" fmla="*/ 2487203 h 6858000"/>
              <a:gd name="connsiteX78" fmla="*/ 6871484 w 7918980"/>
              <a:gd name="connsiteY78" fmla="*/ 2512282 h 6858000"/>
              <a:gd name="connsiteX79" fmla="*/ 6872496 w 7918980"/>
              <a:gd name="connsiteY79" fmla="*/ 2514318 h 6858000"/>
              <a:gd name="connsiteX80" fmla="*/ 6898111 w 7918980"/>
              <a:gd name="connsiteY80" fmla="*/ 2574334 h 6858000"/>
              <a:gd name="connsiteX81" fmla="*/ 6897017 w 7918980"/>
              <a:gd name="connsiteY81" fmla="*/ 2579877 h 6858000"/>
              <a:gd name="connsiteX82" fmla="*/ 6897171 w 7918980"/>
              <a:gd name="connsiteY82" fmla="*/ 2608928 h 6858000"/>
              <a:gd name="connsiteX83" fmla="*/ 6896584 w 7918980"/>
              <a:gd name="connsiteY83" fmla="*/ 2613111 h 6858000"/>
              <a:gd name="connsiteX84" fmla="*/ 6888164 w 7918980"/>
              <a:gd name="connsiteY84" fmla="*/ 2621996 h 6858000"/>
              <a:gd name="connsiteX85" fmla="*/ 6890652 w 7918980"/>
              <a:gd name="connsiteY85" fmla="*/ 2634265 h 6858000"/>
              <a:gd name="connsiteX86" fmla="*/ 6882034 w 7918980"/>
              <a:gd name="connsiteY86" fmla="*/ 2647237 h 6858000"/>
              <a:gd name="connsiteX87" fmla="*/ 6888195 w 7918980"/>
              <a:gd name="connsiteY87" fmla="*/ 2650786 h 6858000"/>
              <a:gd name="connsiteX88" fmla="*/ 6894052 w 7918980"/>
              <a:gd name="connsiteY88" fmla="*/ 2661993 h 6858000"/>
              <a:gd name="connsiteX89" fmla="*/ 6885953 w 7918980"/>
              <a:gd name="connsiteY89" fmla="*/ 2670949 h 6858000"/>
              <a:gd name="connsiteX90" fmla="*/ 6880156 w 7918980"/>
              <a:gd name="connsiteY90" fmla="*/ 2690255 h 6858000"/>
              <a:gd name="connsiteX91" fmla="*/ 6881009 w 7918980"/>
              <a:gd name="connsiteY91" fmla="*/ 2695683 h 6858000"/>
              <a:gd name="connsiteX92" fmla="*/ 6870001 w 7918980"/>
              <a:gd name="connsiteY92" fmla="*/ 2713964 h 6858000"/>
              <a:gd name="connsiteX93" fmla="*/ 6864441 w 7918980"/>
              <a:gd name="connsiteY93" fmla="*/ 2730175 h 6858000"/>
              <a:gd name="connsiteX94" fmla="*/ 6875107 w 7918980"/>
              <a:gd name="connsiteY94" fmla="*/ 2763497 h 6858000"/>
              <a:gd name="connsiteX95" fmla="*/ 6837349 w 7918980"/>
              <a:gd name="connsiteY95" fmla="*/ 3051539 h 6858000"/>
              <a:gd name="connsiteX96" fmla="*/ 6835698 w 7918980"/>
              <a:gd name="connsiteY96" fmla="*/ 3060333 h 6858000"/>
              <a:gd name="connsiteX97" fmla="*/ 6837785 w 7918980"/>
              <a:gd name="connsiteY97" fmla="*/ 3065434 h 6858000"/>
              <a:gd name="connsiteX98" fmla="*/ 6834476 w 7918980"/>
              <a:gd name="connsiteY98" fmla="*/ 3066836 h 6858000"/>
              <a:gd name="connsiteX99" fmla="*/ 6831096 w 7918980"/>
              <a:gd name="connsiteY99" fmla="*/ 3084834 h 6858000"/>
              <a:gd name="connsiteX100" fmla="*/ 6831305 w 7918980"/>
              <a:gd name="connsiteY100" fmla="*/ 3097259 h 6858000"/>
              <a:gd name="connsiteX101" fmla="*/ 6828050 w 7918980"/>
              <a:gd name="connsiteY101" fmla="*/ 3101053 h 6858000"/>
              <a:gd name="connsiteX102" fmla="*/ 6827093 w 7918980"/>
              <a:gd name="connsiteY102" fmla="*/ 3106151 h 6858000"/>
              <a:gd name="connsiteX103" fmla="*/ 6833251 w 7918980"/>
              <a:gd name="connsiteY103" fmla="*/ 3116747 h 6858000"/>
              <a:gd name="connsiteX104" fmla="*/ 6825921 w 7918980"/>
              <a:gd name="connsiteY104" fmla="*/ 3151828 h 6858000"/>
              <a:gd name="connsiteX105" fmla="*/ 6825863 w 7918980"/>
              <a:gd name="connsiteY105" fmla="*/ 3180546 h 6858000"/>
              <a:gd name="connsiteX106" fmla="*/ 6839691 w 7918980"/>
              <a:gd name="connsiteY106" fmla="*/ 3258677 h 6858000"/>
              <a:gd name="connsiteX107" fmla="*/ 6840898 w 7918980"/>
              <a:gd name="connsiteY107" fmla="*/ 3262610 h 6858000"/>
              <a:gd name="connsiteX108" fmla="*/ 6834652 w 7918980"/>
              <a:gd name="connsiteY108" fmla="*/ 3277179 h 6858000"/>
              <a:gd name="connsiteX109" fmla="*/ 6832324 w 7918980"/>
              <a:gd name="connsiteY109" fmla="*/ 3278130 h 6858000"/>
              <a:gd name="connsiteX110" fmla="*/ 6849750 w 7918980"/>
              <a:gd name="connsiteY110" fmla="*/ 3325671 h 6858000"/>
              <a:gd name="connsiteX111" fmla="*/ 6847551 w 7918980"/>
              <a:gd name="connsiteY111" fmla="*/ 3332072 h 6858000"/>
              <a:gd name="connsiteX112" fmla="*/ 6864685 w 7918980"/>
              <a:gd name="connsiteY112" fmla="*/ 3362948 h 6858000"/>
              <a:gd name="connsiteX113" fmla="*/ 6870457 w 7918980"/>
              <a:gd name="connsiteY113" fmla="*/ 3378959 h 6858000"/>
              <a:gd name="connsiteX114" fmla="*/ 6883738 w 7918980"/>
              <a:gd name="connsiteY114" fmla="*/ 3407057 h 6858000"/>
              <a:gd name="connsiteX115" fmla="*/ 6881948 w 7918980"/>
              <a:gd name="connsiteY115" fmla="*/ 3409825 h 6858000"/>
              <a:gd name="connsiteX116" fmla="*/ 6885647 w 7918980"/>
              <a:gd name="connsiteY116" fmla="*/ 3415218 h 6858000"/>
              <a:gd name="connsiteX117" fmla="*/ 6883908 w 7918980"/>
              <a:gd name="connsiteY117" fmla="*/ 3419880 h 6858000"/>
              <a:gd name="connsiteX118" fmla="*/ 6885903 w 7918980"/>
              <a:gd name="connsiteY118" fmla="*/ 3424545 h 6858000"/>
              <a:gd name="connsiteX119" fmla="*/ 6887603 w 7918980"/>
              <a:gd name="connsiteY119" fmla="*/ 3476412 h 6858000"/>
              <a:gd name="connsiteX120" fmla="*/ 6892664 w 7918980"/>
              <a:gd name="connsiteY120" fmla="*/ 3486850 h 6858000"/>
              <a:gd name="connsiteX121" fmla="*/ 6886319 w 7918980"/>
              <a:gd name="connsiteY121" fmla="*/ 3496391 h 6858000"/>
              <a:gd name="connsiteX122" fmla="*/ 6893119 w 7918980"/>
              <a:gd name="connsiteY122" fmla="*/ 3531201 h 6858000"/>
              <a:gd name="connsiteX123" fmla="*/ 6902876 w 7918980"/>
              <a:gd name="connsiteY123" fmla="*/ 3542019 h 6858000"/>
              <a:gd name="connsiteX124" fmla="*/ 6910520 w 7918980"/>
              <a:gd name="connsiteY124" fmla="*/ 3552249 h 6858000"/>
              <a:gd name="connsiteX125" fmla="*/ 6910882 w 7918980"/>
              <a:gd name="connsiteY125" fmla="*/ 3553678 h 6858000"/>
              <a:gd name="connsiteX126" fmla="*/ 6914489 w 7918980"/>
              <a:gd name="connsiteY126" fmla="*/ 3568021 h 6858000"/>
              <a:gd name="connsiteX127" fmla="*/ 6914914 w 7918980"/>
              <a:gd name="connsiteY127" fmla="*/ 3569719 h 6858000"/>
              <a:gd name="connsiteX128" fmla="*/ 6912342 w 7918980"/>
              <a:gd name="connsiteY128" fmla="*/ 3586412 h 6858000"/>
              <a:gd name="connsiteX129" fmla="*/ 6915338 w 7918980"/>
              <a:gd name="connsiteY129" fmla="*/ 3597336 h 6858000"/>
              <a:gd name="connsiteX130" fmla="*/ 6907234 w 7918980"/>
              <a:gd name="connsiteY130" fmla="*/ 3606007 h 6858000"/>
              <a:gd name="connsiteX131" fmla="*/ 6907261 w 7918980"/>
              <a:gd name="connsiteY131" fmla="*/ 3641228 h 6858000"/>
              <a:gd name="connsiteX132" fmla="*/ 6914828 w 7918980"/>
              <a:gd name="connsiteY132" fmla="*/ 3653088 h 6858000"/>
              <a:gd name="connsiteX133" fmla="*/ 6920416 w 7918980"/>
              <a:gd name="connsiteY133" fmla="*/ 3664114 h 6858000"/>
              <a:gd name="connsiteX134" fmla="*/ 6920498 w 7918980"/>
              <a:gd name="connsiteY134" fmla="*/ 3665569 h 6858000"/>
              <a:gd name="connsiteX135" fmla="*/ 6922809 w 7918980"/>
              <a:gd name="connsiteY135" fmla="*/ 3707357 h 6858000"/>
              <a:gd name="connsiteX136" fmla="*/ 6937676 w 7918980"/>
              <a:gd name="connsiteY136" fmla="*/ 3778166 h 6858000"/>
              <a:gd name="connsiteX137" fmla="*/ 6958359 w 7918980"/>
              <a:gd name="connsiteY137" fmla="*/ 3878222 h 6858000"/>
              <a:gd name="connsiteX138" fmla="*/ 6953118 w 7918980"/>
              <a:gd name="connsiteY138" fmla="*/ 4048117 h 6858000"/>
              <a:gd name="connsiteX139" fmla="*/ 6913020 w 7918980"/>
              <a:gd name="connsiteY139" fmla="*/ 4219510 h 6858000"/>
              <a:gd name="connsiteX140" fmla="*/ 6915792 w 7918980"/>
              <a:gd name="connsiteY140" fmla="*/ 4411258 h 6858000"/>
              <a:gd name="connsiteX141" fmla="*/ 6907579 w 7918980"/>
              <a:gd name="connsiteY141" fmla="*/ 4488531 h 6858000"/>
              <a:gd name="connsiteX142" fmla="*/ 6907052 w 7918980"/>
              <a:gd name="connsiteY142" fmla="*/ 4539168 h 6858000"/>
              <a:gd name="connsiteX143" fmla="*/ 6891916 w 7918980"/>
              <a:gd name="connsiteY143" fmla="*/ 4625153 h 6858000"/>
              <a:gd name="connsiteX144" fmla="*/ 6882094 w 7918980"/>
              <a:gd name="connsiteY144" fmla="*/ 4733115 h 6858000"/>
              <a:gd name="connsiteX145" fmla="*/ 6860189 w 7918980"/>
              <a:gd name="connsiteY145" fmla="*/ 4844323 h 6858000"/>
              <a:gd name="connsiteX146" fmla="*/ 6843618 w 7918980"/>
              <a:gd name="connsiteY146" fmla="*/ 4877992 h 6858000"/>
              <a:gd name="connsiteX147" fmla="*/ 6829393 w 7918980"/>
              <a:gd name="connsiteY147" fmla="*/ 4925805 h 6858000"/>
              <a:gd name="connsiteX148" fmla="*/ 6794017 w 7918980"/>
              <a:gd name="connsiteY148" fmla="*/ 5009272 h 6858000"/>
              <a:gd name="connsiteX149" fmla="*/ 6786085 w 7918980"/>
              <a:gd name="connsiteY149" fmla="*/ 5111369 h 6858000"/>
              <a:gd name="connsiteX150" fmla="*/ 6799321 w 7918980"/>
              <a:gd name="connsiteY150" fmla="*/ 5210876 h 6858000"/>
              <a:gd name="connsiteX151" fmla="*/ 6803597 w 7918980"/>
              <a:gd name="connsiteY151" fmla="*/ 5269726 h 6858000"/>
              <a:gd name="connsiteX152" fmla="*/ 6820713 w 7918980"/>
              <a:gd name="connsiteY152" fmla="*/ 5464225 h 6858000"/>
              <a:gd name="connsiteX153" fmla="*/ 6824380 w 7918980"/>
              <a:gd name="connsiteY153" fmla="*/ 5594585 h 6858000"/>
              <a:gd name="connsiteX154" fmla="*/ 6806680 w 7918980"/>
              <a:gd name="connsiteY154" fmla="*/ 5667896 h 6858000"/>
              <a:gd name="connsiteX155" fmla="*/ 6791486 w 7918980"/>
              <a:gd name="connsiteY155" fmla="*/ 5769225 h 6858000"/>
              <a:gd name="connsiteX156" fmla="*/ 6792745 w 7918980"/>
              <a:gd name="connsiteY156" fmla="*/ 5823324 h 6858000"/>
              <a:gd name="connsiteX157" fmla="*/ 6789109 w 7918980"/>
              <a:gd name="connsiteY157" fmla="*/ 5862699 h 6858000"/>
              <a:gd name="connsiteX158" fmla="*/ 6793675 w 7918980"/>
              <a:gd name="connsiteY158" fmla="*/ 5906467 h 6858000"/>
              <a:gd name="connsiteX159" fmla="*/ 6814548 w 7918980"/>
              <a:gd name="connsiteY159" fmla="*/ 5939847 h 6858000"/>
              <a:gd name="connsiteX160" fmla="*/ 6809795 w 7918980"/>
              <a:gd name="connsiteY160" fmla="*/ 5973994 h 6858000"/>
              <a:gd name="connsiteX161" fmla="*/ 6810756 w 7918980"/>
              <a:gd name="connsiteY161" fmla="*/ 6089693 h 6858000"/>
              <a:gd name="connsiteX162" fmla="*/ 6814601 w 7918980"/>
              <a:gd name="connsiteY162" fmla="*/ 6224938 h 6858000"/>
              <a:gd name="connsiteX163" fmla="*/ 6840137 w 7918980"/>
              <a:gd name="connsiteY163" fmla="*/ 6370251 h 6858000"/>
              <a:gd name="connsiteX164" fmla="*/ 6863777 w 7918980"/>
              <a:gd name="connsiteY164" fmla="*/ 6541313 h 6858000"/>
              <a:gd name="connsiteX165" fmla="*/ 6868355 w 7918980"/>
              <a:gd name="connsiteY165" fmla="*/ 6640957 h 6858000"/>
              <a:gd name="connsiteX166" fmla="*/ 6881422 w 7918980"/>
              <a:gd name="connsiteY166" fmla="*/ 6705297 h 6858000"/>
              <a:gd name="connsiteX167" fmla="*/ 6894105 w 7918980"/>
              <a:gd name="connsiteY167" fmla="*/ 6759582 h 6858000"/>
              <a:gd name="connsiteX168" fmla="*/ 6892152 w 7918980"/>
              <a:gd name="connsiteY168" fmla="*/ 6817746 h 6858000"/>
              <a:gd name="connsiteX169" fmla="*/ 6895302 w 7918980"/>
              <a:gd name="connsiteY169" fmla="*/ 6843646 h 6858000"/>
              <a:gd name="connsiteX170" fmla="*/ 6914368 w 7918980"/>
              <a:gd name="connsiteY170" fmla="*/ 6857998 h 6858000"/>
              <a:gd name="connsiteX171" fmla="*/ 7549620 w 7918980"/>
              <a:gd name="connsiteY171" fmla="*/ 6857998 h 6858000"/>
              <a:gd name="connsiteX172" fmla="*/ 7918980 w 7918980"/>
              <a:gd name="connsiteY172" fmla="*/ 6857998 h 6858000"/>
              <a:gd name="connsiteX173" fmla="*/ 7918980 w 7918980"/>
              <a:gd name="connsiteY173" fmla="*/ 6858000 h 6858000"/>
              <a:gd name="connsiteX174" fmla="*/ 7549620 w 7918980"/>
              <a:gd name="connsiteY174" fmla="*/ 6858000 h 6858000"/>
              <a:gd name="connsiteX175" fmla="*/ 6658851 w 7918980"/>
              <a:gd name="connsiteY175" fmla="*/ 6858000 h 6858000"/>
              <a:gd name="connsiteX176" fmla="*/ 2092387 w 7918980"/>
              <a:gd name="connsiteY176" fmla="*/ 6858000 h 6858000"/>
              <a:gd name="connsiteX177" fmla="*/ 1822980 w 7918980"/>
              <a:gd name="connsiteY177" fmla="*/ 6858000 h 6858000"/>
              <a:gd name="connsiteX178" fmla="*/ 727500 w 7918980"/>
              <a:gd name="connsiteY178" fmla="*/ 6858000 h 6858000"/>
              <a:gd name="connsiteX179" fmla="*/ 504457 w 7918980"/>
              <a:gd name="connsiteY179" fmla="*/ 6858000 h 6858000"/>
              <a:gd name="connsiteX180" fmla="*/ 0 w 7918980"/>
              <a:gd name="connsiteY180" fmla="*/ 6858000 h 6858000"/>
              <a:gd name="connsiteX181" fmla="*/ 0 w 7918980"/>
              <a:gd name="connsiteY18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Lst>
            <a:rect l="l" t="t" r="r" b="b"/>
            <a:pathLst>
              <a:path w="7918980" h="6858000">
                <a:moveTo>
                  <a:pt x="0" y="0"/>
                </a:moveTo>
                <a:lnTo>
                  <a:pt x="504457" y="0"/>
                </a:lnTo>
                <a:lnTo>
                  <a:pt x="727500" y="0"/>
                </a:lnTo>
                <a:lnTo>
                  <a:pt x="1822980" y="0"/>
                </a:lnTo>
                <a:lnTo>
                  <a:pt x="2092387" y="0"/>
                </a:lnTo>
                <a:lnTo>
                  <a:pt x="7076514" y="0"/>
                </a:lnTo>
                <a:lnTo>
                  <a:pt x="7264525" y="0"/>
                </a:lnTo>
                <a:lnTo>
                  <a:pt x="7390497" y="0"/>
                </a:lnTo>
                <a:lnTo>
                  <a:pt x="7389918" y="1705"/>
                </a:lnTo>
                <a:cubicBezTo>
                  <a:pt x="7386106" y="8440"/>
                  <a:pt x="7381092" y="13784"/>
                  <a:pt x="7374574" y="17287"/>
                </a:cubicBezTo>
                <a:cubicBezTo>
                  <a:pt x="7385344" y="82036"/>
                  <a:pt x="7333329" y="69804"/>
                  <a:pt x="7368621" y="130336"/>
                </a:cubicBezTo>
                <a:cubicBezTo>
                  <a:pt x="7349933" y="117589"/>
                  <a:pt x="7359958" y="162458"/>
                  <a:pt x="7361269" y="187093"/>
                </a:cubicBezTo>
                <a:cubicBezTo>
                  <a:pt x="7359185" y="226511"/>
                  <a:pt x="7368702" y="205530"/>
                  <a:pt x="7368770" y="265704"/>
                </a:cubicBezTo>
                <a:cubicBezTo>
                  <a:pt x="7365276" y="317533"/>
                  <a:pt x="7366793" y="325288"/>
                  <a:pt x="7365293" y="354566"/>
                </a:cubicBezTo>
                <a:lnTo>
                  <a:pt x="7347106" y="472000"/>
                </a:lnTo>
                <a:lnTo>
                  <a:pt x="7345150" y="473782"/>
                </a:lnTo>
                <a:cubicBezTo>
                  <a:pt x="7340827" y="482008"/>
                  <a:pt x="7341662" y="487340"/>
                  <a:pt x="7344778" y="491380"/>
                </a:cubicBezTo>
                <a:lnTo>
                  <a:pt x="7359399" y="531675"/>
                </a:lnTo>
                <a:lnTo>
                  <a:pt x="7356415" y="536015"/>
                </a:lnTo>
                <a:lnTo>
                  <a:pt x="7361068" y="572092"/>
                </a:lnTo>
                <a:lnTo>
                  <a:pt x="7359041" y="572511"/>
                </a:lnTo>
                <a:cubicBezTo>
                  <a:pt x="7354591" y="574271"/>
                  <a:pt x="7351509" y="577121"/>
                  <a:pt x="7351198" y="582332"/>
                </a:cubicBezTo>
                <a:cubicBezTo>
                  <a:pt x="7320982" y="573171"/>
                  <a:pt x="7339242" y="585107"/>
                  <a:pt x="7340991" y="601285"/>
                </a:cubicBezTo>
                <a:cubicBezTo>
                  <a:pt x="7331818" y="617831"/>
                  <a:pt x="7303664" y="666964"/>
                  <a:pt x="7296154" y="681608"/>
                </a:cubicBezTo>
                <a:cubicBezTo>
                  <a:pt x="7296082" y="684122"/>
                  <a:pt x="7296013" y="686637"/>
                  <a:pt x="7295943" y="689151"/>
                </a:cubicBezTo>
                <a:lnTo>
                  <a:pt x="7295465" y="689289"/>
                </a:lnTo>
                <a:cubicBezTo>
                  <a:pt x="7294414" y="690905"/>
                  <a:pt x="7293966" y="693376"/>
                  <a:pt x="7294306" y="697222"/>
                </a:cubicBezTo>
                <a:cubicBezTo>
                  <a:pt x="7294586" y="703992"/>
                  <a:pt x="7294864" y="710761"/>
                  <a:pt x="7295144" y="717531"/>
                </a:cubicBezTo>
                <a:lnTo>
                  <a:pt x="7291871" y="722494"/>
                </a:lnTo>
                <a:lnTo>
                  <a:pt x="7286061" y="724368"/>
                </a:lnTo>
                <a:lnTo>
                  <a:pt x="7269961" y="752692"/>
                </a:lnTo>
                <a:cubicBezTo>
                  <a:pt x="7277671" y="764380"/>
                  <a:pt x="7245699" y="808083"/>
                  <a:pt x="7240170" y="816346"/>
                </a:cubicBezTo>
                <a:lnTo>
                  <a:pt x="7211938" y="889417"/>
                </a:lnTo>
                <a:cubicBezTo>
                  <a:pt x="7143471" y="969963"/>
                  <a:pt x="7144887" y="1005331"/>
                  <a:pt x="7130024" y="1063288"/>
                </a:cubicBezTo>
                <a:cubicBezTo>
                  <a:pt x="7136312" y="1111028"/>
                  <a:pt x="7140076" y="1110140"/>
                  <a:pt x="7126817" y="1157176"/>
                </a:cubicBezTo>
                <a:cubicBezTo>
                  <a:pt x="7124083" y="1192124"/>
                  <a:pt x="7124864" y="1197232"/>
                  <a:pt x="7109474" y="1210776"/>
                </a:cubicBezTo>
                <a:lnTo>
                  <a:pt x="7105443" y="1301993"/>
                </a:lnTo>
                <a:lnTo>
                  <a:pt x="7075215" y="1360879"/>
                </a:lnTo>
                <a:lnTo>
                  <a:pt x="7067477" y="1404045"/>
                </a:lnTo>
                <a:lnTo>
                  <a:pt x="7046803" y="1429568"/>
                </a:lnTo>
                <a:lnTo>
                  <a:pt x="7047831" y="1430305"/>
                </a:lnTo>
                <a:cubicBezTo>
                  <a:pt x="7049677" y="1432466"/>
                  <a:pt x="7037718" y="1459891"/>
                  <a:pt x="7035374" y="1463304"/>
                </a:cubicBezTo>
                <a:cubicBezTo>
                  <a:pt x="7032892" y="1477394"/>
                  <a:pt x="7036007" y="1501295"/>
                  <a:pt x="7032938" y="1514846"/>
                </a:cubicBezTo>
                <a:lnTo>
                  <a:pt x="7029397" y="1519731"/>
                </a:lnTo>
                <a:lnTo>
                  <a:pt x="7029620" y="1519929"/>
                </a:lnTo>
                <a:cubicBezTo>
                  <a:pt x="7029470" y="1521210"/>
                  <a:pt x="7032690" y="1543635"/>
                  <a:pt x="7030612" y="1546022"/>
                </a:cubicBezTo>
                <a:lnTo>
                  <a:pt x="7035010" y="1578752"/>
                </a:lnTo>
                <a:cubicBezTo>
                  <a:pt x="7029127" y="1605585"/>
                  <a:pt x="7049361" y="1622803"/>
                  <a:pt x="7026513" y="1647555"/>
                </a:cubicBezTo>
                <a:cubicBezTo>
                  <a:pt x="7021108" y="1672675"/>
                  <a:pt x="7026193" y="1694404"/>
                  <a:pt x="7013857" y="1715685"/>
                </a:cubicBezTo>
                <a:cubicBezTo>
                  <a:pt x="7019795" y="1724301"/>
                  <a:pt x="7021078" y="1732435"/>
                  <a:pt x="7007215" y="1740358"/>
                </a:cubicBezTo>
                <a:cubicBezTo>
                  <a:pt x="7005605" y="1763793"/>
                  <a:pt x="7021348" y="1769422"/>
                  <a:pt x="7004455" y="1784314"/>
                </a:cubicBezTo>
                <a:cubicBezTo>
                  <a:pt x="7028967" y="1797417"/>
                  <a:pt x="7018226" y="1798221"/>
                  <a:pt x="7008825" y="1804434"/>
                </a:cubicBezTo>
                <a:lnTo>
                  <a:pt x="7008048" y="1805316"/>
                </a:lnTo>
                <a:lnTo>
                  <a:pt x="7011573" y="1807109"/>
                </a:lnTo>
                <a:lnTo>
                  <a:pt x="7008900" y="1821003"/>
                </a:lnTo>
                <a:lnTo>
                  <a:pt x="7006523" y="1824832"/>
                </a:lnTo>
                <a:cubicBezTo>
                  <a:pt x="7005264" y="1827468"/>
                  <a:pt x="7004917" y="1829219"/>
                  <a:pt x="7005215" y="1830429"/>
                </a:cubicBezTo>
                <a:lnTo>
                  <a:pt x="7005505" y="1830569"/>
                </a:lnTo>
                <a:lnTo>
                  <a:pt x="7003643" y="1835810"/>
                </a:lnTo>
                <a:cubicBezTo>
                  <a:pt x="6999759" y="1844665"/>
                  <a:pt x="6995277" y="1853278"/>
                  <a:pt x="6990432" y="1861483"/>
                </a:cubicBezTo>
                <a:cubicBezTo>
                  <a:pt x="7002807" y="1866643"/>
                  <a:pt x="6989768" y="1884999"/>
                  <a:pt x="6997246" y="1892417"/>
                </a:cubicBezTo>
                <a:lnTo>
                  <a:pt x="7012242" y="1895114"/>
                </a:lnTo>
                <a:lnTo>
                  <a:pt x="7010080" y="1899379"/>
                </a:lnTo>
                <a:lnTo>
                  <a:pt x="7003451" y="1907867"/>
                </a:lnTo>
                <a:cubicBezTo>
                  <a:pt x="7002589" y="1909162"/>
                  <a:pt x="7002627" y="1909994"/>
                  <a:pt x="7004341" y="1910265"/>
                </a:cubicBezTo>
                <a:cubicBezTo>
                  <a:pt x="7003975" y="1914884"/>
                  <a:pt x="7000873" y="1930292"/>
                  <a:pt x="7001248" y="1935584"/>
                </a:cubicBezTo>
                <a:lnTo>
                  <a:pt x="7006599" y="1942021"/>
                </a:lnTo>
                <a:lnTo>
                  <a:pt x="6985020" y="1967551"/>
                </a:lnTo>
                <a:lnTo>
                  <a:pt x="6949577" y="2024270"/>
                </a:lnTo>
                <a:lnTo>
                  <a:pt x="6942508" y="2107942"/>
                </a:lnTo>
                <a:cubicBezTo>
                  <a:pt x="6912270" y="2138038"/>
                  <a:pt x="6933395" y="2159228"/>
                  <a:pt x="6933336" y="2193455"/>
                </a:cubicBezTo>
                <a:cubicBezTo>
                  <a:pt x="6924282" y="2220953"/>
                  <a:pt x="6933361" y="2224200"/>
                  <a:pt x="6927972" y="2260088"/>
                </a:cubicBezTo>
                <a:cubicBezTo>
                  <a:pt x="6923728" y="2275916"/>
                  <a:pt x="6917037" y="2285645"/>
                  <a:pt x="6909058" y="2296008"/>
                </a:cubicBezTo>
                <a:lnTo>
                  <a:pt x="6901810" y="2305564"/>
                </a:lnTo>
                <a:lnTo>
                  <a:pt x="6904482" y="2320214"/>
                </a:lnTo>
                <a:cubicBezTo>
                  <a:pt x="6902155" y="2355906"/>
                  <a:pt x="6895137" y="2394678"/>
                  <a:pt x="6891885" y="2417011"/>
                </a:cubicBezTo>
                <a:cubicBezTo>
                  <a:pt x="6880976" y="2426377"/>
                  <a:pt x="6897848" y="2456509"/>
                  <a:pt x="6884970" y="2454207"/>
                </a:cubicBezTo>
                <a:cubicBezTo>
                  <a:pt x="6890753" y="2464947"/>
                  <a:pt x="6887930" y="2476105"/>
                  <a:pt x="6882954" y="2487203"/>
                </a:cubicBezTo>
                <a:lnTo>
                  <a:pt x="6871484" y="2512282"/>
                </a:lnTo>
                <a:lnTo>
                  <a:pt x="6872496" y="2514318"/>
                </a:lnTo>
                <a:lnTo>
                  <a:pt x="6898111" y="2574334"/>
                </a:lnTo>
                <a:lnTo>
                  <a:pt x="6897017" y="2579877"/>
                </a:lnTo>
                <a:cubicBezTo>
                  <a:pt x="6896861" y="2585644"/>
                  <a:pt x="6897245" y="2603388"/>
                  <a:pt x="6897171" y="2608928"/>
                </a:cubicBezTo>
                <a:cubicBezTo>
                  <a:pt x="6896975" y="2610322"/>
                  <a:pt x="6896780" y="2611717"/>
                  <a:pt x="6896584" y="2613111"/>
                </a:cubicBezTo>
                <a:lnTo>
                  <a:pt x="6888164" y="2621996"/>
                </a:lnTo>
                <a:lnTo>
                  <a:pt x="6890652" y="2634265"/>
                </a:lnTo>
                <a:lnTo>
                  <a:pt x="6882034" y="2647237"/>
                </a:lnTo>
                <a:cubicBezTo>
                  <a:pt x="6884287" y="2648158"/>
                  <a:pt x="6886365" y="2649356"/>
                  <a:pt x="6888195" y="2650786"/>
                </a:cubicBezTo>
                <a:lnTo>
                  <a:pt x="6894052" y="2661993"/>
                </a:lnTo>
                <a:lnTo>
                  <a:pt x="6885953" y="2670949"/>
                </a:lnTo>
                <a:cubicBezTo>
                  <a:pt x="6898507" y="2672007"/>
                  <a:pt x="6883930" y="2681695"/>
                  <a:pt x="6880156" y="2690255"/>
                </a:cubicBezTo>
                <a:lnTo>
                  <a:pt x="6881009" y="2695683"/>
                </a:lnTo>
                <a:lnTo>
                  <a:pt x="6870001" y="2713964"/>
                </a:lnTo>
                <a:lnTo>
                  <a:pt x="6864441" y="2730175"/>
                </a:lnTo>
                <a:lnTo>
                  <a:pt x="6875107" y="2763497"/>
                </a:lnTo>
                <a:lnTo>
                  <a:pt x="6837349" y="3051539"/>
                </a:lnTo>
                <a:lnTo>
                  <a:pt x="6835698" y="3060333"/>
                </a:lnTo>
                <a:lnTo>
                  <a:pt x="6837785" y="3065434"/>
                </a:lnTo>
                <a:lnTo>
                  <a:pt x="6834476" y="3066836"/>
                </a:lnTo>
                <a:lnTo>
                  <a:pt x="6831096" y="3084834"/>
                </a:lnTo>
                <a:cubicBezTo>
                  <a:pt x="6831166" y="3088976"/>
                  <a:pt x="6831235" y="3093117"/>
                  <a:pt x="6831305" y="3097259"/>
                </a:cubicBezTo>
                <a:lnTo>
                  <a:pt x="6828050" y="3101053"/>
                </a:lnTo>
                <a:lnTo>
                  <a:pt x="6827093" y="3106151"/>
                </a:lnTo>
                <a:lnTo>
                  <a:pt x="6833251" y="3116747"/>
                </a:lnTo>
                <a:cubicBezTo>
                  <a:pt x="6834765" y="3127646"/>
                  <a:pt x="6821739" y="3134084"/>
                  <a:pt x="6825921" y="3151828"/>
                </a:cubicBezTo>
                <a:cubicBezTo>
                  <a:pt x="6833244" y="3163902"/>
                  <a:pt x="6834336" y="3171780"/>
                  <a:pt x="6825863" y="3180546"/>
                </a:cubicBezTo>
                <a:cubicBezTo>
                  <a:pt x="6861566" y="3236545"/>
                  <a:pt x="6826703" y="3210316"/>
                  <a:pt x="6839691" y="3258677"/>
                </a:cubicBezTo>
                <a:lnTo>
                  <a:pt x="6840898" y="3262610"/>
                </a:lnTo>
                <a:lnTo>
                  <a:pt x="6834652" y="3277179"/>
                </a:lnTo>
                <a:lnTo>
                  <a:pt x="6832324" y="3278130"/>
                </a:lnTo>
                <a:lnTo>
                  <a:pt x="6849750" y="3325671"/>
                </a:lnTo>
                <a:lnTo>
                  <a:pt x="6847551" y="3332072"/>
                </a:lnTo>
                <a:lnTo>
                  <a:pt x="6864685" y="3362948"/>
                </a:lnTo>
                <a:lnTo>
                  <a:pt x="6870457" y="3378959"/>
                </a:lnTo>
                <a:lnTo>
                  <a:pt x="6883738" y="3407057"/>
                </a:lnTo>
                <a:lnTo>
                  <a:pt x="6881948" y="3409825"/>
                </a:lnTo>
                <a:lnTo>
                  <a:pt x="6885647" y="3415218"/>
                </a:lnTo>
                <a:lnTo>
                  <a:pt x="6883908" y="3419880"/>
                </a:lnTo>
                <a:lnTo>
                  <a:pt x="6885903" y="3424545"/>
                </a:lnTo>
                <a:cubicBezTo>
                  <a:pt x="6886517" y="3433967"/>
                  <a:pt x="6886474" y="3466028"/>
                  <a:pt x="6887603" y="3476412"/>
                </a:cubicBezTo>
                <a:lnTo>
                  <a:pt x="6892664" y="3486850"/>
                </a:lnTo>
                <a:lnTo>
                  <a:pt x="6886319" y="3496391"/>
                </a:lnTo>
                <a:lnTo>
                  <a:pt x="6893119" y="3531201"/>
                </a:lnTo>
                <a:lnTo>
                  <a:pt x="6902876" y="3542019"/>
                </a:lnTo>
                <a:lnTo>
                  <a:pt x="6910520" y="3552249"/>
                </a:lnTo>
                <a:cubicBezTo>
                  <a:pt x="6910641" y="3552725"/>
                  <a:pt x="6910761" y="3553202"/>
                  <a:pt x="6910882" y="3553678"/>
                </a:cubicBezTo>
                <a:lnTo>
                  <a:pt x="6914489" y="3568021"/>
                </a:lnTo>
                <a:lnTo>
                  <a:pt x="6914914" y="3569719"/>
                </a:lnTo>
                <a:lnTo>
                  <a:pt x="6912342" y="3586412"/>
                </a:lnTo>
                <a:lnTo>
                  <a:pt x="6915338" y="3597336"/>
                </a:lnTo>
                <a:lnTo>
                  <a:pt x="6907234" y="3606007"/>
                </a:lnTo>
                <a:cubicBezTo>
                  <a:pt x="6907242" y="3617747"/>
                  <a:pt x="6907253" y="3629488"/>
                  <a:pt x="6907261" y="3641228"/>
                </a:cubicBezTo>
                <a:lnTo>
                  <a:pt x="6914828" y="3653088"/>
                </a:lnTo>
                <a:lnTo>
                  <a:pt x="6920416" y="3664114"/>
                </a:lnTo>
                <a:cubicBezTo>
                  <a:pt x="6920443" y="3664599"/>
                  <a:pt x="6920471" y="3665084"/>
                  <a:pt x="6920498" y="3665569"/>
                </a:cubicBezTo>
                <a:cubicBezTo>
                  <a:pt x="6920895" y="3672776"/>
                  <a:pt x="6919946" y="3688591"/>
                  <a:pt x="6922809" y="3707357"/>
                </a:cubicBezTo>
                <a:cubicBezTo>
                  <a:pt x="6923485" y="3724716"/>
                  <a:pt x="6941058" y="3760234"/>
                  <a:pt x="6937676" y="3778166"/>
                </a:cubicBezTo>
                <a:cubicBezTo>
                  <a:pt x="6964607" y="3845122"/>
                  <a:pt x="6948407" y="3821305"/>
                  <a:pt x="6958359" y="3878222"/>
                </a:cubicBezTo>
                <a:cubicBezTo>
                  <a:pt x="6984499" y="3905047"/>
                  <a:pt x="6948397" y="4015047"/>
                  <a:pt x="6953118" y="4048117"/>
                </a:cubicBezTo>
                <a:cubicBezTo>
                  <a:pt x="6904784" y="4192084"/>
                  <a:pt x="6919242" y="4158987"/>
                  <a:pt x="6913020" y="4219510"/>
                </a:cubicBezTo>
                <a:cubicBezTo>
                  <a:pt x="6927533" y="4280033"/>
                  <a:pt x="6888360" y="4345686"/>
                  <a:pt x="6915792" y="4411258"/>
                </a:cubicBezTo>
                <a:cubicBezTo>
                  <a:pt x="6913610" y="4437329"/>
                  <a:pt x="6906858" y="4473140"/>
                  <a:pt x="6907579" y="4488531"/>
                </a:cubicBezTo>
                <a:cubicBezTo>
                  <a:pt x="6907403" y="4505410"/>
                  <a:pt x="6907228" y="4522289"/>
                  <a:pt x="6907052" y="4539168"/>
                </a:cubicBezTo>
                <a:cubicBezTo>
                  <a:pt x="6895094" y="4567830"/>
                  <a:pt x="6887285" y="4588197"/>
                  <a:pt x="6891916" y="4625153"/>
                </a:cubicBezTo>
                <a:cubicBezTo>
                  <a:pt x="6900413" y="4662889"/>
                  <a:pt x="6888879" y="4679357"/>
                  <a:pt x="6882094" y="4733115"/>
                </a:cubicBezTo>
                <a:cubicBezTo>
                  <a:pt x="6891667" y="4752352"/>
                  <a:pt x="6878350" y="4832308"/>
                  <a:pt x="6860189" y="4844323"/>
                </a:cubicBezTo>
                <a:cubicBezTo>
                  <a:pt x="6856424" y="4857054"/>
                  <a:pt x="6863174" y="4871554"/>
                  <a:pt x="6843618" y="4877992"/>
                </a:cubicBezTo>
                <a:cubicBezTo>
                  <a:pt x="6820131" y="4888353"/>
                  <a:pt x="6857398" y="4931200"/>
                  <a:pt x="6829393" y="4925805"/>
                </a:cubicBezTo>
                <a:cubicBezTo>
                  <a:pt x="6854944" y="4956261"/>
                  <a:pt x="6805820" y="4982633"/>
                  <a:pt x="6794017" y="5009272"/>
                </a:cubicBezTo>
                <a:cubicBezTo>
                  <a:pt x="6796239" y="5034036"/>
                  <a:pt x="6791355" y="5053859"/>
                  <a:pt x="6786085" y="5111369"/>
                </a:cubicBezTo>
                <a:cubicBezTo>
                  <a:pt x="6796204" y="5141336"/>
                  <a:pt x="6760393" y="5161742"/>
                  <a:pt x="6799321" y="5210876"/>
                </a:cubicBezTo>
                <a:cubicBezTo>
                  <a:pt x="6795435" y="5212581"/>
                  <a:pt x="6800034" y="5227501"/>
                  <a:pt x="6803597" y="5269726"/>
                </a:cubicBezTo>
                <a:cubicBezTo>
                  <a:pt x="6807162" y="5311951"/>
                  <a:pt x="6813370" y="5400671"/>
                  <a:pt x="6820713" y="5464225"/>
                </a:cubicBezTo>
                <a:cubicBezTo>
                  <a:pt x="6824745" y="5536542"/>
                  <a:pt x="6813205" y="5517959"/>
                  <a:pt x="6824380" y="5594585"/>
                </a:cubicBezTo>
                <a:cubicBezTo>
                  <a:pt x="6822888" y="5619318"/>
                  <a:pt x="6797022" y="5647975"/>
                  <a:pt x="6806680" y="5667896"/>
                </a:cubicBezTo>
                <a:cubicBezTo>
                  <a:pt x="6799814" y="5696311"/>
                  <a:pt x="6798559" y="5738356"/>
                  <a:pt x="6791486" y="5769225"/>
                </a:cubicBezTo>
                <a:cubicBezTo>
                  <a:pt x="6791906" y="5787258"/>
                  <a:pt x="6792324" y="5805291"/>
                  <a:pt x="6792745" y="5823324"/>
                </a:cubicBezTo>
                <a:cubicBezTo>
                  <a:pt x="6789102" y="5853058"/>
                  <a:pt x="6788588" y="5838948"/>
                  <a:pt x="6789109" y="5862699"/>
                </a:cubicBezTo>
                <a:lnTo>
                  <a:pt x="6793675" y="5906467"/>
                </a:lnTo>
                <a:lnTo>
                  <a:pt x="6814548" y="5939847"/>
                </a:lnTo>
                <a:cubicBezTo>
                  <a:pt x="6821828" y="5955713"/>
                  <a:pt x="6797711" y="5940131"/>
                  <a:pt x="6809795" y="5973994"/>
                </a:cubicBezTo>
                <a:cubicBezTo>
                  <a:pt x="6784167" y="5997051"/>
                  <a:pt x="6806424" y="6032039"/>
                  <a:pt x="6810756" y="6089693"/>
                </a:cubicBezTo>
                <a:lnTo>
                  <a:pt x="6814601" y="6224938"/>
                </a:lnTo>
                <a:cubicBezTo>
                  <a:pt x="6811422" y="6270972"/>
                  <a:pt x="6831942" y="6317522"/>
                  <a:pt x="6840137" y="6370251"/>
                </a:cubicBezTo>
                <a:cubicBezTo>
                  <a:pt x="6848333" y="6422980"/>
                  <a:pt x="6862918" y="6490855"/>
                  <a:pt x="6863777" y="6541313"/>
                </a:cubicBezTo>
                <a:cubicBezTo>
                  <a:pt x="6862878" y="6576319"/>
                  <a:pt x="6854892" y="6591883"/>
                  <a:pt x="6868355" y="6640957"/>
                </a:cubicBezTo>
                <a:cubicBezTo>
                  <a:pt x="6880485" y="6669536"/>
                  <a:pt x="6875256" y="6675394"/>
                  <a:pt x="6881422" y="6705297"/>
                </a:cubicBezTo>
                <a:cubicBezTo>
                  <a:pt x="6880347" y="6727133"/>
                  <a:pt x="6890881" y="6732087"/>
                  <a:pt x="6894105" y="6759582"/>
                </a:cubicBezTo>
                <a:cubicBezTo>
                  <a:pt x="6878594" y="6796071"/>
                  <a:pt x="6874636" y="6769544"/>
                  <a:pt x="6892152" y="6817746"/>
                </a:cubicBezTo>
                <a:cubicBezTo>
                  <a:pt x="6883936" y="6828354"/>
                  <a:pt x="6887505" y="6836369"/>
                  <a:pt x="6895302" y="6843646"/>
                </a:cubicBezTo>
                <a:lnTo>
                  <a:pt x="6914368" y="6857998"/>
                </a:lnTo>
                <a:lnTo>
                  <a:pt x="7549620" y="6857998"/>
                </a:lnTo>
                <a:lnTo>
                  <a:pt x="7918980" y="6857998"/>
                </a:lnTo>
                <a:lnTo>
                  <a:pt x="7918980" y="6858000"/>
                </a:lnTo>
                <a:lnTo>
                  <a:pt x="7549620" y="6858000"/>
                </a:lnTo>
                <a:lnTo>
                  <a:pt x="6658851" y="6858000"/>
                </a:lnTo>
                <a:lnTo>
                  <a:pt x="2092387" y="6858000"/>
                </a:lnTo>
                <a:lnTo>
                  <a:pt x="1822980" y="6858000"/>
                </a:lnTo>
                <a:lnTo>
                  <a:pt x="727500" y="6858000"/>
                </a:lnTo>
                <a:lnTo>
                  <a:pt x="504457" y="6858000"/>
                </a:lnTo>
                <a:lnTo>
                  <a:pt x="0" y="6858000"/>
                </a:lnTo>
                <a:lnTo>
                  <a:pt x="0" y="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6084A0D-9DA5-F6A8-1F1C-873902DF7D87}"/>
              </a:ext>
            </a:extLst>
          </p:cNvPr>
          <p:cNvSpPr>
            <a:spLocks noGrp="1"/>
          </p:cNvSpPr>
          <p:nvPr>
            <p:ph type="title"/>
          </p:nvPr>
        </p:nvSpPr>
        <p:spPr>
          <a:xfrm>
            <a:off x="976165" y="172530"/>
            <a:ext cx="5243295" cy="1330840"/>
          </a:xfrm>
        </p:spPr>
        <p:txBody>
          <a:bodyPr>
            <a:normAutofit/>
          </a:bodyPr>
          <a:lstStyle/>
          <a:p>
            <a:r>
              <a:rPr lang="en-GB" dirty="0"/>
              <a:t>Variables for sound and timing</a:t>
            </a:r>
          </a:p>
        </p:txBody>
      </p:sp>
      <p:sp>
        <p:nvSpPr>
          <p:cNvPr id="3" name="Content Placeholder 2">
            <a:extLst>
              <a:ext uri="{FF2B5EF4-FFF2-40B4-BE49-F238E27FC236}">
                <a16:creationId xmlns:a16="http://schemas.microsoft.com/office/drawing/2014/main" id="{91544A4A-EF01-BC3C-F869-29FB95191D22}"/>
              </a:ext>
            </a:extLst>
          </p:cNvPr>
          <p:cNvSpPr>
            <a:spLocks noGrp="1"/>
          </p:cNvSpPr>
          <p:nvPr>
            <p:ph idx="1"/>
          </p:nvPr>
        </p:nvSpPr>
        <p:spPr>
          <a:xfrm>
            <a:off x="976165" y="1474705"/>
            <a:ext cx="6339033" cy="3908585"/>
          </a:xfrm>
        </p:spPr>
        <p:txBody>
          <a:bodyPr>
            <a:noAutofit/>
          </a:bodyPr>
          <a:lstStyle/>
          <a:p>
            <a:r>
              <a:rPr lang="en-GB" sz="2200" dirty="0"/>
              <a:t>float phase = 0;</a:t>
            </a:r>
          </a:p>
          <a:p>
            <a:pPr marL="0" indent="0">
              <a:buNone/>
            </a:pPr>
            <a:r>
              <a:rPr lang="en-GB" sz="2200" b="1" dirty="0"/>
              <a:t>phase</a:t>
            </a:r>
            <a:r>
              <a:rPr lang="en-GB" sz="2200" dirty="0"/>
              <a:t> </a:t>
            </a:r>
            <a:r>
              <a:rPr lang="en-GB" sz="2200" dirty="0">
                <a:sym typeface="Wingdings" pitchFamily="2" charset="2"/>
              </a:rPr>
              <a:t></a:t>
            </a:r>
            <a:r>
              <a:rPr lang="en-GB" sz="2200" dirty="0"/>
              <a:t> keeps track of where we are in a sound wave</a:t>
            </a:r>
          </a:p>
          <a:p>
            <a:r>
              <a:rPr lang="en-GB" sz="2200" dirty="0"/>
              <a:t>float frequency = 220.0;</a:t>
            </a:r>
          </a:p>
          <a:p>
            <a:pPr marL="0" indent="0">
              <a:buNone/>
            </a:pPr>
            <a:r>
              <a:rPr lang="en-GB" sz="2200" b="1" dirty="0"/>
              <a:t>frequency</a:t>
            </a:r>
            <a:r>
              <a:rPr lang="en-GB" sz="2200" dirty="0"/>
              <a:t> </a:t>
            </a:r>
            <a:r>
              <a:rPr lang="en-GB" sz="2200" dirty="0">
                <a:sym typeface="Wingdings" pitchFamily="2" charset="2"/>
              </a:rPr>
              <a:t></a:t>
            </a:r>
            <a:r>
              <a:rPr lang="en-GB" sz="2200" dirty="0"/>
              <a:t> how high or low the sound is (pitch)</a:t>
            </a:r>
          </a:p>
          <a:p>
            <a:r>
              <a:rPr lang="en-GB" sz="2200" dirty="0"/>
              <a:t>int </a:t>
            </a:r>
            <a:r>
              <a:rPr lang="en-GB" sz="2200" dirty="0" err="1"/>
              <a:t>currentIndex</a:t>
            </a:r>
            <a:r>
              <a:rPr lang="en-GB" sz="2200" dirty="0"/>
              <a:t> = 0;</a:t>
            </a:r>
          </a:p>
          <a:p>
            <a:pPr marL="0" indent="0">
              <a:buNone/>
            </a:pPr>
            <a:r>
              <a:rPr lang="en-GB" sz="2200" b="1" dirty="0" err="1"/>
              <a:t>currentIndex</a:t>
            </a:r>
            <a:r>
              <a:rPr lang="en-GB" sz="2200" dirty="0"/>
              <a:t> </a:t>
            </a:r>
            <a:r>
              <a:rPr lang="en-GB" sz="2200" dirty="0">
                <a:sym typeface="Wingdings" pitchFamily="2" charset="2"/>
              </a:rPr>
              <a:t></a:t>
            </a:r>
            <a:r>
              <a:rPr lang="en-GB" sz="2200" dirty="0"/>
              <a:t> which number in the data we are using</a:t>
            </a:r>
          </a:p>
          <a:p>
            <a:r>
              <a:rPr lang="en-GB" sz="2200" dirty="0"/>
              <a:t>int </a:t>
            </a:r>
            <a:r>
              <a:rPr lang="en-GB" sz="2200" dirty="0" err="1"/>
              <a:t>samplesPerEvent</a:t>
            </a:r>
            <a:r>
              <a:rPr lang="en-GB" sz="2200" dirty="0"/>
              <a:t>;</a:t>
            </a:r>
          </a:p>
          <a:p>
            <a:pPr marL="0" indent="0">
              <a:buNone/>
            </a:pPr>
            <a:r>
              <a:rPr lang="en-GB" sz="2200" b="1" dirty="0" err="1"/>
              <a:t>samplesPerEvent</a:t>
            </a:r>
            <a:r>
              <a:rPr lang="en-GB" sz="2200" dirty="0"/>
              <a:t> </a:t>
            </a:r>
            <a:r>
              <a:rPr lang="en-GB" sz="2200" dirty="0">
                <a:sym typeface="Wingdings" pitchFamily="2" charset="2"/>
              </a:rPr>
              <a:t> </a:t>
            </a:r>
            <a:r>
              <a:rPr lang="en-GB" sz="2200" dirty="0"/>
              <a:t>how long each number lasts (in samples)</a:t>
            </a:r>
          </a:p>
          <a:p>
            <a:r>
              <a:rPr lang="en-GB" sz="2200" dirty="0"/>
              <a:t>int counter = 0;</a:t>
            </a:r>
          </a:p>
          <a:p>
            <a:pPr marL="0" indent="0">
              <a:buNone/>
            </a:pPr>
            <a:r>
              <a:rPr lang="en-GB" sz="2200" b="1" dirty="0"/>
              <a:t>counter</a:t>
            </a:r>
            <a:r>
              <a:rPr lang="en-GB" sz="2200" dirty="0"/>
              <a:t> </a:t>
            </a:r>
            <a:r>
              <a:rPr lang="en-GB" sz="2200" dirty="0">
                <a:sym typeface="Wingdings" pitchFamily="2" charset="2"/>
              </a:rPr>
              <a:t></a:t>
            </a:r>
            <a:r>
              <a:rPr lang="en-GB" sz="2200" dirty="0"/>
              <a:t> counts audio samples so we know when to move on</a:t>
            </a:r>
          </a:p>
          <a:p>
            <a:endParaRPr lang="en-GB" sz="1800" dirty="0"/>
          </a:p>
          <a:p>
            <a:pPr marL="0" indent="0">
              <a:buNone/>
            </a:pPr>
            <a:endParaRPr lang="en-GB" sz="1800" dirty="0"/>
          </a:p>
        </p:txBody>
      </p:sp>
      <p:pic>
        <p:nvPicPr>
          <p:cNvPr id="22" name="Graphic 21" descr="Wave">
            <a:extLst>
              <a:ext uri="{FF2B5EF4-FFF2-40B4-BE49-F238E27FC236}">
                <a16:creationId xmlns:a16="http://schemas.microsoft.com/office/drawing/2014/main" id="{A019161A-8177-2889-AFB2-1169AEFE170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56450" y="1584393"/>
            <a:ext cx="3689210" cy="3689210"/>
          </a:xfrm>
          <a:prstGeom prst="rect">
            <a:avLst/>
          </a:prstGeom>
        </p:spPr>
      </p:pic>
      <p:sp>
        <p:nvSpPr>
          <p:cNvPr id="38" name="Rectangle 6">
            <a:extLst>
              <a:ext uri="{FF2B5EF4-FFF2-40B4-BE49-F238E27FC236}">
                <a16:creationId xmlns:a16="http://schemas.microsoft.com/office/drawing/2014/main" id="{5B1C0F75-E7F7-4B02-A77F-5EABD7CBD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4090" y="6128733"/>
            <a:ext cx="1367625"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975480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051BD-5380-E24A-06F3-201260E38A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6358D6-64FC-BF02-0209-274F3D245688}"/>
              </a:ext>
            </a:extLst>
          </p:cNvPr>
          <p:cNvSpPr>
            <a:spLocks noGrp="1"/>
          </p:cNvSpPr>
          <p:nvPr>
            <p:ph type="title"/>
          </p:nvPr>
        </p:nvSpPr>
        <p:spPr>
          <a:xfrm>
            <a:off x="1137034" y="609600"/>
            <a:ext cx="4784796" cy="1330840"/>
          </a:xfrm>
        </p:spPr>
        <p:txBody>
          <a:bodyPr>
            <a:normAutofit/>
          </a:bodyPr>
          <a:lstStyle/>
          <a:p>
            <a:r>
              <a:rPr lang="en-GB" dirty="0"/>
              <a:t>Set up function</a:t>
            </a:r>
          </a:p>
        </p:txBody>
      </p:sp>
      <p:sp>
        <p:nvSpPr>
          <p:cNvPr id="3" name="Content Placeholder 2">
            <a:extLst>
              <a:ext uri="{FF2B5EF4-FFF2-40B4-BE49-F238E27FC236}">
                <a16:creationId xmlns:a16="http://schemas.microsoft.com/office/drawing/2014/main" id="{97E13330-9E25-4390-8A9E-1488154B7B81}"/>
              </a:ext>
            </a:extLst>
          </p:cNvPr>
          <p:cNvSpPr>
            <a:spLocks noGrp="1"/>
          </p:cNvSpPr>
          <p:nvPr>
            <p:ph idx="1"/>
          </p:nvPr>
        </p:nvSpPr>
        <p:spPr>
          <a:xfrm>
            <a:off x="777642" y="2205677"/>
            <a:ext cx="10472949" cy="3908585"/>
          </a:xfrm>
          <a:ln>
            <a:solidFill>
              <a:srgbClr val="FF0000"/>
            </a:solidFill>
          </a:ln>
        </p:spPr>
        <p:txBody>
          <a:bodyPr>
            <a:normAutofit lnSpcReduction="10000"/>
          </a:bodyPr>
          <a:lstStyle/>
          <a:p>
            <a:pPr marL="0" indent="0">
              <a:buNone/>
            </a:pPr>
            <a:r>
              <a:rPr lang="en-GB" dirty="0">
                <a:solidFill>
                  <a:srgbClr val="FF0000"/>
                </a:solidFill>
              </a:rPr>
              <a:t>bool </a:t>
            </a:r>
            <a:r>
              <a:rPr lang="en-GB" b="1" dirty="0">
                <a:solidFill>
                  <a:srgbClr val="FF0000"/>
                </a:solidFill>
              </a:rPr>
              <a:t>setup</a:t>
            </a:r>
            <a:r>
              <a:rPr lang="en-GB" dirty="0">
                <a:solidFill>
                  <a:srgbClr val="FF0000"/>
                </a:solidFill>
              </a:rPr>
              <a:t>(</a:t>
            </a:r>
            <a:r>
              <a:rPr lang="en-GB" dirty="0" err="1">
                <a:solidFill>
                  <a:srgbClr val="FF0000"/>
                </a:solidFill>
              </a:rPr>
              <a:t>BelaContext</a:t>
            </a:r>
            <a:r>
              <a:rPr lang="en-GB" dirty="0">
                <a:solidFill>
                  <a:srgbClr val="FF0000"/>
                </a:solidFill>
              </a:rPr>
              <a:t> *context, void *</a:t>
            </a:r>
            <a:r>
              <a:rPr lang="en-GB" dirty="0" err="1">
                <a:solidFill>
                  <a:srgbClr val="FF0000"/>
                </a:solidFill>
              </a:rPr>
              <a:t>userData</a:t>
            </a:r>
            <a:r>
              <a:rPr lang="en-GB" dirty="0">
                <a:solidFill>
                  <a:srgbClr val="FF0000"/>
                </a:solidFill>
              </a:rPr>
              <a:t>) {</a:t>
            </a:r>
          </a:p>
          <a:p>
            <a:pPr marL="0" indent="0">
              <a:buNone/>
            </a:pPr>
            <a:r>
              <a:rPr lang="en-GB" dirty="0" err="1">
                <a:solidFill>
                  <a:srgbClr val="FF0000"/>
                </a:solidFill>
              </a:rPr>
              <a:t>samplesPerEvent</a:t>
            </a:r>
            <a:r>
              <a:rPr lang="en-GB" dirty="0">
                <a:solidFill>
                  <a:srgbClr val="FF0000"/>
                </a:solidFill>
              </a:rPr>
              <a:t> = context-&gt;</a:t>
            </a:r>
            <a:r>
              <a:rPr lang="en-GB" dirty="0" err="1">
                <a:solidFill>
                  <a:srgbClr val="FF0000"/>
                </a:solidFill>
              </a:rPr>
              <a:t>audioSampleRate</a:t>
            </a:r>
            <a:r>
              <a:rPr lang="en-GB" dirty="0">
                <a:solidFill>
                  <a:srgbClr val="FF0000"/>
                </a:solidFill>
              </a:rPr>
              <a:t> * </a:t>
            </a:r>
            <a:r>
              <a:rPr lang="en-GB" b="1" dirty="0">
                <a:solidFill>
                  <a:srgbClr val="FF0000"/>
                </a:solidFill>
              </a:rPr>
              <a:t>0.5</a:t>
            </a:r>
            <a:r>
              <a:rPr lang="en-GB" dirty="0">
                <a:solidFill>
                  <a:srgbClr val="FF0000"/>
                </a:solidFill>
              </a:rPr>
              <a:t>;</a:t>
            </a:r>
          </a:p>
          <a:p>
            <a:pPr marL="0" indent="0">
              <a:buNone/>
            </a:pPr>
            <a:r>
              <a:rPr lang="en-GB" dirty="0">
                <a:solidFill>
                  <a:srgbClr val="FF0000"/>
                </a:solidFill>
              </a:rPr>
              <a:t>return true; }</a:t>
            </a:r>
          </a:p>
          <a:p>
            <a:pPr marL="0" indent="0">
              <a:buNone/>
            </a:pPr>
            <a:endParaRPr lang="en-GB" dirty="0"/>
          </a:p>
          <a:p>
            <a:r>
              <a:rPr lang="en-GB" dirty="0"/>
              <a:t>This runs just once</a:t>
            </a:r>
          </a:p>
          <a:p>
            <a:r>
              <a:rPr lang="en-GB" dirty="0" err="1"/>
              <a:t>audioSampleRate</a:t>
            </a:r>
            <a:r>
              <a:rPr lang="en-GB" dirty="0"/>
              <a:t> is how many sound samples happen per second</a:t>
            </a:r>
          </a:p>
          <a:p>
            <a:r>
              <a:rPr lang="en-GB" dirty="0"/>
              <a:t>We multiply by 0.5 so each data point lasts half a second</a:t>
            </a:r>
          </a:p>
          <a:p>
            <a:pPr marL="0" indent="0">
              <a:buNone/>
            </a:pPr>
            <a:endParaRPr lang="en-GB" sz="2400" dirty="0"/>
          </a:p>
          <a:p>
            <a:pPr marL="0" indent="0">
              <a:buNone/>
            </a:pPr>
            <a:endParaRPr lang="en-GB" sz="2200" dirty="0"/>
          </a:p>
        </p:txBody>
      </p:sp>
    </p:spTree>
    <p:extLst>
      <p:ext uri="{BB962C8B-B14F-4D97-AF65-F5344CB8AC3E}">
        <p14:creationId xmlns:p14="http://schemas.microsoft.com/office/powerpoint/2010/main" val="9591280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185D3-5439-C9D6-CED9-7A7BBECC13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B0213B-873D-CEA9-91FA-5C281C1BBD88}"/>
              </a:ext>
            </a:extLst>
          </p:cNvPr>
          <p:cNvSpPr>
            <a:spLocks noGrp="1"/>
          </p:cNvSpPr>
          <p:nvPr>
            <p:ph type="title"/>
          </p:nvPr>
        </p:nvSpPr>
        <p:spPr>
          <a:xfrm>
            <a:off x="1137034" y="609600"/>
            <a:ext cx="4784796" cy="1330840"/>
          </a:xfrm>
        </p:spPr>
        <p:txBody>
          <a:bodyPr>
            <a:normAutofit/>
          </a:bodyPr>
          <a:lstStyle/>
          <a:p>
            <a:r>
              <a:rPr lang="en-GB" dirty="0"/>
              <a:t>Render function</a:t>
            </a:r>
          </a:p>
        </p:txBody>
      </p:sp>
      <p:sp>
        <p:nvSpPr>
          <p:cNvPr id="3" name="Content Placeholder 2">
            <a:extLst>
              <a:ext uri="{FF2B5EF4-FFF2-40B4-BE49-F238E27FC236}">
                <a16:creationId xmlns:a16="http://schemas.microsoft.com/office/drawing/2014/main" id="{2AD6CC7F-5B90-2711-7233-5CD44CBB96F9}"/>
              </a:ext>
            </a:extLst>
          </p:cNvPr>
          <p:cNvSpPr>
            <a:spLocks noGrp="1"/>
          </p:cNvSpPr>
          <p:nvPr>
            <p:ph idx="1"/>
          </p:nvPr>
        </p:nvSpPr>
        <p:spPr>
          <a:xfrm>
            <a:off x="1043860" y="2170953"/>
            <a:ext cx="10472949" cy="3908585"/>
          </a:xfrm>
        </p:spPr>
        <p:style>
          <a:lnRef idx="2">
            <a:schemeClr val="accent2"/>
          </a:lnRef>
          <a:fillRef idx="1">
            <a:schemeClr val="lt1"/>
          </a:fillRef>
          <a:effectRef idx="0">
            <a:schemeClr val="accent2"/>
          </a:effectRef>
          <a:fontRef idx="minor">
            <a:schemeClr val="dk1"/>
          </a:fontRef>
        </p:style>
        <p:txBody>
          <a:bodyPr>
            <a:normAutofit/>
          </a:bodyPr>
          <a:lstStyle/>
          <a:p>
            <a:pPr marL="0" indent="0">
              <a:buNone/>
            </a:pPr>
            <a:r>
              <a:rPr lang="en-GB" b="1" dirty="0">
                <a:solidFill>
                  <a:srgbClr val="FF0000"/>
                </a:solidFill>
              </a:rPr>
              <a:t>for</a:t>
            </a:r>
            <a:r>
              <a:rPr lang="en-GB" dirty="0">
                <a:solidFill>
                  <a:srgbClr val="FF0000"/>
                </a:solidFill>
              </a:rPr>
              <a:t>(unsigned int n = 0; n &lt; context-&gt;</a:t>
            </a:r>
            <a:r>
              <a:rPr lang="en-GB" dirty="0" err="1">
                <a:solidFill>
                  <a:srgbClr val="FF0000"/>
                </a:solidFill>
              </a:rPr>
              <a:t>audioFrames</a:t>
            </a:r>
            <a:r>
              <a:rPr lang="en-GB" dirty="0">
                <a:solidFill>
                  <a:srgbClr val="FF0000"/>
                </a:solidFill>
              </a:rPr>
              <a:t>; n++) {</a:t>
            </a:r>
          </a:p>
          <a:p>
            <a:pPr marL="0" indent="0">
              <a:buNone/>
            </a:pPr>
            <a:r>
              <a:rPr lang="en-GB" sz="2000" dirty="0"/>
              <a:t>	// This runs again and again. This loop runs once for each audio sample. audio is built one tiny piece at a time</a:t>
            </a:r>
          </a:p>
          <a:p>
            <a:pPr marL="0" indent="0">
              <a:buNone/>
            </a:pPr>
            <a:r>
              <a:rPr lang="en-GB" dirty="0">
                <a:solidFill>
                  <a:srgbClr val="FF0000"/>
                </a:solidFill>
              </a:rPr>
              <a:t>if(counter++ &gt;= </a:t>
            </a:r>
            <a:r>
              <a:rPr lang="en-GB" dirty="0" err="1">
                <a:solidFill>
                  <a:srgbClr val="FF0000"/>
                </a:solidFill>
              </a:rPr>
              <a:t>samplesPerEvent</a:t>
            </a:r>
            <a:r>
              <a:rPr lang="en-GB" dirty="0">
                <a:solidFill>
                  <a:srgbClr val="FF0000"/>
                </a:solidFill>
              </a:rPr>
              <a:t>) { counter = 0; </a:t>
            </a:r>
            <a:r>
              <a:rPr lang="en-GB" dirty="0" err="1">
                <a:solidFill>
                  <a:srgbClr val="FF0000"/>
                </a:solidFill>
              </a:rPr>
              <a:t>currentIndex</a:t>
            </a:r>
            <a:r>
              <a:rPr lang="en-GB" dirty="0">
                <a:solidFill>
                  <a:srgbClr val="FF0000"/>
                </a:solidFill>
              </a:rPr>
              <a:t> = (</a:t>
            </a:r>
            <a:r>
              <a:rPr lang="en-GB" dirty="0" err="1">
                <a:solidFill>
                  <a:srgbClr val="FF0000"/>
                </a:solidFill>
              </a:rPr>
              <a:t>currentIndex</a:t>
            </a:r>
            <a:r>
              <a:rPr lang="en-GB" dirty="0">
                <a:solidFill>
                  <a:srgbClr val="FF0000"/>
                </a:solidFill>
              </a:rPr>
              <a:t> + 1) % </a:t>
            </a:r>
            <a:r>
              <a:rPr lang="en-GB" dirty="0" err="1">
                <a:solidFill>
                  <a:srgbClr val="FF0000"/>
                </a:solidFill>
              </a:rPr>
              <a:t>data.size</a:t>
            </a:r>
            <a:r>
              <a:rPr lang="en-GB" dirty="0">
                <a:solidFill>
                  <a:srgbClr val="FF0000"/>
                </a:solidFill>
              </a:rPr>
              <a:t>();</a:t>
            </a:r>
          </a:p>
          <a:p>
            <a:pPr marL="0" indent="0">
              <a:buNone/>
            </a:pPr>
            <a:r>
              <a:rPr lang="en-GB" sz="2000" dirty="0"/>
              <a:t>	// When half a second has passed: Reset the counter and move to the next number in the data; % </a:t>
            </a:r>
            <a:r>
              <a:rPr lang="en-GB" sz="2000" dirty="0" err="1"/>
              <a:t>data.size</a:t>
            </a:r>
            <a:r>
              <a:rPr lang="en-GB" sz="2000" dirty="0"/>
              <a:t>() makes sure we loop back to the start when we reach the end</a:t>
            </a:r>
          </a:p>
          <a:p>
            <a:pPr marL="0" indent="0">
              <a:buNone/>
            </a:pPr>
            <a:endParaRPr lang="en-GB" dirty="0"/>
          </a:p>
          <a:p>
            <a:pPr marL="0" indent="0">
              <a:buNone/>
            </a:pPr>
            <a:endParaRPr lang="en-GB" dirty="0"/>
          </a:p>
          <a:p>
            <a:endParaRPr lang="en-GB" dirty="0"/>
          </a:p>
          <a:p>
            <a:endParaRPr lang="en-GB" dirty="0"/>
          </a:p>
          <a:p>
            <a:endParaRPr lang="en-GB" dirty="0"/>
          </a:p>
          <a:p>
            <a:pPr marL="0" indent="0">
              <a:buNone/>
            </a:pPr>
            <a:endParaRPr lang="en-GB" sz="2400" dirty="0"/>
          </a:p>
          <a:p>
            <a:pPr marL="0" indent="0">
              <a:buNone/>
            </a:pPr>
            <a:endParaRPr lang="en-GB" sz="2200" dirty="0"/>
          </a:p>
        </p:txBody>
      </p:sp>
      <p:sp>
        <p:nvSpPr>
          <p:cNvPr id="4" name="TextBox 3">
            <a:extLst>
              <a:ext uri="{FF2B5EF4-FFF2-40B4-BE49-F238E27FC236}">
                <a16:creationId xmlns:a16="http://schemas.microsoft.com/office/drawing/2014/main" id="{0DFDE342-86D7-F53D-548C-C629A60E3B72}"/>
              </a:ext>
            </a:extLst>
          </p:cNvPr>
          <p:cNvSpPr txBox="1"/>
          <p:nvPr/>
        </p:nvSpPr>
        <p:spPr>
          <a:xfrm>
            <a:off x="5390496" y="1090354"/>
            <a:ext cx="3915550" cy="369332"/>
          </a:xfrm>
          <a:prstGeom prst="rect">
            <a:avLst/>
          </a:prstGeom>
          <a:noFill/>
        </p:spPr>
        <p:txBody>
          <a:bodyPr wrap="square">
            <a:spAutoFit/>
          </a:bodyPr>
          <a:lstStyle/>
          <a:p>
            <a:r>
              <a:rPr lang="en-GB" b="1" dirty="0"/>
              <a:t>data = {2, 5, 7, 3, 9, 4, 6};</a:t>
            </a:r>
            <a:endParaRPr lang="en-GB" dirty="0"/>
          </a:p>
        </p:txBody>
      </p:sp>
    </p:spTree>
    <p:extLst>
      <p:ext uri="{BB962C8B-B14F-4D97-AF65-F5344CB8AC3E}">
        <p14:creationId xmlns:p14="http://schemas.microsoft.com/office/powerpoint/2010/main" val="31374136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4483B-CEEB-128E-8F65-99FE18EE8E83}"/>
              </a:ext>
            </a:extLst>
          </p:cNvPr>
          <p:cNvSpPr>
            <a:spLocks noGrp="1"/>
          </p:cNvSpPr>
          <p:nvPr>
            <p:ph type="title"/>
          </p:nvPr>
        </p:nvSpPr>
        <p:spPr/>
        <p:txBody>
          <a:bodyPr/>
          <a:lstStyle/>
          <a:p>
            <a:r>
              <a:rPr lang="en-GB" dirty="0"/>
              <a:t>Turning numbers to pitch</a:t>
            </a:r>
          </a:p>
        </p:txBody>
      </p:sp>
      <p:sp>
        <p:nvSpPr>
          <p:cNvPr id="3" name="Content Placeholder 2">
            <a:extLst>
              <a:ext uri="{FF2B5EF4-FFF2-40B4-BE49-F238E27FC236}">
                <a16:creationId xmlns:a16="http://schemas.microsoft.com/office/drawing/2014/main" id="{6E7A6A1C-78C2-332A-A118-B65471477213}"/>
              </a:ext>
            </a:extLst>
          </p:cNvPr>
          <p:cNvSpPr>
            <a:spLocks noGrp="1"/>
          </p:cNvSpPr>
          <p:nvPr>
            <p:ph idx="1"/>
          </p:nvPr>
        </p:nvSpPr>
        <p:spPr>
          <a:ln>
            <a:solidFill>
              <a:srgbClr val="FF0000"/>
            </a:solidFill>
          </a:ln>
        </p:spPr>
        <p:txBody>
          <a:bodyPr>
            <a:normAutofit lnSpcReduction="10000"/>
          </a:bodyPr>
          <a:lstStyle/>
          <a:p>
            <a:pPr marL="0" indent="0">
              <a:buNone/>
            </a:pPr>
            <a:r>
              <a:rPr lang="en-GB" dirty="0">
                <a:solidFill>
                  <a:srgbClr val="FF0000"/>
                </a:solidFill>
              </a:rPr>
              <a:t>float value = data</a:t>
            </a:r>
            <a:r>
              <a:rPr lang="en-GB" b="1" dirty="0">
                <a:solidFill>
                  <a:srgbClr val="FF0000"/>
                </a:solidFill>
              </a:rPr>
              <a:t>[</a:t>
            </a:r>
            <a:r>
              <a:rPr lang="en-GB" b="1" dirty="0" err="1">
                <a:solidFill>
                  <a:srgbClr val="FF0000"/>
                </a:solidFill>
              </a:rPr>
              <a:t>currentIndex</a:t>
            </a:r>
            <a:r>
              <a:rPr lang="en-GB" b="1" dirty="0">
                <a:solidFill>
                  <a:srgbClr val="FF0000"/>
                </a:solidFill>
              </a:rPr>
              <a:t>]</a:t>
            </a:r>
            <a:r>
              <a:rPr lang="en-GB" dirty="0">
                <a:solidFill>
                  <a:srgbClr val="FF0000"/>
                </a:solidFill>
              </a:rPr>
              <a:t>;</a:t>
            </a:r>
          </a:p>
          <a:p>
            <a:pPr marL="0" indent="0">
              <a:buNone/>
            </a:pPr>
            <a:r>
              <a:rPr lang="en-GB" dirty="0">
                <a:solidFill>
                  <a:srgbClr val="FF0000"/>
                </a:solidFill>
              </a:rPr>
              <a:t>frequency = 200.0 + value * 60.0;</a:t>
            </a:r>
          </a:p>
          <a:p>
            <a:pPr marL="0" indent="0">
              <a:buNone/>
            </a:pPr>
            <a:endParaRPr lang="en-GB" dirty="0"/>
          </a:p>
          <a:p>
            <a:r>
              <a:rPr lang="en-GB" dirty="0"/>
              <a:t>This is the most important idea:</a:t>
            </a:r>
          </a:p>
          <a:p>
            <a:pPr lvl="1"/>
            <a:r>
              <a:rPr lang="en-GB" dirty="0"/>
              <a:t>We take a number from the data 	</a:t>
            </a:r>
          </a:p>
          <a:p>
            <a:pPr lvl="2"/>
            <a:r>
              <a:rPr lang="en-GB" dirty="0"/>
              <a:t>// data = {2, 5, 7, 3, 9, 4, 6} </a:t>
            </a:r>
          </a:p>
          <a:p>
            <a:pPr lvl="1"/>
            <a:r>
              <a:rPr lang="en-GB" dirty="0"/>
              <a:t>We convert it into a sound frequency</a:t>
            </a:r>
          </a:p>
          <a:p>
            <a:pPr lvl="2"/>
            <a:r>
              <a:rPr lang="en-GB" dirty="0"/>
              <a:t>Example:</a:t>
            </a:r>
          </a:p>
          <a:p>
            <a:pPr lvl="3"/>
            <a:r>
              <a:rPr lang="en-GB" dirty="0"/>
              <a:t>Value = 2 -&gt; low pitch</a:t>
            </a:r>
          </a:p>
          <a:p>
            <a:pPr lvl="3"/>
            <a:r>
              <a:rPr lang="en-GB" dirty="0"/>
              <a:t>Value = 9 -&gt; much higher pitch</a:t>
            </a:r>
          </a:p>
          <a:p>
            <a:pPr lvl="1"/>
            <a:r>
              <a:rPr lang="en-GB" dirty="0"/>
              <a:t>Bigger the number -&gt; Higher the sound</a:t>
            </a:r>
          </a:p>
        </p:txBody>
      </p:sp>
      <p:sp>
        <p:nvSpPr>
          <p:cNvPr id="4" name="TextBox 3">
            <a:extLst>
              <a:ext uri="{FF2B5EF4-FFF2-40B4-BE49-F238E27FC236}">
                <a16:creationId xmlns:a16="http://schemas.microsoft.com/office/drawing/2014/main" id="{BF6B580C-188E-2A8B-A5AA-AFB4DAE24FA9}"/>
              </a:ext>
            </a:extLst>
          </p:cNvPr>
          <p:cNvSpPr txBox="1"/>
          <p:nvPr/>
        </p:nvSpPr>
        <p:spPr>
          <a:xfrm>
            <a:off x="7438250" y="843240"/>
            <a:ext cx="3915550" cy="369332"/>
          </a:xfrm>
          <a:prstGeom prst="rect">
            <a:avLst/>
          </a:prstGeom>
          <a:noFill/>
        </p:spPr>
        <p:txBody>
          <a:bodyPr wrap="square">
            <a:spAutoFit/>
          </a:bodyPr>
          <a:lstStyle/>
          <a:p>
            <a:r>
              <a:rPr lang="en-GB" b="1" dirty="0"/>
              <a:t>data = {2, 5, 7, 3, 9, 4, 6};</a:t>
            </a:r>
            <a:endParaRPr lang="en-GB" dirty="0"/>
          </a:p>
        </p:txBody>
      </p:sp>
    </p:spTree>
    <p:extLst>
      <p:ext uri="{BB962C8B-B14F-4D97-AF65-F5344CB8AC3E}">
        <p14:creationId xmlns:p14="http://schemas.microsoft.com/office/powerpoint/2010/main" val="14422936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BAC2C-B94D-345D-EBA6-EDE13DD17A95}"/>
              </a:ext>
            </a:extLst>
          </p:cNvPr>
          <p:cNvSpPr>
            <a:spLocks noGrp="1"/>
          </p:cNvSpPr>
          <p:nvPr>
            <p:ph type="title"/>
          </p:nvPr>
        </p:nvSpPr>
        <p:spPr/>
        <p:txBody>
          <a:bodyPr/>
          <a:lstStyle/>
          <a:p>
            <a:r>
              <a:rPr lang="en-GB" dirty="0"/>
              <a:t>Making the sound wave- Sine</a:t>
            </a:r>
          </a:p>
        </p:txBody>
      </p:sp>
      <p:sp>
        <p:nvSpPr>
          <p:cNvPr id="3" name="Content Placeholder 2">
            <a:extLst>
              <a:ext uri="{FF2B5EF4-FFF2-40B4-BE49-F238E27FC236}">
                <a16:creationId xmlns:a16="http://schemas.microsoft.com/office/drawing/2014/main" id="{D5D596BF-E7AA-FABD-9D2D-AB21D0CFD501}"/>
              </a:ext>
            </a:extLst>
          </p:cNvPr>
          <p:cNvSpPr>
            <a:spLocks noGrp="1"/>
          </p:cNvSpPr>
          <p:nvPr>
            <p:ph idx="1"/>
          </p:nvPr>
        </p:nvSpPr>
        <p:spPr>
          <a:ln>
            <a:solidFill>
              <a:srgbClr val="FF0000"/>
            </a:solidFill>
          </a:ln>
        </p:spPr>
        <p:txBody>
          <a:bodyPr/>
          <a:lstStyle/>
          <a:p>
            <a:pPr marL="0" indent="0">
              <a:buNone/>
            </a:pPr>
            <a:r>
              <a:rPr lang="en-GB" dirty="0">
                <a:solidFill>
                  <a:srgbClr val="FF0000"/>
                </a:solidFill>
              </a:rPr>
              <a:t>float out = </a:t>
            </a:r>
            <a:r>
              <a:rPr lang="en-GB" dirty="0" err="1">
                <a:solidFill>
                  <a:srgbClr val="FF0000"/>
                </a:solidFill>
              </a:rPr>
              <a:t>sinf</a:t>
            </a:r>
            <a:r>
              <a:rPr lang="en-GB" dirty="0">
                <a:solidFill>
                  <a:srgbClr val="FF0000"/>
                </a:solidFill>
              </a:rPr>
              <a:t>(phase * 2.0f * M_PI);</a:t>
            </a:r>
          </a:p>
          <a:p>
            <a:r>
              <a:rPr lang="en-GB" dirty="0"/>
              <a:t>sin() creates a smooth sine wave</a:t>
            </a:r>
          </a:p>
          <a:p>
            <a:r>
              <a:rPr lang="en-GB" dirty="0"/>
              <a:t>Sine waves sound clean and simple</a:t>
            </a:r>
          </a:p>
          <a:p>
            <a:pPr marL="0" indent="0">
              <a:buNone/>
            </a:pPr>
            <a:r>
              <a:rPr lang="en-GB" dirty="0"/>
              <a:t>phase += frequency / context-&gt;</a:t>
            </a:r>
            <a:r>
              <a:rPr lang="en-GB" dirty="0" err="1"/>
              <a:t>audioSampleRate</a:t>
            </a:r>
            <a:r>
              <a:rPr lang="en-GB" dirty="0"/>
              <a:t>;</a:t>
            </a:r>
          </a:p>
          <a:p>
            <a:pPr marL="0" indent="0">
              <a:buNone/>
            </a:pPr>
            <a:r>
              <a:rPr lang="en-GB" dirty="0"/>
              <a:t>if(phase &gt;= 1.0)</a:t>
            </a:r>
          </a:p>
          <a:p>
            <a:pPr marL="0" indent="0">
              <a:buNone/>
            </a:pPr>
            <a:r>
              <a:rPr lang="en-GB" dirty="0"/>
              <a:t>	phase -= 1.0;</a:t>
            </a:r>
          </a:p>
          <a:p>
            <a:r>
              <a:rPr lang="en-GB" dirty="0"/>
              <a:t>This moves the wave forward at the right speed</a:t>
            </a:r>
          </a:p>
          <a:p>
            <a:r>
              <a:rPr lang="en-GB" dirty="0"/>
              <a:t>Higher frequency -&gt; wave moves faster -&gt; higher pitch</a:t>
            </a:r>
          </a:p>
          <a:p>
            <a:endParaRPr lang="en-GB" dirty="0"/>
          </a:p>
        </p:txBody>
      </p:sp>
    </p:spTree>
    <p:extLst>
      <p:ext uri="{BB962C8B-B14F-4D97-AF65-F5344CB8AC3E}">
        <p14:creationId xmlns:p14="http://schemas.microsoft.com/office/powerpoint/2010/main" val="18500072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0E1B8-183B-2FE0-21E3-BABAC5731091}"/>
              </a:ext>
            </a:extLst>
          </p:cNvPr>
          <p:cNvSpPr>
            <a:spLocks noGrp="1"/>
          </p:cNvSpPr>
          <p:nvPr>
            <p:ph type="title"/>
          </p:nvPr>
        </p:nvSpPr>
        <p:spPr/>
        <p:txBody>
          <a:bodyPr/>
          <a:lstStyle/>
          <a:p>
            <a:r>
              <a:rPr lang="en-GB" dirty="0"/>
              <a:t>Send sound to speaker</a:t>
            </a:r>
          </a:p>
        </p:txBody>
      </p:sp>
      <p:sp>
        <p:nvSpPr>
          <p:cNvPr id="3" name="Content Placeholder 2">
            <a:extLst>
              <a:ext uri="{FF2B5EF4-FFF2-40B4-BE49-F238E27FC236}">
                <a16:creationId xmlns:a16="http://schemas.microsoft.com/office/drawing/2014/main" id="{B23F0DBC-AA36-49E9-2336-06704FA0F28B}"/>
              </a:ext>
            </a:extLst>
          </p:cNvPr>
          <p:cNvSpPr>
            <a:spLocks noGrp="1"/>
          </p:cNvSpPr>
          <p:nvPr>
            <p:ph idx="1"/>
          </p:nvPr>
        </p:nvSpPr>
        <p:spPr>
          <a:ln>
            <a:solidFill>
              <a:srgbClr val="FF0000"/>
            </a:solidFill>
          </a:ln>
        </p:spPr>
        <p:txBody>
          <a:bodyPr/>
          <a:lstStyle/>
          <a:p>
            <a:pPr marL="0" indent="0">
              <a:buNone/>
            </a:pPr>
            <a:r>
              <a:rPr lang="en-GB" dirty="0">
                <a:solidFill>
                  <a:srgbClr val="FF0000"/>
                </a:solidFill>
              </a:rPr>
              <a:t>for(unsigned int </a:t>
            </a:r>
            <a:r>
              <a:rPr lang="en-GB" dirty="0" err="1">
                <a:solidFill>
                  <a:srgbClr val="FF0000"/>
                </a:solidFill>
              </a:rPr>
              <a:t>ch</a:t>
            </a:r>
            <a:r>
              <a:rPr lang="en-GB" dirty="0">
                <a:solidFill>
                  <a:srgbClr val="FF0000"/>
                </a:solidFill>
              </a:rPr>
              <a:t> = 0; </a:t>
            </a:r>
            <a:r>
              <a:rPr lang="en-GB" dirty="0" err="1">
                <a:solidFill>
                  <a:srgbClr val="FF0000"/>
                </a:solidFill>
              </a:rPr>
              <a:t>ch</a:t>
            </a:r>
            <a:r>
              <a:rPr lang="en-GB" dirty="0">
                <a:solidFill>
                  <a:srgbClr val="FF0000"/>
                </a:solidFill>
              </a:rPr>
              <a:t> &lt; context-&gt;</a:t>
            </a:r>
            <a:r>
              <a:rPr lang="en-GB" dirty="0" err="1">
                <a:solidFill>
                  <a:srgbClr val="FF0000"/>
                </a:solidFill>
              </a:rPr>
              <a:t>audioOutChannels</a:t>
            </a:r>
            <a:r>
              <a:rPr lang="en-GB" dirty="0">
                <a:solidFill>
                  <a:srgbClr val="FF0000"/>
                </a:solidFill>
              </a:rPr>
              <a:t>; </a:t>
            </a:r>
            <a:r>
              <a:rPr lang="en-GB" dirty="0" err="1">
                <a:solidFill>
                  <a:srgbClr val="FF0000"/>
                </a:solidFill>
              </a:rPr>
              <a:t>ch</a:t>
            </a:r>
            <a:r>
              <a:rPr lang="en-GB" dirty="0">
                <a:solidFill>
                  <a:srgbClr val="FF0000"/>
                </a:solidFill>
              </a:rPr>
              <a:t>++) {</a:t>
            </a:r>
          </a:p>
          <a:p>
            <a:pPr marL="0" indent="0">
              <a:buNone/>
            </a:pPr>
            <a:r>
              <a:rPr lang="en-GB" b="1" dirty="0" err="1">
                <a:solidFill>
                  <a:srgbClr val="FF0000"/>
                </a:solidFill>
              </a:rPr>
              <a:t>audioWrite</a:t>
            </a:r>
            <a:r>
              <a:rPr lang="en-GB" dirty="0">
                <a:solidFill>
                  <a:srgbClr val="FF0000"/>
                </a:solidFill>
              </a:rPr>
              <a:t>(context, n, </a:t>
            </a:r>
            <a:r>
              <a:rPr lang="en-GB" dirty="0" err="1">
                <a:solidFill>
                  <a:srgbClr val="FF0000"/>
                </a:solidFill>
              </a:rPr>
              <a:t>ch</a:t>
            </a:r>
            <a:r>
              <a:rPr lang="en-GB" dirty="0">
                <a:solidFill>
                  <a:srgbClr val="FF0000"/>
                </a:solidFill>
              </a:rPr>
              <a:t>, out * 0.2); }</a:t>
            </a:r>
          </a:p>
          <a:p>
            <a:pPr marL="0" indent="0">
              <a:buNone/>
            </a:pPr>
            <a:endParaRPr lang="en-GB" dirty="0"/>
          </a:p>
          <a:p>
            <a:r>
              <a:rPr lang="en-GB" dirty="0"/>
              <a:t>Sends the sound to </a:t>
            </a:r>
            <a:r>
              <a:rPr lang="en-GB" b="1" dirty="0"/>
              <a:t>all speakers</a:t>
            </a:r>
            <a:endParaRPr lang="en-GB" dirty="0"/>
          </a:p>
          <a:p>
            <a:endParaRPr lang="en-GB" dirty="0"/>
          </a:p>
        </p:txBody>
      </p:sp>
    </p:spTree>
    <p:extLst>
      <p:ext uri="{BB962C8B-B14F-4D97-AF65-F5344CB8AC3E}">
        <p14:creationId xmlns:p14="http://schemas.microsoft.com/office/powerpoint/2010/main" val="34850108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000000"/>
        </a:solidFill>
        <a:effectLst/>
      </p:bgPr>
    </p:bg>
    <p:spTree>
      <p:nvGrpSpPr>
        <p:cNvPr id="1" name="Shape 239"/>
        <p:cNvGrpSpPr/>
        <p:nvPr/>
      </p:nvGrpSpPr>
      <p:grpSpPr>
        <a:xfrm>
          <a:off x="0" y="0"/>
          <a:ext cx="0" cy="0"/>
          <a:chOff x="0" y="0"/>
          <a:chExt cx="0" cy="0"/>
        </a:xfrm>
      </p:grpSpPr>
      <p:sp>
        <p:nvSpPr>
          <p:cNvPr id="240" name="Google Shape;240;p16"/>
          <p:cNvSpPr txBox="1"/>
          <p:nvPr/>
        </p:nvSpPr>
        <p:spPr>
          <a:xfrm>
            <a:off x="1085797" y="1514142"/>
            <a:ext cx="5387000" cy="1600438"/>
          </a:xfrm>
          <a:prstGeom prst="rect">
            <a:avLst/>
          </a:prstGeom>
          <a:noFill/>
          <a:ln>
            <a:noFill/>
          </a:ln>
        </p:spPr>
        <p:txBody>
          <a:bodyPr spcFirstLastPara="1" wrap="square" lIns="0" tIns="0" rIns="0" bIns="0" anchor="t" anchorCtr="0">
            <a:spAutoFit/>
          </a:bodyPr>
          <a:lstStyle/>
          <a:p>
            <a:pPr marL="304815" marR="0" lvl="0" indent="-279414" algn="just" defTabSz="609630" rtl="0" eaLnBrk="1" fontAlgn="auto" latinLnBrk="0" hangingPunct="1">
              <a:lnSpc>
                <a:spcPct val="130010"/>
              </a:lnSpc>
              <a:spcBef>
                <a:spcPts val="0"/>
              </a:spcBef>
              <a:spcAft>
                <a:spcPts val="0"/>
              </a:spcAft>
              <a:buClr>
                <a:srgbClr val="FFFFFF"/>
              </a:buClr>
              <a:buSzPts val="3000"/>
              <a:buFont typeface="Inter"/>
              <a:buAutoNum type="arabicPeriod"/>
              <a:tabLst/>
              <a:defRPr/>
            </a:pPr>
            <a:r>
              <a:rPr kumimoji="0" lang="en-US" sz="2000" b="0" i="0" u="none" strike="noStrike" kern="0" cap="none" spc="0" normalizeH="0" baseline="0" noProof="0" dirty="0">
                <a:ln>
                  <a:noFill/>
                </a:ln>
                <a:solidFill>
                  <a:srgbClr val="FFFFFF"/>
                </a:solidFill>
                <a:effectLst/>
                <a:uLnTx/>
                <a:uFillTx/>
                <a:latin typeface="Inter"/>
                <a:ea typeface="Inter"/>
                <a:cs typeface="Inter"/>
                <a:sym typeface="Inter"/>
              </a:rPr>
              <a:t>Embedded system (mini-computer)</a:t>
            </a:r>
            <a:endParaRPr kumimoji="0" sz="2000" b="0" i="0" u="none" strike="noStrike" kern="0" cap="none" spc="0" normalizeH="0" baseline="0" noProof="0" dirty="0">
              <a:ln>
                <a:noFill/>
              </a:ln>
              <a:solidFill>
                <a:srgbClr val="FFFFFF"/>
              </a:solidFill>
              <a:effectLst/>
              <a:uLnTx/>
              <a:uFillTx/>
              <a:latin typeface="Inter"/>
              <a:ea typeface="Inter"/>
              <a:cs typeface="Inter"/>
              <a:sym typeface="Inter"/>
            </a:endParaRPr>
          </a:p>
          <a:p>
            <a:pPr marL="304815" marR="0" lvl="0" indent="-279414" algn="just" defTabSz="609630" rtl="0" eaLnBrk="1" fontAlgn="auto" latinLnBrk="0" hangingPunct="1">
              <a:lnSpc>
                <a:spcPct val="130010"/>
              </a:lnSpc>
              <a:spcBef>
                <a:spcPts val="0"/>
              </a:spcBef>
              <a:spcAft>
                <a:spcPts val="0"/>
              </a:spcAft>
              <a:buClr>
                <a:srgbClr val="FFFFFF"/>
              </a:buClr>
              <a:buSzPts val="3000"/>
              <a:buFont typeface="Inter"/>
              <a:buAutoNum type="arabicPeriod"/>
              <a:tabLst/>
              <a:defRPr/>
            </a:pPr>
            <a:r>
              <a:rPr kumimoji="0" lang="en-US" sz="2000" b="0" i="0" u="none" strike="noStrike" kern="0" cap="none" spc="0" normalizeH="0" baseline="0" noProof="0" dirty="0">
                <a:ln>
                  <a:noFill/>
                </a:ln>
                <a:solidFill>
                  <a:srgbClr val="FFFFFF"/>
                </a:solidFill>
                <a:effectLst/>
                <a:uLnTx/>
                <a:uFillTx/>
                <a:latin typeface="Inter"/>
                <a:ea typeface="Inter"/>
                <a:cs typeface="Inter"/>
                <a:sym typeface="Inter"/>
              </a:rPr>
              <a:t>Analog and digital I/O</a:t>
            </a:r>
            <a:endParaRPr kumimoji="0" sz="2000" b="0" i="0" u="none" strike="noStrike" kern="0" cap="none" spc="0" normalizeH="0" baseline="0" noProof="0" dirty="0">
              <a:ln>
                <a:noFill/>
              </a:ln>
              <a:solidFill>
                <a:srgbClr val="FFFFFF"/>
              </a:solidFill>
              <a:effectLst/>
              <a:uLnTx/>
              <a:uFillTx/>
              <a:latin typeface="Inter"/>
              <a:ea typeface="Inter"/>
              <a:cs typeface="Inter"/>
              <a:sym typeface="Inter"/>
            </a:endParaRPr>
          </a:p>
          <a:p>
            <a:pPr marL="304815" marR="0" lvl="0" indent="-279414" algn="just" defTabSz="609630" rtl="0" eaLnBrk="1" fontAlgn="auto" latinLnBrk="0" hangingPunct="1">
              <a:lnSpc>
                <a:spcPct val="130010"/>
              </a:lnSpc>
              <a:spcBef>
                <a:spcPts val="0"/>
              </a:spcBef>
              <a:spcAft>
                <a:spcPts val="0"/>
              </a:spcAft>
              <a:buClr>
                <a:srgbClr val="FFFFFF"/>
              </a:buClr>
              <a:buSzPts val="3000"/>
              <a:buFont typeface="Inter"/>
              <a:buAutoNum type="arabicPeriod"/>
              <a:tabLst/>
              <a:defRPr/>
            </a:pPr>
            <a:r>
              <a:rPr kumimoji="0" lang="en-US" sz="2000" b="0" i="0" u="none" strike="noStrike" kern="0" cap="none" spc="0" normalizeH="0" baseline="0" noProof="0" dirty="0">
                <a:ln>
                  <a:noFill/>
                </a:ln>
                <a:solidFill>
                  <a:srgbClr val="FFFFFF"/>
                </a:solidFill>
                <a:effectLst/>
                <a:uLnTx/>
                <a:uFillTx/>
                <a:latin typeface="Inter"/>
                <a:ea typeface="Inter"/>
                <a:cs typeface="Inter"/>
                <a:sym typeface="Inter"/>
              </a:rPr>
              <a:t>Ultra-low latency</a:t>
            </a:r>
            <a:endParaRPr kumimoji="0" sz="2000" b="0" i="0" u="none" strike="noStrike" kern="0" cap="none" spc="0" normalizeH="0" baseline="0" noProof="0" dirty="0">
              <a:ln>
                <a:noFill/>
              </a:ln>
              <a:solidFill>
                <a:srgbClr val="FFFFFF"/>
              </a:solidFill>
              <a:effectLst/>
              <a:uLnTx/>
              <a:uFillTx/>
              <a:latin typeface="Inter"/>
              <a:ea typeface="Inter"/>
              <a:cs typeface="Inter"/>
              <a:sym typeface="Inter"/>
            </a:endParaRPr>
          </a:p>
          <a:p>
            <a:pPr marL="304815" marR="0" lvl="0" indent="-279414" algn="just" defTabSz="609630" rtl="0" eaLnBrk="1" fontAlgn="auto" latinLnBrk="0" hangingPunct="1">
              <a:lnSpc>
                <a:spcPct val="130010"/>
              </a:lnSpc>
              <a:spcBef>
                <a:spcPts val="0"/>
              </a:spcBef>
              <a:spcAft>
                <a:spcPts val="0"/>
              </a:spcAft>
              <a:buClr>
                <a:srgbClr val="FFFFFF"/>
              </a:buClr>
              <a:buSzPts val="3000"/>
              <a:buFont typeface="Inter"/>
              <a:buAutoNum type="arabicPeriod"/>
              <a:tabLst/>
              <a:defRPr/>
            </a:pPr>
            <a:r>
              <a:rPr kumimoji="0" lang="en-US" sz="2000" b="0" i="0" u="none" strike="noStrike" kern="0" cap="none" spc="0" normalizeH="0" baseline="0" noProof="0" dirty="0">
                <a:ln>
                  <a:noFill/>
                </a:ln>
                <a:solidFill>
                  <a:srgbClr val="FFFFFF"/>
                </a:solidFill>
                <a:effectLst/>
                <a:uLnTx/>
                <a:uFillTx/>
                <a:latin typeface="Inter"/>
                <a:ea typeface="Inter"/>
                <a:cs typeface="Inter"/>
                <a:sym typeface="Inter"/>
              </a:rPr>
              <a:t>Audio capabilities</a:t>
            </a:r>
            <a:endParaRPr kumimoji="0" sz="2000" b="0" i="0" u="none" strike="noStrike" kern="0" cap="none" spc="0" normalizeH="0" baseline="0" noProof="0" dirty="0">
              <a:ln>
                <a:noFill/>
              </a:ln>
              <a:solidFill>
                <a:srgbClr val="FFFFFF"/>
              </a:solidFill>
              <a:effectLst/>
              <a:uLnTx/>
              <a:uFillTx/>
              <a:latin typeface="Inter"/>
              <a:ea typeface="Inter"/>
              <a:cs typeface="Inter"/>
              <a:sym typeface="Inter"/>
            </a:endParaRPr>
          </a:p>
        </p:txBody>
      </p:sp>
      <p:sp>
        <p:nvSpPr>
          <p:cNvPr id="241" name="Google Shape;241;p16"/>
          <p:cNvSpPr txBox="1"/>
          <p:nvPr/>
        </p:nvSpPr>
        <p:spPr>
          <a:xfrm>
            <a:off x="1154617" y="612929"/>
            <a:ext cx="9718200" cy="646331"/>
          </a:xfrm>
          <a:prstGeom prst="rect">
            <a:avLst/>
          </a:prstGeom>
          <a:noFill/>
          <a:ln>
            <a:noFill/>
          </a:ln>
        </p:spPr>
        <p:txBody>
          <a:bodyPr spcFirstLastPara="1" wrap="square" lIns="0" tIns="0" rIns="0" bIns="0" anchor="t" anchorCtr="0">
            <a:spAutoFit/>
          </a:bodyPr>
          <a:lstStyle/>
          <a:p>
            <a:pPr marL="0" marR="0" lvl="0" indent="0" algn="ctr" defTabSz="609630" rtl="0" eaLnBrk="1" fontAlgn="auto" latinLnBrk="0" hangingPunct="1">
              <a:lnSpc>
                <a:spcPct val="140000"/>
              </a:lnSpc>
              <a:spcBef>
                <a:spcPts val="0"/>
              </a:spcBef>
              <a:spcAft>
                <a:spcPts val="0"/>
              </a:spcAft>
              <a:buClr>
                <a:srgbClr val="000000"/>
              </a:buClr>
              <a:buSzTx/>
              <a:buFontTx/>
              <a:buNone/>
              <a:tabLst/>
              <a:defRPr/>
            </a:pPr>
            <a:r>
              <a:rPr kumimoji="0" lang="en-US" sz="3000" b="1" i="0" u="none" strike="noStrike" kern="0" cap="none" spc="0" normalizeH="0" baseline="0" noProof="0">
                <a:ln>
                  <a:noFill/>
                </a:ln>
                <a:solidFill>
                  <a:srgbClr val="FFFFFF"/>
                </a:solidFill>
                <a:effectLst/>
                <a:uLnTx/>
                <a:uFillTx/>
                <a:latin typeface="Inter"/>
                <a:ea typeface="Inter"/>
                <a:cs typeface="Inter"/>
                <a:sym typeface="Inter"/>
              </a:rPr>
              <a:t>BELA</a:t>
            </a:r>
            <a:endParaRPr kumimoji="0" sz="3000" b="1" i="0" u="none" strike="noStrike" kern="0" cap="none" spc="0" normalizeH="0" baseline="0" noProof="0">
              <a:ln>
                <a:noFill/>
              </a:ln>
              <a:solidFill>
                <a:srgbClr val="FFFFFF"/>
              </a:solidFill>
              <a:effectLst/>
              <a:uLnTx/>
              <a:uFillTx/>
              <a:latin typeface="Inter"/>
              <a:ea typeface="Inter"/>
              <a:cs typeface="Inter"/>
              <a:sym typeface="Inter"/>
            </a:endParaRPr>
          </a:p>
        </p:txBody>
      </p:sp>
      <p:pic>
        <p:nvPicPr>
          <p:cNvPr id="242" name="Google Shape;242;p16"/>
          <p:cNvPicPr preferRelativeResize="0"/>
          <p:nvPr/>
        </p:nvPicPr>
        <p:blipFill>
          <a:blip r:embed="rId3">
            <a:alphaModFix amt="23000"/>
          </a:blip>
          <a:stretch>
            <a:fillRect/>
          </a:stretch>
        </p:blipFill>
        <p:spPr>
          <a:xfrm>
            <a:off x="10031401" y="6404529"/>
            <a:ext cx="1940801" cy="294721"/>
          </a:xfrm>
          <a:prstGeom prst="rect">
            <a:avLst/>
          </a:prstGeom>
          <a:noFill/>
          <a:ln>
            <a:noFill/>
          </a:ln>
        </p:spPr>
      </p:pic>
      <p:pic>
        <p:nvPicPr>
          <p:cNvPr id="244" name="Google Shape;244;p16"/>
          <p:cNvPicPr preferRelativeResize="0"/>
          <p:nvPr/>
        </p:nvPicPr>
        <p:blipFill rotWithShape="1">
          <a:blip r:embed="rId4">
            <a:alphaModFix/>
          </a:blip>
          <a:srcRect l="19940" r="17154"/>
          <a:stretch/>
        </p:blipFill>
        <p:spPr>
          <a:xfrm>
            <a:off x="7823284" y="3858942"/>
            <a:ext cx="2476833" cy="1760000"/>
          </a:xfrm>
          <a:prstGeom prst="rect">
            <a:avLst/>
          </a:prstGeom>
          <a:noFill/>
          <a:ln>
            <a:noFill/>
          </a:ln>
        </p:spPr>
      </p:pic>
      <p:grpSp>
        <p:nvGrpSpPr>
          <p:cNvPr id="245" name="Google Shape;245;p16"/>
          <p:cNvGrpSpPr/>
          <p:nvPr/>
        </p:nvGrpSpPr>
        <p:grpSpPr>
          <a:xfrm>
            <a:off x="7730726" y="1455997"/>
            <a:ext cx="2661941" cy="1617347"/>
            <a:chOff x="8897155" y="2184000"/>
            <a:chExt cx="5789345" cy="3517500"/>
          </a:xfrm>
        </p:grpSpPr>
        <p:sp>
          <p:nvSpPr>
            <p:cNvPr id="246" name="Google Shape;246;p16"/>
            <p:cNvSpPr/>
            <p:nvPr/>
          </p:nvSpPr>
          <p:spPr>
            <a:xfrm>
              <a:off x="9024000" y="2184000"/>
              <a:ext cx="5662500" cy="3517500"/>
            </a:xfrm>
            <a:prstGeom prst="rect">
              <a:avLst/>
            </a:prstGeom>
            <a:solidFill>
              <a:schemeClr val="lt2"/>
            </a:solidFill>
            <a:ln w="6575" cap="flat" cmpd="sng">
              <a:solidFill>
                <a:schemeClr val="dk2"/>
              </a:solidFill>
              <a:prstDash val="solid"/>
              <a:round/>
              <a:headEnd type="none" w="sm" len="sm"/>
              <a:tailEnd type="none" w="sm" len="sm"/>
            </a:ln>
          </p:spPr>
          <p:txBody>
            <a:bodyPr spcFirstLastPara="1" wrap="square" lIns="42033" tIns="42033" rIns="42033" bIns="42033" anchor="ctr" anchorCtr="0">
              <a:noAutofit/>
            </a:bodyPr>
            <a:lstStyle/>
            <a:p>
              <a:pPr marL="0" marR="0" lvl="0" indent="0" algn="ctr" defTabSz="609630" rtl="0" eaLnBrk="1" fontAlgn="auto" latinLnBrk="0" hangingPunct="1">
                <a:lnSpc>
                  <a:spcPct val="100000"/>
                </a:lnSpc>
                <a:spcBef>
                  <a:spcPts val="0"/>
                </a:spcBef>
                <a:spcAft>
                  <a:spcPts val="0"/>
                </a:spcAft>
                <a:buClr>
                  <a:srgbClr val="000000"/>
                </a:buClr>
                <a:buSzTx/>
                <a:buFontTx/>
                <a:buNone/>
                <a:tabLst/>
                <a:defRPr/>
              </a:pPr>
              <a:endParaRPr kumimoji="0" sz="643" b="0" i="0" u="none" strike="noStrike" kern="0" cap="none" spc="0" normalizeH="0" baseline="0" noProof="0">
                <a:ln>
                  <a:noFill/>
                </a:ln>
                <a:solidFill>
                  <a:srgbClr val="000000"/>
                </a:solidFill>
                <a:effectLst/>
                <a:uLnTx/>
                <a:uFillTx/>
                <a:latin typeface="Inter"/>
                <a:ea typeface="Inter"/>
                <a:cs typeface="Inter"/>
                <a:sym typeface="Inter"/>
              </a:endParaRPr>
            </a:p>
          </p:txBody>
        </p:sp>
        <p:pic>
          <p:nvPicPr>
            <p:cNvPr id="247" name="Google Shape;247;p16"/>
            <p:cNvPicPr preferRelativeResize="0"/>
            <p:nvPr/>
          </p:nvPicPr>
          <p:blipFill>
            <a:blip r:embed="rId5">
              <a:alphaModFix/>
            </a:blip>
            <a:stretch>
              <a:fillRect/>
            </a:stretch>
          </p:blipFill>
          <p:spPr>
            <a:xfrm>
              <a:off x="8897155" y="2289156"/>
              <a:ext cx="5662445" cy="3296771"/>
            </a:xfrm>
            <a:prstGeom prst="rect">
              <a:avLst/>
            </a:prstGeom>
            <a:noFill/>
            <a:ln>
              <a:noFill/>
            </a:ln>
          </p:spPr>
        </p:pic>
      </p:grpSp>
      <p:pic>
        <p:nvPicPr>
          <p:cNvPr id="248" name="Google Shape;248;p16"/>
          <p:cNvPicPr preferRelativeResize="0"/>
          <p:nvPr/>
        </p:nvPicPr>
        <p:blipFill>
          <a:blip r:embed="rId6">
            <a:alphaModFix/>
          </a:blip>
          <a:stretch>
            <a:fillRect/>
          </a:stretch>
        </p:blipFill>
        <p:spPr>
          <a:xfrm>
            <a:off x="1085800" y="3899630"/>
            <a:ext cx="5387000" cy="1683437"/>
          </a:xfrm>
          <a:prstGeom prst="rect">
            <a:avLst/>
          </a:prstGeom>
          <a:noFill/>
          <a:ln>
            <a:noFill/>
          </a:ln>
        </p:spPr>
      </p:pic>
      <p:sp>
        <p:nvSpPr>
          <p:cNvPr id="2" name="Footer Placeholder 1">
            <a:extLst>
              <a:ext uri="{FF2B5EF4-FFF2-40B4-BE49-F238E27FC236}">
                <a16:creationId xmlns:a16="http://schemas.microsoft.com/office/drawing/2014/main" id="{6DBE6C7A-EFDF-1552-D801-FC728528AA40}"/>
              </a:ext>
            </a:extLst>
          </p:cNvPr>
          <p:cNvSpPr>
            <a:spLocks noGrp="1"/>
          </p:cNvSpPr>
          <p:nvPr>
            <p:ph type="ftr" idx="11"/>
          </p:nvPr>
        </p:nvSpPr>
        <p:spPr>
          <a:xfrm>
            <a:off x="2638269" y="6404528"/>
            <a:ext cx="6452589" cy="335207"/>
          </a:xfrm>
        </p:spPr>
        <p:txBody>
          <a:bodyPr/>
          <a:lstStyle/>
          <a:p>
            <a:pPr marL="0" marR="0" lvl="0" indent="0" algn="ctr" defTabSz="914400" rtl="0" eaLnBrk="1" fontAlgn="auto" latinLnBrk="0" hangingPunct="1">
              <a:lnSpc>
                <a:spcPct val="100000"/>
              </a:lnSpc>
              <a:spcBef>
                <a:spcPts val="0"/>
              </a:spcBef>
              <a:spcAft>
                <a:spcPts val="0"/>
              </a:spcAft>
              <a:buClrTx/>
              <a:buSzPts val="1400"/>
              <a:buFontTx/>
              <a:buNone/>
              <a:tabLst/>
              <a:defRPr/>
            </a:pPr>
            <a:r>
              <a:rPr kumimoji="0" lang="en-GB" sz="1800" b="0" i="0" u="none" strike="noStrike" kern="1200" cap="none" spc="0" normalizeH="0" baseline="0" noProof="0">
                <a:ln>
                  <a:noFill/>
                </a:ln>
                <a:solidFill>
                  <a:srgbClr val="FFFFFF"/>
                </a:solidFill>
                <a:effectLst/>
                <a:uLnTx/>
                <a:uFillTx/>
                <a:latin typeface="Arial"/>
                <a:ea typeface="+mn-ea"/>
                <a:cs typeface="+mn-cs"/>
              </a:rPr>
              <a:t>Slough and Langley | CCI | UAL | BSc Data Science and AI | 29th January 2025</a:t>
            </a: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3" name="Slide Number Placeholder 2">
            <a:extLst>
              <a:ext uri="{FF2B5EF4-FFF2-40B4-BE49-F238E27FC236}">
                <a16:creationId xmlns:a16="http://schemas.microsoft.com/office/drawing/2014/main" id="{47A5E54D-66A2-0EB5-B5D5-CB7D188303F6}"/>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800" b="0" i="0" u="none" strike="noStrike" kern="1200" cap="none" spc="0" normalizeH="0" baseline="0" noProof="0" smtClean="0">
                <a:ln>
                  <a:noFill/>
                </a:ln>
                <a:solidFill>
                  <a:srgbClr val="888888"/>
                </a:solidFill>
                <a:effectLst/>
                <a:uLnTx/>
                <a:uFillTx/>
                <a:latin typeface="Calibri"/>
                <a:cs typeface="Calibri"/>
                <a:sym typeface="Calibri"/>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800" b="0" i="0" u="none" strike="noStrike" kern="1200" cap="none" spc="0" normalizeH="0" baseline="0" noProof="0">
              <a:ln>
                <a:noFill/>
              </a:ln>
              <a:solidFill>
                <a:srgbClr val="888888"/>
              </a:solidFill>
              <a:effectLst/>
              <a:uLnTx/>
              <a:uFillTx/>
              <a:latin typeface="Calibri"/>
              <a:cs typeface="Calibri"/>
              <a:sym typeface="Calibri"/>
            </a:endParaRP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3C54F4CE-85F0-46ED-80DA-9518C9251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5" name="Freeform: Shape 4104">
            <a:extLst>
              <a:ext uri="{FF2B5EF4-FFF2-40B4-BE49-F238E27FC236}">
                <a16:creationId xmlns:a16="http://schemas.microsoft.com/office/drawing/2014/main" id="{DADD1FCA-8ACB-4958-81DD-4CDD6D3E1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802086" cy="6858000"/>
          </a:xfrm>
          <a:custGeom>
            <a:avLst/>
            <a:gdLst>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9647 w 5734864"/>
              <a:gd name="connsiteY33" fmla="*/ 1936120 h 6858000"/>
              <a:gd name="connsiteX34" fmla="*/ 714660 w 5734864"/>
              <a:gd name="connsiteY34" fmla="*/ 1982709 h 6858000"/>
              <a:gd name="connsiteX35" fmla="*/ 710759 w 5734864"/>
              <a:gd name="connsiteY35" fmla="*/ 2013010 h 6858000"/>
              <a:gd name="connsiteX36" fmla="*/ 697927 w 5734864"/>
              <a:gd name="connsiteY36" fmla="*/ 2069833 h 6858000"/>
              <a:gd name="connsiteX37" fmla="*/ 693594 w 5734864"/>
              <a:gd name="connsiteY37" fmla="*/ 2103731 h 6858000"/>
              <a:gd name="connsiteX38" fmla="*/ 691109 w 5734864"/>
              <a:gd name="connsiteY38" fmla="*/ 2124027 h 6858000"/>
              <a:gd name="connsiteX39" fmla="*/ 676593 w 5734864"/>
              <a:gd name="connsiteY39" fmla="*/ 2176182 h 6858000"/>
              <a:gd name="connsiteX40" fmla="*/ 633227 w 5734864"/>
              <a:gd name="connsiteY40" fmla="*/ 2258036 h 6858000"/>
              <a:gd name="connsiteX41" fmla="*/ 625564 w 5734864"/>
              <a:gd name="connsiteY41" fmla="*/ 2284567 h 6858000"/>
              <a:gd name="connsiteX42" fmla="*/ 627074 w 5734864"/>
              <a:gd name="connsiteY42" fmla="*/ 2289605 h 6858000"/>
              <a:gd name="connsiteX43" fmla="*/ 614574 w 5734864"/>
              <a:gd name="connsiteY43" fmla="*/ 2308717 h 6858000"/>
              <a:gd name="connsiteX44" fmla="*/ 606890 w 5734864"/>
              <a:gd name="connsiteY44" fmla="*/ 2320662 h 6858000"/>
              <a:gd name="connsiteX45" fmla="*/ 605558 w 5734864"/>
              <a:gd name="connsiteY45" fmla="*/ 2327897 h 6858000"/>
              <a:gd name="connsiteX46" fmla="*/ 602202 w 5734864"/>
              <a:gd name="connsiteY46" fmla="*/ 2357749 h 6858000"/>
              <a:gd name="connsiteX47" fmla="*/ 600213 w 5734864"/>
              <a:gd name="connsiteY47" fmla="*/ 2364905 h 6858000"/>
              <a:gd name="connsiteX48" fmla="*/ 597160 w 5734864"/>
              <a:gd name="connsiteY48" fmla="*/ 2388351 h 6858000"/>
              <a:gd name="connsiteX49" fmla="*/ 597982 w 5734864"/>
              <a:gd name="connsiteY49" fmla="*/ 2402296 h 6858000"/>
              <a:gd name="connsiteX50" fmla="*/ 593150 w 5734864"/>
              <a:gd name="connsiteY50" fmla="*/ 2420015 h 6858000"/>
              <a:gd name="connsiteX51" fmla="*/ 592833 w 5734864"/>
              <a:gd name="connsiteY51" fmla="*/ 2422749 h 6858000"/>
              <a:gd name="connsiteX52" fmla="*/ 594479 w 5734864"/>
              <a:gd name="connsiteY52" fmla="*/ 2426002 h 6858000"/>
              <a:gd name="connsiteX53" fmla="*/ 591963 w 5734864"/>
              <a:gd name="connsiteY53" fmla="*/ 2431950 h 6858000"/>
              <a:gd name="connsiteX54" fmla="*/ 591544 w 5734864"/>
              <a:gd name="connsiteY54" fmla="*/ 2433897 h 6858000"/>
              <a:gd name="connsiteX55" fmla="*/ 589519 w 5734864"/>
              <a:gd name="connsiteY55" fmla="*/ 2451398 h 6858000"/>
              <a:gd name="connsiteX56" fmla="*/ 590037 w 5734864"/>
              <a:gd name="connsiteY56" fmla="*/ 2455536 h 6858000"/>
              <a:gd name="connsiteX57" fmla="*/ 588179 w 5734864"/>
              <a:gd name="connsiteY57" fmla="*/ 2462981 h 6858000"/>
              <a:gd name="connsiteX58" fmla="*/ 583434 w 5734864"/>
              <a:gd name="connsiteY58" fmla="*/ 2503991 h 6858000"/>
              <a:gd name="connsiteX59" fmla="*/ 567942 w 5734864"/>
              <a:gd name="connsiteY59" fmla="*/ 2652936 h 6858000"/>
              <a:gd name="connsiteX60" fmla="*/ 573869 w 5734864"/>
              <a:gd name="connsiteY60" fmla="*/ 2670188 h 6858000"/>
              <a:gd name="connsiteX61" fmla="*/ 575243 w 5734864"/>
              <a:gd name="connsiteY61" fmla="*/ 2688114 h 6858000"/>
              <a:gd name="connsiteX62" fmla="*/ 573824 w 5734864"/>
              <a:gd name="connsiteY62" fmla="*/ 2689856 h 6858000"/>
              <a:gd name="connsiteX63" fmla="*/ 570699 w 5734864"/>
              <a:gd name="connsiteY63" fmla="*/ 2709353 h 6858000"/>
              <a:gd name="connsiteX64" fmla="*/ 573192 w 5734864"/>
              <a:gd name="connsiteY64" fmla="*/ 2714527 h 6858000"/>
              <a:gd name="connsiteX65" fmla="*/ 572044 w 5734864"/>
              <a:gd name="connsiteY65" fmla="*/ 2728187 h 6858000"/>
              <a:gd name="connsiteX66" fmla="*/ 572465 w 5734864"/>
              <a:gd name="connsiteY66" fmla="*/ 2755863 h 6858000"/>
              <a:gd name="connsiteX67" fmla="*/ 570028 w 5734864"/>
              <a:gd name="connsiteY67" fmla="*/ 2760324 h 6858000"/>
              <a:gd name="connsiteX68" fmla="*/ 566748 w 5734864"/>
              <a:gd name="connsiteY68" fmla="*/ 2800948 h 6858000"/>
              <a:gd name="connsiteX69" fmla="*/ 565509 w 5734864"/>
              <a:gd name="connsiteY69" fmla="*/ 2801167 h 6858000"/>
              <a:gd name="connsiteX70" fmla="*/ 559367 w 5734864"/>
              <a:gd name="connsiteY70" fmla="*/ 2811129 h 6858000"/>
              <a:gd name="connsiteX71" fmla="*/ 550354 w 5734864"/>
              <a:gd name="connsiteY71" fmla="*/ 2830949 h 6858000"/>
              <a:gd name="connsiteX72" fmla="*/ 514795 w 5734864"/>
              <a:gd name="connsiteY72" fmla="*/ 2872433 h 6858000"/>
              <a:gd name="connsiteX73" fmla="*/ 509875 w 5734864"/>
              <a:gd name="connsiteY73" fmla="*/ 2923099 h 6858000"/>
              <a:gd name="connsiteX74" fmla="*/ 509577 w 5734864"/>
              <a:gd name="connsiteY74" fmla="*/ 2923197 h 6858000"/>
              <a:gd name="connsiteX75" fmla="*/ 507597 w 5734864"/>
              <a:gd name="connsiteY75" fmla="*/ 2931868 h 6858000"/>
              <a:gd name="connsiteX76" fmla="*/ 507379 w 5734864"/>
              <a:gd name="connsiteY76" fmla="*/ 2938322 h 6858000"/>
              <a:gd name="connsiteX77" fmla="*/ 504725 w 5734864"/>
              <a:gd name="connsiteY77" fmla="*/ 2954519 h 6858000"/>
              <a:gd name="connsiteX78" fmla="*/ 502018 w 5734864"/>
              <a:gd name="connsiteY78" fmla="*/ 2959643 h 6858000"/>
              <a:gd name="connsiteX79" fmla="*/ 498360 w 5734864"/>
              <a:gd name="connsiteY79" fmla="*/ 2961019 h 6858000"/>
              <a:gd name="connsiteX80" fmla="*/ 498483 w 5734864"/>
              <a:gd name="connsiteY80" fmla="*/ 2962590 h 6858000"/>
              <a:gd name="connsiteX81" fmla="*/ 484403 w 5734864"/>
              <a:gd name="connsiteY81" fmla="*/ 2990538 h 6858000"/>
              <a:gd name="connsiteX82" fmla="*/ 463075 w 5734864"/>
              <a:gd name="connsiteY82" fmla="*/ 3055956 h 6858000"/>
              <a:gd name="connsiteX83" fmla="*/ 455013 w 5734864"/>
              <a:gd name="connsiteY83" fmla="*/ 3094482 h 6858000"/>
              <a:gd name="connsiteX84" fmla="*/ 428391 w 5734864"/>
              <a:gd name="connsiteY84" fmla="*/ 3198850 h 6858000"/>
              <a:gd name="connsiteX85" fmla="*/ 401440 w 5734864"/>
              <a:gd name="connsiteY85" fmla="*/ 3307560 h 6858000"/>
              <a:gd name="connsiteX86" fmla="*/ 386076 w 5734864"/>
              <a:gd name="connsiteY86" fmla="*/ 3373943 h 6858000"/>
              <a:gd name="connsiteX87" fmla="*/ 374726 w 5734864"/>
              <a:gd name="connsiteY87" fmla="*/ 3381364 h 6858000"/>
              <a:gd name="connsiteX88" fmla="*/ 369145 w 5734864"/>
              <a:gd name="connsiteY88" fmla="*/ 3383729 h 6858000"/>
              <a:gd name="connsiteX89" fmla="*/ 364294 w 5734864"/>
              <a:gd name="connsiteY89" fmla="*/ 3414159 h 6858000"/>
              <a:gd name="connsiteX90" fmla="*/ 366450 w 5734864"/>
              <a:gd name="connsiteY90" fmla="*/ 3436925 h 6858000"/>
              <a:gd name="connsiteX91" fmla="*/ 351743 w 5734864"/>
              <a:gd name="connsiteY91" fmla="*/ 3521619 h 6858000"/>
              <a:gd name="connsiteX92" fmla="*/ 345784 w 5734864"/>
              <a:gd name="connsiteY92" fmla="*/ 3603757 h 6858000"/>
              <a:gd name="connsiteX93" fmla="*/ 344198 w 5734864"/>
              <a:gd name="connsiteY93" fmla="*/ 3652424 h 6858000"/>
              <a:gd name="connsiteX94" fmla="*/ 352450 w 5734864"/>
              <a:gd name="connsiteY94" fmla="*/ 3665222 h 6858000"/>
              <a:gd name="connsiteX95" fmla="*/ 342621 w 5734864"/>
              <a:gd name="connsiteY95" fmla="*/ 3700804 h 6858000"/>
              <a:gd name="connsiteX96" fmla="*/ 341514 w 5734864"/>
              <a:gd name="connsiteY96" fmla="*/ 3734774 h 6858000"/>
              <a:gd name="connsiteX97" fmla="*/ 340607 w 5734864"/>
              <a:gd name="connsiteY97" fmla="*/ 3785153 h 6858000"/>
              <a:gd name="connsiteX98" fmla="*/ 340707 w 5734864"/>
              <a:gd name="connsiteY98" fmla="*/ 3788177 h 6858000"/>
              <a:gd name="connsiteX99" fmla="*/ 340361 w 5734864"/>
              <a:gd name="connsiteY99" fmla="*/ 3798803 h 6858000"/>
              <a:gd name="connsiteX100" fmla="*/ 339642 w 5734864"/>
              <a:gd name="connsiteY100" fmla="*/ 3838750 h 6858000"/>
              <a:gd name="connsiteX101" fmla="*/ 360295 w 5734864"/>
              <a:gd name="connsiteY101" fmla="*/ 4015196 h 6858000"/>
              <a:gd name="connsiteX102" fmla="*/ 339043 w 5734864"/>
              <a:gd name="connsiteY102" fmla="*/ 4052778 h 6858000"/>
              <a:gd name="connsiteX103" fmla="*/ 339343 w 5734864"/>
              <a:gd name="connsiteY103" fmla="*/ 4096257 h 6858000"/>
              <a:gd name="connsiteX104" fmla="*/ 340786 w 5734864"/>
              <a:gd name="connsiteY104" fmla="*/ 4321136 h 6858000"/>
              <a:gd name="connsiteX105" fmla="*/ 343158 w 5734864"/>
              <a:gd name="connsiteY105" fmla="*/ 4429174 h 6858000"/>
              <a:gd name="connsiteX106" fmla="*/ 334599 w 5734864"/>
              <a:gd name="connsiteY106" fmla="*/ 4449938 h 6858000"/>
              <a:gd name="connsiteX107" fmla="*/ 332890 w 5734864"/>
              <a:gd name="connsiteY107" fmla="*/ 4453515 h 6858000"/>
              <a:gd name="connsiteX108" fmla="*/ 331105 w 5734864"/>
              <a:gd name="connsiteY108" fmla="*/ 4467941 h 6858000"/>
              <a:gd name="connsiteX109" fmla="*/ 324289 w 5734864"/>
              <a:gd name="connsiteY109" fmla="*/ 4471861 h 6858000"/>
              <a:gd name="connsiteX110" fmla="*/ 317079 w 5734864"/>
              <a:gd name="connsiteY110" fmla="*/ 4493468 h 6858000"/>
              <a:gd name="connsiteX111" fmla="*/ 315557 w 5734864"/>
              <a:gd name="connsiteY111" fmla="*/ 4520067 h 6858000"/>
              <a:gd name="connsiteX112" fmla="*/ 315240 w 5734864"/>
              <a:gd name="connsiteY112" fmla="*/ 4536872 h 6858000"/>
              <a:gd name="connsiteX113" fmla="*/ 316200 w 5734864"/>
              <a:gd name="connsiteY113" fmla="*/ 4538297 h 6858000"/>
              <a:gd name="connsiteX114" fmla="*/ 317507 w 5734864"/>
              <a:gd name="connsiteY114" fmla="*/ 4547582 h 6858000"/>
              <a:gd name="connsiteX115" fmla="*/ 323078 w 5734864"/>
              <a:gd name="connsiteY115" fmla="*/ 4592102 h 6858000"/>
              <a:gd name="connsiteX116" fmla="*/ 328722 w 5734864"/>
              <a:gd name="connsiteY116" fmla="*/ 4667914 h 6858000"/>
              <a:gd name="connsiteX117" fmla="*/ 335597 w 5734864"/>
              <a:gd name="connsiteY117" fmla="*/ 4695035 h 6858000"/>
              <a:gd name="connsiteX118" fmla="*/ 339485 w 5734864"/>
              <a:gd name="connsiteY118" fmla="*/ 4695979 h 6858000"/>
              <a:gd name="connsiteX119" fmla="*/ 341089 w 5734864"/>
              <a:gd name="connsiteY119" fmla="*/ 4704268 h 6858000"/>
              <a:gd name="connsiteX120" fmla="*/ 342177 w 5734864"/>
              <a:gd name="connsiteY120" fmla="*/ 4706060 h 6858000"/>
              <a:gd name="connsiteX121" fmla="*/ 347751 w 5734864"/>
              <a:gd name="connsiteY121" fmla="*/ 4716754 h 6858000"/>
              <a:gd name="connsiteX122" fmla="*/ 344125 w 5734864"/>
              <a:gd name="connsiteY122" fmla="*/ 4764669 h 6858000"/>
              <a:gd name="connsiteX123" fmla="*/ 340188 w 5734864"/>
              <a:gd name="connsiteY123" fmla="*/ 4779386 h 6858000"/>
              <a:gd name="connsiteX124" fmla="*/ 335146 w 5734864"/>
              <a:gd name="connsiteY124" fmla="*/ 4787491 h 6858000"/>
              <a:gd name="connsiteX125" fmla="*/ 319124 w 5734864"/>
              <a:gd name="connsiteY125" fmla="*/ 4843514 h 6858000"/>
              <a:gd name="connsiteX126" fmla="*/ 305956 w 5734864"/>
              <a:gd name="connsiteY126" fmla="*/ 4881505 h 6858000"/>
              <a:gd name="connsiteX127" fmla="*/ 301062 w 5734864"/>
              <a:gd name="connsiteY127" fmla="*/ 4889332 h 6858000"/>
              <a:gd name="connsiteX128" fmla="*/ 302141 w 5734864"/>
              <a:gd name="connsiteY128" fmla="*/ 4899400 h 6858000"/>
              <a:gd name="connsiteX129" fmla="*/ 304424 w 5734864"/>
              <a:gd name="connsiteY129" fmla="*/ 4902664 h 6858000"/>
              <a:gd name="connsiteX130" fmla="*/ 293123 w 5734864"/>
              <a:gd name="connsiteY130" fmla="*/ 4932769 h 6858000"/>
              <a:gd name="connsiteX131" fmla="*/ 292275 w 5734864"/>
              <a:gd name="connsiteY131" fmla="*/ 4936482 h 6858000"/>
              <a:gd name="connsiteX132" fmla="*/ 288304 w 5734864"/>
              <a:gd name="connsiteY132" fmla="*/ 4962325 h 6858000"/>
              <a:gd name="connsiteX133" fmla="*/ 287420 w 5734864"/>
              <a:gd name="connsiteY133" fmla="*/ 5042193 h 6858000"/>
              <a:gd name="connsiteX134" fmla="*/ 287020 w 5734864"/>
              <a:gd name="connsiteY134" fmla="*/ 5065655 h 6858000"/>
              <a:gd name="connsiteX135" fmla="*/ 288488 w 5734864"/>
              <a:gd name="connsiteY135" fmla="*/ 5082216 h 6858000"/>
              <a:gd name="connsiteX136" fmla="*/ 282763 w 5734864"/>
              <a:gd name="connsiteY136" fmla="*/ 5127114 h 6858000"/>
              <a:gd name="connsiteX137" fmla="*/ 269316 w 5734864"/>
              <a:gd name="connsiteY137" fmla="*/ 5202682 h 6858000"/>
              <a:gd name="connsiteX138" fmla="*/ 269174 w 5734864"/>
              <a:gd name="connsiteY138" fmla="*/ 5230835 h 6858000"/>
              <a:gd name="connsiteX139" fmla="*/ 272679 w 5734864"/>
              <a:gd name="connsiteY139" fmla="*/ 5232660 h 6858000"/>
              <a:gd name="connsiteX140" fmla="*/ 272160 w 5734864"/>
              <a:gd name="connsiteY140" fmla="*/ 5241150 h 6858000"/>
              <a:gd name="connsiteX141" fmla="*/ 272760 w 5734864"/>
              <a:gd name="connsiteY141" fmla="*/ 5243156 h 6858000"/>
              <a:gd name="connsiteX142" fmla="*/ 275462 w 5734864"/>
              <a:gd name="connsiteY142" fmla="*/ 5254919 h 6858000"/>
              <a:gd name="connsiteX143" fmla="*/ 262897 w 5734864"/>
              <a:gd name="connsiteY143" fmla="*/ 5286259 h 6858000"/>
              <a:gd name="connsiteX144" fmla="*/ 252761 w 5734864"/>
              <a:gd name="connsiteY144" fmla="*/ 5357801 h 6858000"/>
              <a:gd name="connsiteX145" fmla="*/ 242360 w 5734864"/>
              <a:gd name="connsiteY145" fmla="*/ 5460080 h 6858000"/>
              <a:gd name="connsiteX146" fmla="*/ 229880 w 5734864"/>
              <a:gd name="connsiteY146" fmla="*/ 5539714 h 6858000"/>
              <a:gd name="connsiteX147" fmla="*/ 204283 w 5734864"/>
              <a:gd name="connsiteY147" fmla="*/ 5639080 h 6858000"/>
              <a:gd name="connsiteX148" fmla="*/ 198948 w 5734864"/>
              <a:gd name="connsiteY148" fmla="*/ 5710958 h 6858000"/>
              <a:gd name="connsiteX149" fmla="*/ 192367 w 5734864"/>
              <a:gd name="connsiteY149" fmla="*/ 5719859 h 6858000"/>
              <a:gd name="connsiteX150" fmla="*/ 188035 w 5734864"/>
              <a:gd name="connsiteY150" fmla="*/ 5729935 h 6858000"/>
              <a:gd name="connsiteX151" fmla="*/ 188428 w 5734864"/>
              <a:gd name="connsiteY151" fmla="*/ 5731182 h 6858000"/>
              <a:gd name="connsiteX152" fmla="*/ 181635 w 5734864"/>
              <a:gd name="connsiteY152" fmla="*/ 5753538 h 6858000"/>
              <a:gd name="connsiteX153" fmla="*/ 169744 w 5734864"/>
              <a:gd name="connsiteY153" fmla="*/ 5796307 h 6858000"/>
              <a:gd name="connsiteX154" fmla="*/ 170351 w 5734864"/>
              <a:gd name="connsiteY154" fmla="*/ 5796644 h 6858000"/>
              <a:gd name="connsiteX155" fmla="*/ 171559 w 5734864"/>
              <a:gd name="connsiteY155" fmla="*/ 5803435 h 6858000"/>
              <a:gd name="connsiteX156" fmla="*/ 172284 w 5734864"/>
              <a:gd name="connsiteY156" fmla="*/ 5816391 h 6858000"/>
              <a:gd name="connsiteX157" fmla="*/ 182542 w 5734864"/>
              <a:gd name="connsiteY157" fmla="*/ 5846382 h 6858000"/>
              <a:gd name="connsiteX158" fmla="*/ 175877 w 5734864"/>
              <a:gd name="connsiteY158" fmla="*/ 5871336 h 6858000"/>
              <a:gd name="connsiteX159" fmla="*/ 174910 w 5734864"/>
              <a:gd name="connsiteY159" fmla="*/ 5876376 h 6858000"/>
              <a:gd name="connsiteX160" fmla="*/ 175047 w 5734864"/>
              <a:gd name="connsiteY160" fmla="*/ 5876483 h 6858000"/>
              <a:gd name="connsiteX161" fmla="*/ 174335 w 5734864"/>
              <a:gd name="connsiteY161" fmla="*/ 5881814 h 6858000"/>
              <a:gd name="connsiteX162" fmla="*/ 171273 w 5734864"/>
              <a:gd name="connsiteY162" fmla="*/ 5895339 h 6858000"/>
              <a:gd name="connsiteX163" fmla="*/ 171658 w 5734864"/>
              <a:gd name="connsiteY163" fmla="*/ 5898749 h 6858000"/>
              <a:gd name="connsiteX164" fmla="*/ 174658 w 5734864"/>
              <a:gd name="connsiteY164" fmla="*/ 5919558 h 6858000"/>
              <a:gd name="connsiteX165" fmla="*/ 169099 w 5734864"/>
              <a:gd name="connsiteY165" fmla="*/ 5984417 h 6858000"/>
              <a:gd name="connsiteX166" fmla="*/ 162007 w 5734864"/>
              <a:gd name="connsiteY166" fmla="*/ 6049043 h 6858000"/>
              <a:gd name="connsiteX167" fmla="*/ 156875 w 5734864"/>
              <a:gd name="connsiteY167" fmla="*/ 6114000 h 6858000"/>
              <a:gd name="connsiteX168" fmla="*/ 165441 w 5734864"/>
              <a:gd name="connsiteY168" fmla="*/ 6146938 h 6858000"/>
              <a:gd name="connsiteX169" fmla="*/ 165177 w 5734864"/>
              <a:gd name="connsiteY169" fmla="*/ 6150658 h 6858000"/>
              <a:gd name="connsiteX170" fmla="*/ 161772 w 5734864"/>
              <a:gd name="connsiteY170" fmla="*/ 6160011 h 6858000"/>
              <a:gd name="connsiteX171" fmla="*/ 160051 w 5734864"/>
              <a:gd name="connsiteY171" fmla="*/ 6163393 h 6858000"/>
              <a:gd name="connsiteX172" fmla="*/ 158473 w 5734864"/>
              <a:gd name="connsiteY172" fmla="*/ 6168628 h 6858000"/>
              <a:gd name="connsiteX173" fmla="*/ 158573 w 5734864"/>
              <a:gd name="connsiteY173" fmla="*/ 6168799 h 6858000"/>
              <a:gd name="connsiteX174" fmla="*/ 146463 w 5734864"/>
              <a:gd name="connsiteY174" fmla="*/ 6196671 h 6858000"/>
              <a:gd name="connsiteX175" fmla="*/ 150209 w 5734864"/>
              <a:gd name="connsiteY175" fmla="*/ 6232365 h 6858000"/>
              <a:gd name="connsiteX176" fmla="*/ 148544 w 5734864"/>
              <a:gd name="connsiteY176" fmla="*/ 6246162 h 6858000"/>
              <a:gd name="connsiteX177" fmla="*/ 148403 w 5734864"/>
              <a:gd name="connsiteY177" fmla="*/ 6253754 h 6858000"/>
              <a:gd name="connsiteX178" fmla="*/ 138880 w 5734864"/>
              <a:gd name="connsiteY178" fmla="*/ 6276449 h 6858000"/>
              <a:gd name="connsiteX179" fmla="*/ 138683 w 5734864"/>
              <a:gd name="connsiteY179" fmla="*/ 6279721 h 6858000"/>
              <a:gd name="connsiteX180" fmla="*/ 130721 w 5734864"/>
              <a:gd name="connsiteY180" fmla="*/ 6293675 h 6858000"/>
              <a:gd name="connsiteX181" fmla="*/ 120717 w 5734864"/>
              <a:gd name="connsiteY181" fmla="*/ 6313967 h 6858000"/>
              <a:gd name="connsiteX182" fmla="*/ 120841 w 5734864"/>
              <a:gd name="connsiteY182" fmla="*/ 6315437 h 6858000"/>
              <a:gd name="connsiteX183" fmla="*/ 115208 w 5734864"/>
              <a:gd name="connsiteY183" fmla="*/ 6324024 h 6858000"/>
              <a:gd name="connsiteX184" fmla="*/ 101217 w 5734864"/>
              <a:gd name="connsiteY184" fmla="*/ 6365923 h 6858000"/>
              <a:gd name="connsiteX185" fmla="*/ 74946 w 5734864"/>
              <a:gd name="connsiteY185" fmla="*/ 6556817 h 6858000"/>
              <a:gd name="connsiteX186" fmla="*/ 16001 w 5734864"/>
              <a:gd name="connsiteY186" fmla="*/ 6808678 h 6858000"/>
              <a:gd name="connsiteX187" fmla="*/ 0 w 5734864"/>
              <a:gd name="connsiteY187" fmla="*/ 6858000 h 6858000"/>
              <a:gd name="connsiteX188" fmla="*/ 5734864 w 5734864"/>
              <a:gd name="connsiteY188" fmla="*/ 685800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4660 w 5734864"/>
              <a:gd name="connsiteY33" fmla="*/ 1982709 h 6858000"/>
              <a:gd name="connsiteX34" fmla="*/ 710759 w 5734864"/>
              <a:gd name="connsiteY34" fmla="*/ 2013010 h 6858000"/>
              <a:gd name="connsiteX35" fmla="*/ 697927 w 5734864"/>
              <a:gd name="connsiteY35" fmla="*/ 2069833 h 6858000"/>
              <a:gd name="connsiteX36" fmla="*/ 693594 w 5734864"/>
              <a:gd name="connsiteY36" fmla="*/ 2103731 h 6858000"/>
              <a:gd name="connsiteX37" fmla="*/ 691109 w 5734864"/>
              <a:gd name="connsiteY37" fmla="*/ 2124027 h 6858000"/>
              <a:gd name="connsiteX38" fmla="*/ 676593 w 5734864"/>
              <a:gd name="connsiteY38" fmla="*/ 2176182 h 6858000"/>
              <a:gd name="connsiteX39" fmla="*/ 633227 w 5734864"/>
              <a:gd name="connsiteY39" fmla="*/ 2258036 h 6858000"/>
              <a:gd name="connsiteX40" fmla="*/ 625564 w 5734864"/>
              <a:gd name="connsiteY40" fmla="*/ 2284567 h 6858000"/>
              <a:gd name="connsiteX41" fmla="*/ 627074 w 5734864"/>
              <a:gd name="connsiteY41" fmla="*/ 2289605 h 6858000"/>
              <a:gd name="connsiteX42" fmla="*/ 614574 w 5734864"/>
              <a:gd name="connsiteY42" fmla="*/ 2308717 h 6858000"/>
              <a:gd name="connsiteX43" fmla="*/ 606890 w 5734864"/>
              <a:gd name="connsiteY43" fmla="*/ 2320662 h 6858000"/>
              <a:gd name="connsiteX44" fmla="*/ 605558 w 5734864"/>
              <a:gd name="connsiteY44" fmla="*/ 2327897 h 6858000"/>
              <a:gd name="connsiteX45" fmla="*/ 602202 w 5734864"/>
              <a:gd name="connsiteY45" fmla="*/ 2357749 h 6858000"/>
              <a:gd name="connsiteX46" fmla="*/ 600213 w 5734864"/>
              <a:gd name="connsiteY46" fmla="*/ 2364905 h 6858000"/>
              <a:gd name="connsiteX47" fmla="*/ 597160 w 5734864"/>
              <a:gd name="connsiteY47" fmla="*/ 2388351 h 6858000"/>
              <a:gd name="connsiteX48" fmla="*/ 597982 w 5734864"/>
              <a:gd name="connsiteY48" fmla="*/ 2402296 h 6858000"/>
              <a:gd name="connsiteX49" fmla="*/ 593150 w 5734864"/>
              <a:gd name="connsiteY49" fmla="*/ 2420015 h 6858000"/>
              <a:gd name="connsiteX50" fmla="*/ 592833 w 5734864"/>
              <a:gd name="connsiteY50" fmla="*/ 2422749 h 6858000"/>
              <a:gd name="connsiteX51" fmla="*/ 594479 w 5734864"/>
              <a:gd name="connsiteY51" fmla="*/ 2426002 h 6858000"/>
              <a:gd name="connsiteX52" fmla="*/ 591963 w 5734864"/>
              <a:gd name="connsiteY52" fmla="*/ 2431950 h 6858000"/>
              <a:gd name="connsiteX53" fmla="*/ 591544 w 5734864"/>
              <a:gd name="connsiteY53" fmla="*/ 2433897 h 6858000"/>
              <a:gd name="connsiteX54" fmla="*/ 589519 w 5734864"/>
              <a:gd name="connsiteY54" fmla="*/ 2451398 h 6858000"/>
              <a:gd name="connsiteX55" fmla="*/ 590037 w 5734864"/>
              <a:gd name="connsiteY55" fmla="*/ 2455536 h 6858000"/>
              <a:gd name="connsiteX56" fmla="*/ 588179 w 5734864"/>
              <a:gd name="connsiteY56" fmla="*/ 2462981 h 6858000"/>
              <a:gd name="connsiteX57" fmla="*/ 583434 w 5734864"/>
              <a:gd name="connsiteY57" fmla="*/ 2503991 h 6858000"/>
              <a:gd name="connsiteX58" fmla="*/ 567942 w 5734864"/>
              <a:gd name="connsiteY58" fmla="*/ 2652936 h 6858000"/>
              <a:gd name="connsiteX59" fmla="*/ 573869 w 5734864"/>
              <a:gd name="connsiteY59" fmla="*/ 2670188 h 6858000"/>
              <a:gd name="connsiteX60" fmla="*/ 575243 w 5734864"/>
              <a:gd name="connsiteY60" fmla="*/ 2688114 h 6858000"/>
              <a:gd name="connsiteX61" fmla="*/ 573824 w 5734864"/>
              <a:gd name="connsiteY61" fmla="*/ 2689856 h 6858000"/>
              <a:gd name="connsiteX62" fmla="*/ 570699 w 5734864"/>
              <a:gd name="connsiteY62" fmla="*/ 2709353 h 6858000"/>
              <a:gd name="connsiteX63" fmla="*/ 573192 w 5734864"/>
              <a:gd name="connsiteY63" fmla="*/ 2714527 h 6858000"/>
              <a:gd name="connsiteX64" fmla="*/ 572044 w 5734864"/>
              <a:gd name="connsiteY64" fmla="*/ 2728187 h 6858000"/>
              <a:gd name="connsiteX65" fmla="*/ 572465 w 5734864"/>
              <a:gd name="connsiteY65" fmla="*/ 2755863 h 6858000"/>
              <a:gd name="connsiteX66" fmla="*/ 570028 w 5734864"/>
              <a:gd name="connsiteY66" fmla="*/ 2760324 h 6858000"/>
              <a:gd name="connsiteX67" fmla="*/ 566748 w 5734864"/>
              <a:gd name="connsiteY67" fmla="*/ 2800948 h 6858000"/>
              <a:gd name="connsiteX68" fmla="*/ 565509 w 5734864"/>
              <a:gd name="connsiteY68" fmla="*/ 2801167 h 6858000"/>
              <a:gd name="connsiteX69" fmla="*/ 559367 w 5734864"/>
              <a:gd name="connsiteY69" fmla="*/ 2811129 h 6858000"/>
              <a:gd name="connsiteX70" fmla="*/ 550354 w 5734864"/>
              <a:gd name="connsiteY70" fmla="*/ 2830949 h 6858000"/>
              <a:gd name="connsiteX71" fmla="*/ 514795 w 5734864"/>
              <a:gd name="connsiteY71" fmla="*/ 2872433 h 6858000"/>
              <a:gd name="connsiteX72" fmla="*/ 509875 w 5734864"/>
              <a:gd name="connsiteY72" fmla="*/ 2923099 h 6858000"/>
              <a:gd name="connsiteX73" fmla="*/ 509577 w 5734864"/>
              <a:gd name="connsiteY73" fmla="*/ 2923197 h 6858000"/>
              <a:gd name="connsiteX74" fmla="*/ 507597 w 5734864"/>
              <a:gd name="connsiteY74" fmla="*/ 2931868 h 6858000"/>
              <a:gd name="connsiteX75" fmla="*/ 507379 w 5734864"/>
              <a:gd name="connsiteY75" fmla="*/ 2938322 h 6858000"/>
              <a:gd name="connsiteX76" fmla="*/ 504725 w 5734864"/>
              <a:gd name="connsiteY76" fmla="*/ 2954519 h 6858000"/>
              <a:gd name="connsiteX77" fmla="*/ 502018 w 5734864"/>
              <a:gd name="connsiteY77" fmla="*/ 2959643 h 6858000"/>
              <a:gd name="connsiteX78" fmla="*/ 498360 w 5734864"/>
              <a:gd name="connsiteY78" fmla="*/ 2961019 h 6858000"/>
              <a:gd name="connsiteX79" fmla="*/ 498483 w 5734864"/>
              <a:gd name="connsiteY79" fmla="*/ 2962590 h 6858000"/>
              <a:gd name="connsiteX80" fmla="*/ 484403 w 5734864"/>
              <a:gd name="connsiteY80" fmla="*/ 2990538 h 6858000"/>
              <a:gd name="connsiteX81" fmla="*/ 463075 w 5734864"/>
              <a:gd name="connsiteY81" fmla="*/ 3055956 h 6858000"/>
              <a:gd name="connsiteX82" fmla="*/ 455013 w 5734864"/>
              <a:gd name="connsiteY82" fmla="*/ 3094482 h 6858000"/>
              <a:gd name="connsiteX83" fmla="*/ 428391 w 5734864"/>
              <a:gd name="connsiteY83" fmla="*/ 3198850 h 6858000"/>
              <a:gd name="connsiteX84" fmla="*/ 401440 w 5734864"/>
              <a:gd name="connsiteY84" fmla="*/ 3307560 h 6858000"/>
              <a:gd name="connsiteX85" fmla="*/ 386076 w 5734864"/>
              <a:gd name="connsiteY85" fmla="*/ 3373943 h 6858000"/>
              <a:gd name="connsiteX86" fmla="*/ 374726 w 5734864"/>
              <a:gd name="connsiteY86" fmla="*/ 3381364 h 6858000"/>
              <a:gd name="connsiteX87" fmla="*/ 369145 w 5734864"/>
              <a:gd name="connsiteY87" fmla="*/ 3383729 h 6858000"/>
              <a:gd name="connsiteX88" fmla="*/ 364294 w 5734864"/>
              <a:gd name="connsiteY88" fmla="*/ 3414159 h 6858000"/>
              <a:gd name="connsiteX89" fmla="*/ 366450 w 5734864"/>
              <a:gd name="connsiteY89" fmla="*/ 3436925 h 6858000"/>
              <a:gd name="connsiteX90" fmla="*/ 351743 w 5734864"/>
              <a:gd name="connsiteY90" fmla="*/ 3521619 h 6858000"/>
              <a:gd name="connsiteX91" fmla="*/ 345784 w 5734864"/>
              <a:gd name="connsiteY91" fmla="*/ 3603757 h 6858000"/>
              <a:gd name="connsiteX92" fmla="*/ 344198 w 5734864"/>
              <a:gd name="connsiteY92" fmla="*/ 3652424 h 6858000"/>
              <a:gd name="connsiteX93" fmla="*/ 352450 w 5734864"/>
              <a:gd name="connsiteY93" fmla="*/ 3665222 h 6858000"/>
              <a:gd name="connsiteX94" fmla="*/ 342621 w 5734864"/>
              <a:gd name="connsiteY94" fmla="*/ 3700804 h 6858000"/>
              <a:gd name="connsiteX95" fmla="*/ 341514 w 5734864"/>
              <a:gd name="connsiteY95" fmla="*/ 3734774 h 6858000"/>
              <a:gd name="connsiteX96" fmla="*/ 340607 w 5734864"/>
              <a:gd name="connsiteY96" fmla="*/ 3785153 h 6858000"/>
              <a:gd name="connsiteX97" fmla="*/ 340707 w 5734864"/>
              <a:gd name="connsiteY97" fmla="*/ 3788177 h 6858000"/>
              <a:gd name="connsiteX98" fmla="*/ 340361 w 5734864"/>
              <a:gd name="connsiteY98" fmla="*/ 3798803 h 6858000"/>
              <a:gd name="connsiteX99" fmla="*/ 339642 w 5734864"/>
              <a:gd name="connsiteY99" fmla="*/ 3838750 h 6858000"/>
              <a:gd name="connsiteX100" fmla="*/ 360295 w 5734864"/>
              <a:gd name="connsiteY100" fmla="*/ 4015196 h 6858000"/>
              <a:gd name="connsiteX101" fmla="*/ 339043 w 5734864"/>
              <a:gd name="connsiteY101" fmla="*/ 4052778 h 6858000"/>
              <a:gd name="connsiteX102" fmla="*/ 339343 w 5734864"/>
              <a:gd name="connsiteY102" fmla="*/ 4096257 h 6858000"/>
              <a:gd name="connsiteX103" fmla="*/ 340786 w 5734864"/>
              <a:gd name="connsiteY103" fmla="*/ 4321136 h 6858000"/>
              <a:gd name="connsiteX104" fmla="*/ 343158 w 5734864"/>
              <a:gd name="connsiteY104" fmla="*/ 4429174 h 6858000"/>
              <a:gd name="connsiteX105" fmla="*/ 334599 w 5734864"/>
              <a:gd name="connsiteY105" fmla="*/ 4449938 h 6858000"/>
              <a:gd name="connsiteX106" fmla="*/ 332890 w 5734864"/>
              <a:gd name="connsiteY106" fmla="*/ 4453515 h 6858000"/>
              <a:gd name="connsiteX107" fmla="*/ 331105 w 5734864"/>
              <a:gd name="connsiteY107" fmla="*/ 4467941 h 6858000"/>
              <a:gd name="connsiteX108" fmla="*/ 324289 w 5734864"/>
              <a:gd name="connsiteY108" fmla="*/ 4471861 h 6858000"/>
              <a:gd name="connsiteX109" fmla="*/ 317079 w 5734864"/>
              <a:gd name="connsiteY109" fmla="*/ 4493468 h 6858000"/>
              <a:gd name="connsiteX110" fmla="*/ 315557 w 5734864"/>
              <a:gd name="connsiteY110" fmla="*/ 4520067 h 6858000"/>
              <a:gd name="connsiteX111" fmla="*/ 315240 w 5734864"/>
              <a:gd name="connsiteY111" fmla="*/ 4536872 h 6858000"/>
              <a:gd name="connsiteX112" fmla="*/ 316200 w 5734864"/>
              <a:gd name="connsiteY112" fmla="*/ 4538297 h 6858000"/>
              <a:gd name="connsiteX113" fmla="*/ 317507 w 5734864"/>
              <a:gd name="connsiteY113" fmla="*/ 4547582 h 6858000"/>
              <a:gd name="connsiteX114" fmla="*/ 323078 w 5734864"/>
              <a:gd name="connsiteY114" fmla="*/ 4592102 h 6858000"/>
              <a:gd name="connsiteX115" fmla="*/ 328722 w 5734864"/>
              <a:gd name="connsiteY115" fmla="*/ 4667914 h 6858000"/>
              <a:gd name="connsiteX116" fmla="*/ 335597 w 5734864"/>
              <a:gd name="connsiteY116" fmla="*/ 4695035 h 6858000"/>
              <a:gd name="connsiteX117" fmla="*/ 339485 w 5734864"/>
              <a:gd name="connsiteY117" fmla="*/ 4695979 h 6858000"/>
              <a:gd name="connsiteX118" fmla="*/ 341089 w 5734864"/>
              <a:gd name="connsiteY118" fmla="*/ 4704268 h 6858000"/>
              <a:gd name="connsiteX119" fmla="*/ 342177 w 5734864"/>
              <a:gd name="connsiteY119" fmla="*/ 4706060 h 6858000"/>
              <a:gd name="connsiteX120" fmla="*/ 347751 w 5734864"/>
              <a:gd name="connsiteY120" fmla="*/ 4716754 h 6858000"/>
              <a:gd name="connsiteX121" fmla="*/ 344125 w 5734864"/>
              <a:gd name="connsiteY121" fmla="*/ 4764669 h 6858000"/>
              <a:gd name="connsiteX122" fmla="*/ 340188 w 5734864"/>
              <a:gd name="connsiteY122" fmla="*/ 4779386 h 6858000"/>
              <a:gd name="connsiteX123" fmla="*/ 335146 w 5734864"/>
              <a:gd name="connsiteY123" fmla="*/ 4787491 h 6858000"/>
              <a:gd name="connsiteX124" fmla="*/ 319124 w 5734864"/>
              <a:gd name="connsiteY124" fmla="*/ 4843514 h 6858000"/>
              <a:gd name="connsiteX125" fmla="*/ 305956 w 5734864"/>
              <a:gd name="connsiteY125" fmla="*/ 4881505 h 6858000"/>
              <a:gd name="connsiteX126" fmla="*/ 301062 w 5734864"/>
              <a:gd name="connsiteY126" fmla="*/ 4889332 h 6858000"/>
              <a:gd name="connsiteX127" fmla="*/ 302141 w 5734864"/>
              <a:gd name="connsiteY127" fmla="*/ 4899400 h 6858000"/>
              <a:gd name="connsiteX128" fmla="*/ 304424 w 5734864"/>
              <a:gd name="connsiteY128" fmla="*/ 4902664 h 6858000"/>
              <a:gd name="connsiteX129" fmla="*/ 293123 w 5734864"/>
              <a:gd name="connsiteY129" fmla="*/ 4932769 h 6858000"/>
              <a:gd name="connsiteX130" fmla="*/ 292275 w 5734864"/>
              <a:gd name="connsiteY130" fmla="*/ 4936482 h 6858000"/>
              <a:gd name="connsiteX131" fmla="*/ 288304 w 5734864"/>
              <a:gd name="connsiteY131" fmla="*/ 4962325 h 6858000"/>
              <a:gd name="connsiteX132" fmla="*/ 287420 w 5734864"/>
              <a:gd name="connsiteY132" fmla="*/ 5042193 h 6858000"/>
              <a:gd name="connsiteX133" fmla="*/ 287020 w 5734864"/>
              <a:gd name="connsiteY133" fmla="*/ 5065655 h 6858000"/>
              <a:gd name="connsiteX134" fmla="*/ 288488 w 5734864"/>
              <a:gd name="connsiteY134" fmla="*/ 5082216 h 6858000"/>
              <a:gd name="connsiteX135" fmla="*/ 282763 w 5734864"/>
              <a:gd name="connsiteY135" fmla="*/ 5127114 h 6858000"/>
              <a:gd name="connsiteX136" fmla="*/ 269316 w 5734864"/>
              <a:gd name="connsiteY136" fmla="*/ 5202682 h 6858000"/>
              <a:gd name="connsiteX137" fmla="*/ 269174 w 5734864"/>
              <a:gd name="connsiteY137" fmla="*/ 5230835 h 6858000"/>
              <a:gd name="connsiteX138" fmla="*/ 272679 w 5734864"/>
              <a:gd name="connsiteY138" fmla="*/ 5232660 h 6858000"/>
              <a:gd name="connsiteX139" fmla="*/ 272160 w 5734864"/>
              <a:gd name="connsiteY139" fmla="*/ 5241150 h 6858000"/>
              <a:gd name="connsiteX140" fmla="*/ 272760 w 5734864"/>
              <a:gd name="connsiteY140" fmla="*/ 5243156 h 6858000"/>
              <a:gd name="connsiteX141" fmla="*/ 275462 w 5734864"/>
              <a:gd name="connsiteY141" fmla="*/ 5254919 h 6858000"/>
              <a:gd name="connsiteX142" fmla="*/ 262897 w 5734864"/>
              <a:gd name="connsiteY142" fmla="*/ 5286259 h 6858000"/>
              <a:gd name="connsiteX143" fmla="*/ 252761 w 5734864"/>
              <a:gd name="connsiteY143" fmla="*/ 5357801 h 6858000"/>
              <a:gd name="connsiteX144" fmla="*/ 242360 w 5734864"/>
              <a:gd name="connsiteY144" fmla="*/ 5460080 h 6858000"/>
              <a:gd name="connsiteX145" fmla="*/ 229880 w 5734864"/>
              <a:gd name="connsiteY145" fmla="*/ 5539714 h 6858000"/>
              <a:gd name="connsiteX146" fmla="*/ 204283 w 5734864"/>
              <a:gd name="connsiteY146" fmla="*/ 5639080 h 6858000"/>
              <a:gd name="connsiteX147" fmla="*/ 198948 w 5734864"/>
              <a:gd name="connsiteY147" fmla="*/ 5710958 h 6858000"/>
              <a:gd name="connsiteX148" fmla="*/ 192367 w 5734864"/>
              <a:gd name="connsiteY148" fmla="*/ 5719859 h 6858000"/>
              <a:gd name="connsiteX149" fmla="*/ 188035 w 5734864"/>
              <a:gd name="connsiteY149" fmla="*/ 5729935 h 6858000"/>
              <a:gd name="connsiteX150" fmla="*/ 188428 w 5734864"/>
              <a:gd name="connsiteY150" fmla="*/ 5731182 h 6858000"/>
              <a:gd name="connsiteX151" fmla="*/ 181635 w 5734864"/>
              <a:gd name="connsiteY151" fmla="*/ 5753538 h 6858000"/>
              <a:gd name="connsiteX152" fmla="*/ 169744 w 5734864"/>
              <a:gd name="connsiteY152" fmla="*/ 5796307 h 6858000"/>
              <a:gd name="connsiteX153" fmla="*/ 170351 w 5734864"/>
              <a:gd name="connsiteY153" fmla="*/ 5796644 h 6858000"/>
              <a:gd name="connsiteX154" fmla="*/ 171559 w 5734864"/>
              <a:gd name="connsiteY154" fmla="*/ 5803435 h 6858000"/>
              <a:gd name="connsiteX155" fmla="*/ 172284 w 5734864"/>
              <a:gd name="connsiteY155" fmla="*/ 5816391 h 6858000"/>
              <a:gd name="connsiteX156" fmla="*/ 182542 w 5734864"/>
              <a:gd name="connsiteY156" fmla="*/ 5846382 h 6858000"/>
              <a:gd name="connsiteX157" fmla="*/ 175877 w 5734864"/>
              <a:gd name="connsiteY157" fmla="*/ 5871336 h 6858000"/>
              <a:gd name="connsiteX158" fmla="*/ 174910 w 5734864"/>
              <a:gd name="connsiteY158" fmla="*/ 5876376 h 6858000"/>
              <a:gd name="connsiteX159" fmla="*/ 175047 w 5734864"/>
              <a:gd name="connsiteY159" fmla="*/ 5876483 h 6858000"/>
              <a:gd name="connsiteX160" fmla="*/ 174335 w 5734864"/>
              <a:gd name="connsiteY160" fmla="*/ 5881814 h 6858000"/>
              <a:gd name="connsiteX161" fmla="*/ 171273 w 5734864"/>
              <a:gd name="connsiteY161" fmla="*/ 5895339 h 6858000"/>
              <a:gd name="connsiteX162" fmla="*/ 171658 w 5734864"/>
              <a:gd name="connsiteY162" fmla="*/ 5898749 h 6858000"/>
              <a:gd name="connsiteX163" fmla="*/ 174658 w 5734864"/>
              <a:gd name="connsiteY163" fmla="*/ 5919558 h 6858000"/>
              <a:gd name="connsiteX164" fmla="*/ 169099 w 5734864"/>
              <a:gd name="connsiteY164" fmla="*/ 5984417 h 6858000"/>
              <a:gd name="connsiteX165" fmla="*/ 162007 w 5734864"/>
              <a:gd name="connsiteY165" fmla="*/ 6049043 h 6858000"/>
              <a:gd name="connsiteX166" fmla="*/ 156875 w 5734864"/>
              <a:gd name="connsiteY166" fmla="*/ 6114000 h 6858000"/>
              <a:gd name="connsiteX167" fmla="*/ 165441 w 5734864"/>
              <a:gd name="connsiteY167" fmla="*/ 6146938 h 6858000"/>
              <a:gd name="connsiteX168" fmla="*/ 165177 w 5734864"/>
              <a:gd name="connsiteY168" fmla="*/ 6150658 h 6858000"/>
              <a:gd name="connsiteX169" fmla="*/ 161772 w 5734864"/>
              <a:gd name="connsiteY169" fmla="*/ 6160011 h 6858000"/>
              <a:gd name="connsiteX170" fmla="*/ 160051 w 5734864"/>
              <a:gd name="connsiteY170" fmla="*/ 6163393 h 6858000"/>
              <a:gd name="connsiteX171" fmla="*/ 158473 w 5734864"/>
              <a:gd name="connsiteY171" fmla="*/ 6168628 h 6858000"/>
              <a:gd name="connsiteX172" fmla="*/ 158573 w 5734864"/>
              <a:gd name="connsiteY172" fmla="*/ 6168799 h 6858000"/>
              <a:gd name="connsiteX173" fmla="*/ 146463 w 5734864"/>
              <a:gd name="connsiteY173" fmla="*/ 6196671 h 6858000"/>
              <a:gd name="connsiteX174" fmla="*/ 150209 w 5734864"/>
              <a:gd name="connsiteY174" fmla="*/ 6232365 h 6858000"/>
              <a:gd name="connsiteX175" fmla="*/ 148544 w 5734864"/>
              <a:gd name="connsiteY175" fmla="*/ 6246162 h 6858000"/>
              <a:gd name="connsiteX176" fmla="*/ 148403 w 5734864"/>
              <a:gd name="connsiteY176" fmla="*/ 6253754 h 6858000"/>
              <a:gd name="connsiteX177" fmla="*/ 138880 w 5734864"/>
              <a:gd name="connsiteY177" fmla="*/ 6276449 h 6858000"/>
              <a:gd name="connsiteX178" fmla="*/ 138683 w 5734864"/>
              <a:gd name="connsiteY178" fmla="*/ 6279721 h 6858000"/>
              <a:gd name="connsiteX179" fmla="*/ 130721 w 5734864"/>
              <a:gd name="connsiteY179" fmla="*/ 6293675 h 6858000"/>
              <a:gd name="connsiteX180" fmla="*/ 120717 w 5734864"/>
              <a:gd name="connsiteY180" fmla="*/ 6313967 h 6858000"/>
              <a:gd name="connsiteX181" fmla="*/ 120841 w 5734864"/>
              <a:gd name="connsiteY181" fmla="*/ 6315437 h 6858000"/>
              <a:gd name="connsiteX182" fmla="*/ 115208 w 5734864"/>
              <a:gd name="connsiteY182" fmla="*/ 6324024 h 6858000"/>
              <a:gd name="connsiteX183" fmla="*/ 101217 w 5734864"/>
              <a:gd name="connsiteY183" fmla="*/ 6365923 h 6858000"/>
              <a:gd name="connsiteX184" fmla="*/ 74946 w 5734864"/>
              <a:gd name="connsiteY184" fmla="*/ 6556817 h 6858000"/>
              <a:gd name="connsiteX185" fmla="*/ 16001 w 5734864"/>
              <a:gd name="connsiteY185" fmla="*/ 6808678 h 6858000"/>
              <a:gd name="connsiteX186" fmla="*/ 0 w 5734864"/>
              <a:gd name="connsiteY186" fmla="*/ 6858000 h 6858000"/>
              <a:gd name="connsiteX187" fmla="*/ 5734864 w 5734864"/>
              <a:gd name="connsiteY187" fmla="*/ 6858000 h 6858000"/>
              <a:gd name="connsiteX188" fmla="*/ 5734864 w 5734864"/>
              <a:gd name="connsiteY188" fmla="*/ 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7865 w 5734864"/>
              <a:gd name="connsiteY13" fmla="*/ 1070795 h 6858000"/>
              <a:gd name="connsiteX14" fmla="*/ 862786 w 5734864"/>
              <a:gd name="connsiteY14" fmla="*/ 1238994 h 6858000"/>
              <a:gd name="connsiteX15" fmla="*/ 859345 w 5734864"/>
              <a:gd name="connsiteY15" fmla="*/ 1380427 h 6858000"/>
              <a:gd name="connsiteX16" fmla="*/ 855172 w 5734864"/>
              <a:gd name="connsiteY16" fmla="*/ 1435262 h 6858000"/>
              <a:gd name="connsiteX17" fmla="*/ 860494 w 5734864"/>
              <a:gd name="connsiteY17" fmla="*/ 1453861 h 6858000"/>
              <a:gd name="connsiteX18" fmla="*/ 853731 w 5734864"/>
              <a:gd name="connsiteY18" fmla="*/ 1467047 h 6858000"/>
              <a:gd name="connsiteX19" fmla="*/ 845847 w 5734864"/>
              <a:gd name="connsiteY19" fmla="*/ 1502307 h 6858000"/>
              <a:gd name="connsiteX20" fmla="*/ 817613 w 5734864"/>
              <a:gd name="connsiteY20" fmla="*/ 1565166 h 6858000"/>
              <a:gd name="connsiteX21" fmla="*/ 804223 w 5734864"/>
              <a:gd name="connsiteY21" fmla="*/ 1601941 h 6858000"/>
              <a:gd name="connsiteX22" fmla="*/ 791773 w 5734864"/>
              <a:gd name="connsiteY22" fmla="*/ 1627005 h 6858000"/>
              <a:gd name="connsiteX23" fmla="*/ 774645 w 5734864"/>
              <a:gd name="connsiteY23" fmla="*/ 1699922 h 6858000"/>
              <a:gd name="connsiteX24" fmla="*/ 752343 w 5734864"/>
              <a:gd name="connsiteY24" fmla="*/ 1824604 h 6858000"/>
              <a:gd name="connsiteX25" fmla="*/ 746254 w 5734864"/>
              <a:gd name="connsiteY25" fmla="*/ 1850222 h 6858000"/>
              <a:gd name="connsiteX26" fmla="*/ 728600 w 5734864"/>
              <a:gd name="connsiteY26" fmla="*/ 1869603 h 6858000"/>
              <a:gd name="connsiteX27" fmla="*/ 724396 w 5734864"/>
              <a:gd name="connsiteY27" fmla="*/ 1883104 h 6858000"/>
              <a:gd name="connsiteX28" fmla="*/ 722165 w 5734864"/>
              <a:gd name="connsiteY28" fmla="*/ 1885924 h 6858000"/>
              <a:gd name="connsiteX29" fmla="*/ 721338 w 5734864"/>
              <a:gd name="connsiteY29" fmla="*/ 1887123 h 6858000"/>
              <a:gd name="connsiteX30" fmla="*/ 714840 w 5734864"/>
              <a:gd name="connsiteY30" fmla="*/ 1902274 h 6858000"/>
              <a:gd name="connsiteX31" fmla="*/ 722847 w 5734864"/>
              <a:gd name="connsiteY31" fmla="*/ 1929891 h 6858000"/>
              <a:gd name="connsiteX32" fmla="*/ 714660 w 5734864"/>
              <a:gd name="connsiteY32" fmla="*/ 1982709 h 6858000"/>
              <a:gd name="connsiteX33" fmla="*/ 710759 w 5734864"/>
              <a:gd name="connsiteY33" fmla="*/ 2013010 h 6858000"/>
              <a:gd name="connsiteX34" fmla="*/ 697927 w 5734864"/>
              <a:gd name="connsiteY34" fmla="*/ 2069833 h 6858000"/>
              <a:gd name="connsiteX35" fmla="*/ 693594 w 5734864"/>
              <a:gd name="connsiteY35" fmla="*/ 2103731 h 6858000"/>
              <a:gd name="connsiteX36" fmla="*/ 691109 w 5734864"/>
              <a:gd name="connsiteY36" fmla="*/ 2124027 h 6858000"/>
              <a:gd name="connsiteX37" fmla="*/ 676593 w 5734864"/>
              <a:gd name="connsiteY37" fmla="*/ 2176182 h 6858000"/>
              <a:gd name="connsiteX38" fmla="*/ 633227 w 5734864"/>
              <a:gd name="connsiteY38" fmla="*/ 2258036 h 6858000"/>
              <a:gd name="connsiteX39" fmla="*/ 625564 w 5734864"/>
              <a:gd name="connsiteY39" fmla="*/ 2284567 h 6858000"/>
              <a:gd name="connsiteX40" fmla="*/ 627074 w 5734864"/>
              <a:gd name="connsiteY40" fmla="*/ 2289605 h 6858000"/>
              <a:gd name="connsiteX41" fmla="*/ 614574 w 5734864"/>
              <a:gd name="connsiteY41" fmla="*/ 2308717 h 6858000"/>
              <a:gd name="connsiteX42" fmla="*/ 606890 w 5734864"/>
              <a:gd name="connsiteY42" fmla="*/ 2320662 h 6858000"/>
              <a:gd name="connsiteX43" fmla="*/ 605558 w 5734864"/>
              <a:gd name="connsiteY43" fmla="*/ 2327897 h 6858000"/>
              <a:gd name="connsiteX44" fmla="*/ 602202 w 5734864"/>
              <a:gd name="connsiteY44" fmla="*/ 2357749 h 6858000"/>
              <a:gd name="connsiteX45" fmla="*/ 600213 w 5734864"/>
              <a:gd name="connsiteY45" fmla="*/ 2364905 h 6858000"/>
              <a:gd name="connsiteX46" fmla="*/ 597160 w 5734864"/>
              <a:gd name="connsiteY46" fmla="*/ 2388351 h 6858000"/>
              <a:gd name="connsiteX47" fmla="*/ 597982 w 5734864"/>
              <a:gd name="connsiteY47" fmla="*/ 2402296 h 6858000"/>
              <a:gd name="connsiteX48" fmla="*/ 593150 w 5734864"/>
              <a:gd name="connsiteY48" fmla="*/ 2420015 h 6858000"/>
              <a:gd name="connsiteX49" fmla="*/ 592833 w 5734864"/>
              <a:gd name="connsiteY49" fmla="*/ 2422749 h 6858000"/>
              <a:gd name="connsiteX50" fmla="*/ 594479 w 5734864"/>
              <a:gd name="connsiteY50" fmla="*/ 2426002 h 6858000"/>
              <a:gd name="connsiteX51" fmla="*/ 591963 w 5734864"/>
              <a:gd name="connsiteY51" fmla="*/ 2431950 h 6858000"/>
              <a:gd name="connsiteX52" fmla="*/ 591544 w 5734864"/>
              <a:gd name="connsiteY52" fmla="*/ 2433897 h 6858000"/>
              <a:gd name="connsiteX53" fmla="*/ 589519 w 5734864"/>
              <a:gd name="connsiteY53" fmla="*/ 2451398 h 6858000"/>
              <a:gd name="connsiteX54" fmla="*/ 590037 w 5734864"/>
              <a:gd name="connsiteY54" fmla="*/ 2455536 h 6858000"/>
              <a:gd name="connsiteX55" fmla="*/ 588179 w 5734864"/>
              <a:gd name="connsiteY55" fmla="*/ 2462981 h 6858000"/>
              <a:gd name="connsiteX56" fmla="*/ 583434 w 5734864"/>
              <a:gd name="connsiteY56" fmla="*/ 2503991 h 6858000"/>
              <a:gd name="connsiteX57" fmla="*/ 567942 w 5734864"/>
              <a:gd name="connsiteY57" fmla="*/ 2652936 h 6858000"/>
              <a:gd name="connsiteX58" fmla="*/ 573869 w 5734864"/>
              <a:gd name="connsiteY58" fmla="*/ 2670188 h 6858000"/>
              <a:gd name="connsiteX59" fmla="*/ 575243 w 5734864"/>
              <a:gd name="connsiteY59" fmla="*/ 2688114 h 6858000"/>
              <a:gd name="connsiteX60" fmla="*/ 573824 w 5734864"/>
              <a:gd name="connsiteY60" fmla="*/ 2689856 h 6858000"/>
              <a:gd name="connsiteX61" fmla="*/ 570699 w 5734864"/>
              <a:gd name="connsiteY61" fmla="*/ 2709353 h 6858000"/>
              <a:gd name="connsiteX62" fmla="*/ 573192 w 5734864"/>
              <a:gd name="connsiteY62" fmla="*/ 2714527 h 6858000"/>
              <a:gd name="connsiteX63" fmla="*/ 572044 w 5734864"/>
              <a:gd name="connsiteY63" fmla="*/ 2728187 h 6858000"/>
              <a:gd name="connsiteX64" fmla="*/ 572465 w 5734864"/>
              <a:gd name="connsiteY64" fmla="*/ 2755863 h 6858000"/>
              <a:gd name="connsiteX65" fmla="*/ 570028 w 5734864"/>
              <a:gd name="connsiteY65" fmla="*/ 2760324 h 6858000"/>
              <a:gd name="connsiteX66" fmla="*/ 566748 w 5734864"/>
              <a:gd name="connsiteY66" fmla="*/ 2800948 h 6858000"/>
              <a:gd name="connsiteX67" fmla="*/ 565509 w 5734864"/>
              <a:gd name="connsiteY67" fmla="*/ 2801167 h 6858000"/>
              <a:gd name="connsiteX68" fmla="*/ 559367 w 5734864"/>
              <a:gd name="connsiteY68" fmla="*/ 2811129 h 6858000"/>
              <a:gd name="connsiteX69" fmla="*/ 550354 w 5734864"/>
              <a:gd name="connsiteY69" fmla="*/ 2830949 h 6858000"/>
              <a:gd name="connsiteX70" fmla="*/ 514795 w 5734864"/>
              <a:gd name="connsiteY70" fmla="*/ 2872433 h 6858000"/>
              <a:gd name="connsiteX71" fmla="*/ 509875 w 5734864"/>
              <a:gd name="connsiteY71" fmla="*/ 2923099 h 6858000"/>
              <a:gd name="connsiteX72" fmla="*/ 509577 w 5734864"/>
              <a:gd name="connsiteY72" fmla="*/ 2923197 h 6858000"/>
              <a:gd name="connsiteX73" fmla="*/ 507597 w 5734864"/>
              <a:gd name="connsiteY73" fmla="*/ 2931868 h 6858000"/>
              <a:gd name="connsiteX74" fmla="*/ 507379 w 5734864"/>
              <a:gd name="connsiteY74" fmla="*/ 2938322 h 6858000"/>
              <a:gd name="connsiteX75" fmla="*/ 504725 w 5734864"/>
              <a:gd name="connsiteY75" fmla="*/ 2954519 h 6858000"/>
              <a:gd name="connsiteX76" fmla="*/ 502018 w 5734864"/>
              <a:gd name="connsiteY76" fmla="*/ 2959643 h 6858000"/>
              <a:gd name="connsiteX77" fmla="*/ 498360 w 5734864"/>
              <a:gd name="connsiteY77" fmla="*/ 2961019 h 6858000"/>
              <a:gd name="connsiteX78" fmla="*/ 498483 w 5734864"/>
              <a:gd name="connsiteY78" fmla="*/ 2962590 h 6858000"/>
              <a:gd name="connsiteX79" fmla="*/ 484403 w 5734864"/>
              <a:gd name="connsiteY79" fmla="*/ 2990538 h 6858000"/>
              <a:gd name="connsiteX80" fmla="*/ 463075 w 5734864"/>
              <a:gd name="connsiteY80" fmla="*/ 3055956 h 6858000"/>
              <a:gd name="connsiteX81" fmla="*/ 455013 w 5734864"/>
              <a:gd name="connsiteY81" fmla="*/ 3094482 h 6858000"/>
              <a:gd name="connsiteX82" fmla="*/ 428391 w 5734864"/>
              <a:gd name="connsiteY82" fmla="*/ 3198850 h 6858000"/>
              <a:gd name="connsiteX83" fmla="*/ 401440 w 5734864"/>
              <a:gd name="connsiteY83" fmla="*/ 3307560 h 6858000"/>
              <a:gd name="connsiteX84" fmla="*/ 386076 w 5734864"/>
              <a:gd name="connsiteY84" fmla="*/ 3373943 h 6858000"/>
              <a:gd name="connsiteX85" fmla="*/ 374726 w 5734864"/>
              <a:gd name="connsiteY85" fmla="*/ 3381364 h 6858000"/>
              <a:gd name="connsiteX86" fmla="*/ 369145 w 5734864"/>
              <a:gd name="connsiteY86" fmla="*/ 3383729 h 6858000"/>
              <a:gd name="connsiteX87" fmla="*/ 364294 w 5734864"/>
              <a:gd name="connsiteY87" fmla="*/ 3414159 h 6858000"/>
              <a:gd name="connsiteX88" fmla="*/ 366450 w 5734864"/>
              <a:gd name="connsiteY88" fmla="*/ 3436925 h 6858000"/>
              <a:gd name="connsiteX89" fmla="*/ 351743 w 5734864"/>
              <a:gd name="connsiteY89" fmla="*/ 3521619 h 6858000"/>
              <a:gd name="connsiteX90" fmla="*/ 345784 w 5734864"/>
              <a:gd name="connsiteY90" fmla="*/ 3603757 h 6858000"/>
              <a:gd name="connsiteX91" fmla="*/ 344198 w 5734864"/>
              <a:gd name="connsiteY91" fmla="*/ 3652424 h 6858000"/>
              <a:gd name="connsiteX92" fmla="*/ 352450 w 5734864"/>
              <a:gd name="connsiteY92" fmla="*/ 3665222 h 6858000"/>
              <a:gd name="connsiteX93" fmla="*/ 342621 w 5734864"/>
              <a:gd name="connsiteY93" fmla="*/ 3700804 h 6858000"/>
              <a:gd name="connsiteX94" fmla="*/ 341514 w 5734864"/>
              <a:gd name="connsiteY94" fmla="*/ 3734774 h 6858000"/>
              <a:gd name="connsiteX95" fmla="*/ 340607 w 5734864"/>
              <a:gd name="connsiteY95" fmla="*/ 3785153 h 6858000"/>
              <a:gd name="connsiteX96" fmla="*/ 340707 w 5734864"/>
              <a:gd name="connsiteY96" fmla="*/ 3788177 h 6858000"/>
              <a:gd name="connsiteX97" fmla="*/ 340361 w 5734864"/>
              <a:gd name="connsiteY97" fmla="*/ 3798803 h 6858000"/>
              <a:gd name="connsiteX98" fmla="*/ 339642 w 5734864"/>
              <a:gd name="connsiteY98" fmla="*/ 3838750 h 6858000"/>
              <a:gd name="connsiteX99" fmla="*/ 360295 w 5734864"/>
              <a:gd name="connsiteY99" fmla="*/ 4015196 h 6858000"/>
              <a:gd name="connsiteX100" fmla="*/ 339043 w 5734864"/>
              <a:gd name="connsiteY100" fmla="*/ 4052778 h 6858000"/>
              <a:gd name="connsiteX101" fmla="*/ 339343 w 5734864"/>
              <a:gd name="connsiteY101" fmla="*/ 4096257 h 6858000"/>
              <a:gd name="connsiteX102" fmla="*/ 340786 w 5734864"/>
              <a:gd name="connsiteY102" fmla="*/ 4321136 h 6858000"/>
              <a:gd name="connsiteX103" fmla="*/ 343158 w 5734864"/>
              <a:gd name="connsiteY103" fmla="*/ 4429174 h 6858000"/>
              <a:gd name="connsiteX104" fmla="*/ 334599 w 5734864"/>
              <a:gd name="connsiteY104" fmla="*/ 4449938 h 6858000"/>
              <a:gd name="connsiteX105" fmla="*/ 332890 w 5734864"/>
              <a:gd name="connsiteY105" fmla="*/ 4453515 h 6858000"/>
              <a:gd name="connsiteX106" fmla="*/ 331105 w 5734864"/>
              <a:gd name="connsiteY106" fmla="*/ 4467941 h 6858000"/>
              <a:gd name="connsiteX107" fmla="*/ 324289 w 5734864"/>
              <a:gd name="connsiteY107" fmla="*/ 4471861 h 6858000"/>
              <a:gd name="connsiteX108" fmla="*/ 317079 w 5734864"/>
              <a:gd name="connsiteY108" fmla="*/ 4493468 h 6858000"/>
              <a:gd name="connsiteX109" fmla="*/ 315557 w 5734864"/>
              <a:gd name="connsiteY109" fmla="*/ 4520067 h 6858000"/>
              <a:gd name="connsiteX110" fmla="*/ 315240 w 5734864"/>
              <a:gd name="connsiteY110" fmla="*/ 4536872 h 6858000"/>
              <a:gd name="connsiteX111" fmla="*/ 316200 w 5734864"/>
              <a:gd name="connsiteY111" fmla="*/ 4538297 h 6858000"/>
              <a:gd name="connsiteX112" fmla="*/ 317507 w 5734864"/>
              <a:gd name="connsiteY112" fmla="*/ 4547582 h 6858000"/>
              <a:gd name="connsiteX113" fmla="*/ 323078 w 5734864"/>
              <a:gd name="connsiteY113" fmla="*/ 4592102 h 6858000"/>
              <a:gd name="connsiteX114" fmla="*/ 328722 w 5734864"/>
              <a:gd name="connsiteY114" fmla="*/ 4667914 h 6858000"/>
              <a:gd name="connsiteX115" fmla="*/ 335597 w 5734864"/>
              <a:gd name="connsiteY115" fmla="*/ 4695035 h 6858000"/>
              <a:gd name="connsiteX116" fmla="*/ 339485 w 5734864"/>
              <a:gd name="connsiteY116" fmla="*/ 4695979 h 6858000"/>
              <a:gd name="connsiteX117" fmla="*/ 341089 w 5734864"/>
              <a:gd name="connsiteY117" fmla="*/ 4704268 h 6858000"/>
              <a:gd name="connsiteX118" fmla="*/ 342177 w 5734864"/>
              <a:gd name="connsiteY118" fmla="*/ 4706060 h 6858000"/>
              <a:gd name="connsiteX119" fmla="*/ 347751 w 5734864"/>
              <a:gd name="connsiteY119" fmla="*/ 4716754 h 6858000"/>
              <a:gd name="connsiteX120" fmla="*/ 344125 w 5734864"/>
              <a:gd name="connsiteY120" fmla="*/ 4764669 h 6858000"/>
              <a:gd name="connsiteX121" fmla="*/ 340188 w 5734864"/>
              <a:gd name="connsiteY121" fmla="*/ 4779386 h 6858000"/>
              <a:gd name="connsiteX122" fmla="*/ 335146 w 5734864"/>
              <a:gd name="connsiteY122" fmla="*/ 4787491 h 6858000"/>
              <a:gd name="connsiteX123" fmla="*/ 319124 w 5734864"/>
              <a:gd name="connsiteY123" fmla="*/ 4843514 h 6858000"/>
              <a:gd name="connsiteX124" fmla="*/ 305956 w 5734864"/>
              <a:gd name="connsiteY124" fmla="*/ 4881505 h 6858000"/>
              <a:gd name="connsiteX125" fmla="*/ 301062 w 5734864"/>
              <a:gd name="connsiteY125" fmla="*/ 4889332 h 6858000"/>
              <a:gd name="connsiteX126" fmla="*/ 302141 w 5734864"/>
              <a:gd name="connsiteY126" fmla="*/ 4899400 h 6858000"/>
              <a:gd name="connsiteX127" fmla="*/ 304424 w 5734864"/>
              <a:gd name="connsiteY127" fmla="*/ 4902664 h 6858000"/>
              <a:gd name="connsiteX128" fmla="*/ 293123 w 5734864"/>
              <a:gd name="connsiteY128" fmla="*/ 4932769 h 6858000"/>
              <a:gd name="connsiteX129" fmla="*/ 292275 w 5734864"/>
              <a:gd name="connsiteY129" fmla="*/ 4936482 h 6858000"/>
              <a:gd name="connsiteX130" fmla="*/ 288304 w 5734864"/>
              <a:gd name="connsiteY130" fmla="*/ 4962325 h 6858000"/>
              <a:gd name="connsiteX131" fmla="*/ 287420 w 5734864"/>
              <a:gd name="connsiteY131" fmla="*/ 5042193 h 6858000"/>
              <a:gd name="connsiteX132" fmla="*/ 287020 w 5734864"/>
              <a:gd name="connsiteY132" fmla="*/ 5065655 h 6858000"/>
              <a:gd name="connsiteX133" fmla="*/ 288488 w 5734864"/>
              <a:gd name="connsiteY133" fmla="*/ 5082216 h 6858000"/>
              <a:gd name="connsiteX134" fmla="*/ 282763 w 5734864"/>
              <a:gd name="connsiteY134" fmla="*/ 5127114 h 6858000"/>
              <a:gd name="connsiteX135" fmla="*/ 269316 w 5734864"/>
              <a:gd name="connsiteY135" fmla="*/ 5202682 h 6858000"/>
              <a:gd name="connsiteX136" fmla="*/ 269174 w 5734864"/>
              <a:gd name="connsiteY136" fmla="*/ 5230835 h 6858000"/>
              <a:gd name="connsiteX137" fmla="*/ 272679 w 5734864"/>
              <a:gd name="connsiteY137" fmla="*/ 5232660 h 6858000"/>
              <a:gd name="connsiteX138" fmla="*/ 272160 w 5734864"/>
              <a:gd name="connsiteY138" fmla="*/ 5241150 h 6858000"/>
              <a:gd name="connsiteX139" fmla="*/ 272760 w 5734864"/>
              <a:gd name="connsiteY139" fmla="*/ 5243156 h 6858000"/>
              <a:gd name="connsiteX140" fmla="*/ 275462 w 5734864"/>
              <a:gd name="connsiteY140" fmla="*/ 5254919 h 6858000"/>
              <a:gd name="connsiteX141" fmla="*/ 262897 w 5734864"/>
              <a:gd name="connsiteY141" fmla="*/ 5286259 h 6858000"/>
              <a:gd name="connsiteX142" fmla="*/ 252761 w 5734864"/>
              <a:gd name="connsiteY142" fmla="*/ 5357801 h 6858000"/>
              <a:gd name="connsiteX143" fmla="*/ 242360 w 5734864"/>
              <a:gd name="connsiteY143" fmla="*/ 5460080 h 6858000"/>
              <a:gd name="connsiteX144" fmla="*/ 229880 w 5734864"/>
              <a:gd name="connsiteY144" fmla="*/ 5539714 h 6858000"/>
              <a:gd name="connsiteX145" fmla="*/ 204283 w 5734864"/>
              <a:gd name="connsiteY145" fmla="*/ 5639080 h 6858000"/>
              <a:gd name="connsiteX146" fmla="*/ 198948 w 5734864"/>
              <a:gd name="connsiteY146" fmla="*/ 5710958 h 6858000"/>
              <a:gd name="connsiteX147" fmla="*/ 192367 w 5734864"/>
              <a:gd name="connsiteY147" fmla="*/ 5719859 h 6858000"/>
              <a:gd name="connsiteX148" fmla="*/ 188035 w 5734864"/>
              <a:gd name="connsiteY148" fmla="*/ 5729935 h 6858000"/>
              <a:gd name="connsiteX149" fmla="*/ 188428 w 5734864"/>
              <a:gd name="connsiteY149" fmla="*/ 5731182 h 6858000"/>
              <a:gd name="connsiteX150" fmla="*/ 181635 w 5734864"/>
              <a:gd name="connsiteY150" fmla="*/ 5753538 h 6858000"/>
              <a:gd name="connsiteX151" fmla="*/ 169744 w 5734864"/>
              <a:gd name="connsiteY151" fmla="*/ 5796307 h 6858000"/>
              <a:gd name="connsiteX152" fmla="*/ 170351 w 5734864"/>
              <a:gd name="connsiteY152" fmla="*/ 5796644 h 6858000"/>
              <a:gd name="connsiteX153" fmla="*/ 171559 w 5734864"/>
              <a:gd name="connsiteY153" fmla="*/ 5803435 h 6858000"/>
              <a:gd name="connsiteX154" fmla="*/ 172284 w 5734864"/>
              <a:gd name="connsiteY154" fmla="*/ 5816391 h 6858000"/>
              <a:gd name="connsiteX155" fmla="*/ 182542 w 5734864"/>
              <a:gd name="connsiteY155" fmla="*/ 5846382 h 6858000"/>
              <a:gd name="connsiteX156" fmla="*/ 175877 w 5734864"/>
              <a:gd name="connsiteY156" fmla="*/ 5871336 h 6858000"/>
              <a:gd name="connsiteX157" fmla="*/ 174910 w 5734864"/>
              <a:gd name="connsiteY157" fmla="*/ 5876376 h 6858000"/>
              <a:gd name="connsiteX158" fmla="*/ 175047 w 5734864"/>
              <a:gd name="connsiteY158" fmla="*/ 5876483 h 6858000"/>
              <a:gd name="connsiteX159" fmla="*/ 174335 w 5734864"/>
              <a:gd name="connsiteY159" fmla="*/ 5881814 h 6858000"/>
              <a:gd name="connsiteX160" fmla="*/ 171273 w 5734864"/>
              <a:gd name="connsiteY160" fmla="*/ 5895339 h 6858000"/>
              <a:gd name="connsiteX161" fmla="*/ 171658 w 5734864"/>
              <a:gd name="connsiteY161" fmla="*/ 5898749 h 6858000"/>
              <a:gd name="connsiteX162" fmla="*/ 174658 w 5734864"/>
              <a:gd name="connsiteY162" fmla="*/ 5919558 h 6858000"/>
              <a:gd name="connsiteX163" fmla="*/ 169099 w 5734864"/>
              <a:gd name="connsiteY163" fmla="*/ 5984417 h 6858000"/>
              <a:gd name="connsiteX164" fmla="*/ 162007 w 5734864"/>
              <a:gd name="connsiteY164" fmla="*/ 6049043 h 6858000"/>
              <a:gd name="connsiteX165" fmla="*/ 156875 w 5734864"/>
              <a:gd name="connsiteY165" fmla="*/ 6114000 h 6858000"/>
              <a:gd name="connsiteX166" fmla="*/ 165441 w 5734864"/>
              <a:gd name="connsiteY166" fmla="*/ 6146938 h 6858000"/>
              <a:gd name="connsiteX167" fmla="*/ 165177 w 5734864"/>
              <a:gd name="connsiteY167" fmla="*/ 6150658 h 6858000"/>
              <a:gd name="connsiteX168" fmla="*/ 161772 w 5734864"/>
              <a:gd name="connsiteY168" fmla="*/ 6160011 h 6858000"/>
              <a:gd name="connsiteX169" fmla="*/ 160051 w 5734864"/>
              <a:gd name="connsiteY169" fmla="*/ 6163393 h 6858000"/>
              <a:gd name="connsiteX170" fmla="*/ 158473 w 5734864"/>
              <a:gd name="connsiteY170" fmla="*/ 6168628 h 6858000"/>
              <a:gd name="connsiteX171" fmla="*/ 158573 w 5734864"/>
              <a:gd name="connsiteY171" fmla="*/ 6168799 h 6858000"/>
              <a:gd name="connsiteX172" fmla="*/ 146463 w 5734864"/>
              <a:gd name="connsiteY172" fmla="*/ 6196671 h 6858000"/>
              <a:gd name="connsiteX173" fmla="*/ 150209 w 5734864"/>
              <a:gd name="connsiteY173" fmla="*/ 6232365 h 6858000"/>
              <a:gd name="connsiteX174" fmla="*/ 148544 w 5734864"/>
              <a:gd name="connsiteY174" fmla="*/ 6246162 h 6858000"/>
              <a:gd name="connsiteX175" fmla="*/ 148403 w 5734864"/>
              <a:gd name="connsiteY175" fmla="*/ 6253754 h 6858000"/>
              <a:gd name="connsiteX176" fmla="*/ 138880 w 5734864"/>
              <a:gd name="connsiteY176" fmla="*/ 6276449 h 6858000"/>
              <a:gd name="connsiteX177" fmla="*/ 138683 w 5734864"/>
              <a:gd name="connsiteY177" fmla="*/ 6279721 h 6858000"/>
              <a:gd name="connsiteX178" fmla="*/ 130721 w 5734864"/>
              <a:gd name="connsiteY178" fmla="*/ 6293675 h 6858000"/>
              <a:gd name="connsiteX179" fmla="*/ 120717 w 5734864"/>
              <a:gd name="connsiteY179" fmla="*/ 6313967 h 6858000"/>
              <a:gd name="connsiteX180" fmla="*/ 120841 w 5734864"/>
              <a:gd name="connsiteY180" fmla="*/ 6315437 h 6858000"/>
              <a:gd name="connsiteX181" fmla="*/ 115208 w 5734864"/>
              <a:gd name="connsiteY181" fmla="*/ 6324024 h 6858000"/>
              <a:gd name="connsiteX182" fmla="*/ 101217 w 5734864"/>
              <a:gd name="connsiteY182" fmla="*/ 6365923 h 6858000"/>
              <a:gd name="connsiteX183" fmla="*/ 74946 w 5734864"/>
              <a:gd name="connsiteY183" fmla="*/ 6556817 h 6858000"/>
              <a:gd name="connsiteX184" fmla="*/ 16001 w 5734864"/>
              <a:gd name="connsiteY184" fmla="*/ 6808678 h 6858000"/>
              <a:gd name="connsiteX185" fmla="*/ 0 w 5734864"/>
              <a:gd name="connsiteY185" fmla="*/ 6858000 h 6858000"/>
              <a:gd name="connsiteX186" fmla="*/ 5734864 w 5734864"/>
              <a:gd name="connsiteY186" fmla="*/ 6858000 h 6858000"/>
              <a:gd name="connsiteX187" fmla="*/ 5734864 w 5734864"/>
              <a:gd name="connsiteY18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5734864" h="6858000">
                <a:moveTo>
                  <a:pt x="5734864" y="0"/>
                </a:moveTo>
                <a:lnTo>
                  <a:pt x="771611" y="0"/>
                </a:lnTo>
                <a:cubicBezTo>
                  <a:pt x="771634" y="16369"/>
                  <a:pt x="771656" y="32739"/>
                  <a:pt x="771679" y="49108"/>
                </a:cubicBezTo>
                <a:cubicBezTo>
                  <a:pt x="775201" y="55622"/>
                  <a:pt x="788724" y="196721"/>
                  <a:pt x="794248" y="200968"/>
                </a:cubicBezTo>
                <a:lnTo>
                  <a:pt x="801749" y="414071"/>
                </a:lnTo>
                <a:cubicBezTo>
                  <a:pt x="807329" y="440933"/>
                  <a:pt x="835107" y="598697"/>
                  <a:pt x="818548" y="585467"/>
                </a:cubicBezTo>
                <a:cubicBezTo>
                  <a:pt x="856197" y="664140"/>
                  <a:pt x="837895" y="708473"/>
                  <a:pt x="857476" y="800623"/>
                </a:cubicBezTo>
                <a:cubicBezTo>
                  <a:pt x="822401" y="857344"/>
                  <a:pt x="855723" y="824571"/>
                  <a:pt x="851083" y="878903"/>
                </a:cubicBezTo>
                <a:cubicBezTo>
                  <a:pt x="884811" y="859448"/>
                  <a:pt x="834648" y="946397"/>
                  <a:pt x="873564" y="943826"/>
                </a:cubicBezTo>
                <a:cubicBezTo>
                  <a:pt x="871487" y="953795"/>
                  <a:pt x="868248" y="963533"/>
                  <a:pt x="864705" y="973328"/>
                </a:cubicBezTo>
                <a:lnTo>
                  <a:pt x="862869" y="978457"/>
                </a:lnTo>
                <a:lnTo>
                  <a:pt x="862233" y="998041"/>
                </a:lnTo>
                <a:lnTo>
                  <a:pt x="853665" y="1004750"/>
                </a:lnTo>
                <a:lnTo>
                  <a:pt x="847865" y="1070795"/>
                </a:lnTo>
                <a:cubicBezTo>
                  <a:pt x="870234" y="1110486"/>
                  <a:pt x="833172" y="1190441"/>
                  <a:pt x="862786" y="1238994"/>
                </a:cubicBezTo>
                <a:cubicBezTo>
                  <a:pt x="864699" y="1290599"/>
                  <a:pt x="860615" y="1347716"/>
                  <a:pt x="859345" y="1380427"/>
                </a:cubicBezTo>
                <a:cubicBezTo>
                  <a:pt x="845703" y="1396391"/>
                  <a:pt x="873184" y="1435525"/>
                  <a:pt x="855172" y="1435262"/>
                </a:cubicBezTo>
                <a:lnTo>
                  <a:pt x="860494" y="1453861"/>
                </a:lnTo>
                <a:lnTo>
                  <a:pt x="853731" y="1467047"/>
                </a:lnTo>
                <a:cubicBezTo>
                  <a:pt x="846549" y="1480528"/>
                  <a:pt x="841728" y="1491093"/>
                  <a:pt x="845847" y="1502307"/>
                </a:cubicBezTo>
                <a:lnTo>
                  <a:pt x="817613" y="1565166"/>
                </a:lnTo>
                <a:cubicBezTo>
                  <a:pt x="805468" y="1557258"/>
                  <a:pt x="816534" y="1596564"/>
                  <a:pt x="804223" y="1601941"/>
                </a:cubicBezTo>
                <a:cubicBezTo>
                  <a:pt x="794287" y="1604654"/>
                  <a:pt x="795328" y="1617209"/>
                  <a:pt x="791773" y="1627005"/>
                </a:cubicBezTo>
                <a:cubicBezTo>
                  <a:pt x="781684" y="1634393"/>
                  <a:pt x="772978" y="1683187"/>
                  <a:pt x="774645" y="1699922"/>
                </a:cubicBezTo>
                <a:cubicBezTo>
                  <a:pt x="785341" y="1746767"/>
                  <a:pt x="744845" y="1787099"/>
                  <a:pt x="752343" y="1824604"/>
                </a:cubicBezTo>
                <a:cubicBezTo>
                  <a:pt x="751502" y="1834578"/>
                  <a:pt x="749297" y="1842929"/>
                  <a:pt x="746254" y="1850222"/>
                </a:cubicBezTo>
                <a:lnTo>
                  <a:pt x="728600" y="1869603"/>
                </a:lnTo>
                <a:lnTo>
                  <a:pt x="724396" y="1883104"/>
                </a:lnTo>
                <a:lnTo>
                  <a:pt x="722165" y="1885924"/>
                </a:lnTo>
                <a:lnTo>
                  <a:pt x="721338" y="1887123"/>
                </a:lnTo>
                <a:lnTo>
                  <a:pt x="714840" y="1902274"/>
                </a:lnTo>
                <a:lnTo>
                  <a:pt x="722847" y="1929891"/>
                </a:lnTo>
                <a:lnTo>
                  <a:pt x="714660" y="1982709"/>
                </a:lnTo>
                <a:cubicBezTo>
                  <a:pt x="727725" y="2006201"/>
                  <a:pt x="714739" y="1997091"/>
                  <a:pt x="710759" y="2013010"/>
                </a:cubicBezTo>
                <a:cubicBezTo>
                  <a:pt x="707970" y="2027531"/>
                  <a:pt x="700788" y="2054714"/>
                  <a:pt x="697927" y="2069833"/>
                </a:cubicBezTo>
                <a:cubicBezTo>
                  <a:pt x="685211" y="2080229"/>
                  <a:pt x="698762" y="2088241"/>
                  <a:pt x="693594" y="2103731"/>
                </a:cubicBezTo>
                <a:cubicBezTo>
                  <a:pt x="688481" y="2110649"/>
                  <a:pt x="687183" y="2115973"/>
                  <a:pt x="691109" y="2124027"/>
                </a:cubicBezTo>
                <a:cubicBezTo>
                  <a:pt x="666413" y="2155740"/>
                  <a:pt x="688031" y="2144874"/>
                  <a:pt x="676593" y="2176182"/>
                </a:cubicBezTo>
                <a:cubicBezTo>
                  <a:pt x="665190" y="2202944"/>
                  <a:pt x="656416" y="2233857"/>
                  <a:pt x="633227" y="2258036"/>
                </a:cubicBezTo>
                <a:cubicBezTo>
                  <a:pt x="626930" y="2262191"/>
                  <a:pt x="623498" y="2274069"/>
                  <a:pt x="625564" y="2284567"/>
                </a:cubicBezTo>
                <a:cubicBezTo>
                  <a:pt x="625918" y="2286374"/>
                  <a:pt x="626427" y="2288071"/>
                  <a:pt x="627074" y="2289605"/>
                </a:cubicBezTo>
                <a:cubicBezTo>
                  <a:pt x="619029" y="2296628"/>
                  <a:pt x="616453" y="2303188"/>
                  <a:pt x="614574" y="2308717"/>
                </a:cubicBezTo>
                <a:lnTo>
                  <a:pt x="606890" y="2320662"/>
                </a:lnTo>
                <a:lnTo>
                  <a:pt x="605558" y="2327897"/>
                </a:lnTo>
                <a:lnTo>
                  <a:pt x="602202" y="2357749"/>
                </a:lnTo>
                <a:lnTo>
                  <a:pt x="600213" y="2364905"/>
                </a:lnTo>
                <a:lnTo>
                  <a:pt x="597160" y="2388351"/>
                </a:lnTo>
                <a:lnTo>
                  <a:pt x="597982" y="2402296"/>
                </a:lnTo>
                <a:lnTo>
                  <a:pt x="593150" y="2420015"/>
                </a:lnTo>
                <a:cubicBezTo>
                  <a:pt x="593044" y="2420926"/>
                  <a:pt x="592939" y="2421838"/>
                  <a:pt x="592833" y="2422749"/>
                </a:cubicBezTo>
                <a:lnTo>
                  <a:pt x="594479" y="2426002"/>
                </a:lnTo>
                <a:cubicBezTo>
                  <a:pt x="594168" y="2427683"/>
                  <a:pt x="593118" y="2429721"/>
                  <a:pt x="591963" y="2431950"/>
                </a:cubicBezTo>
                <a:cubicBezTo>
                  <a:pt x="591823" y="2432599"/>
                  <a:pt x="591684" y="2433248"/>
                  <a:pt x="591544" y="2433897"/>
                </a:cubicBezTo>
                <a:lnTo>
                  <a:pt x="589519" y="2451398"/>
                </a:lnTo>
                <a:cubicBezTo>
                  <a:pt x="589692" y="2452777"/>
                  <a:pt x="589864" y="2454157"/>
                  <a:pt x="590037" y="2455536"/>
                </a:cubicBezTo>
                <a:lnTo>
                  <a:pt x="588179" y="2462981"/>
                </a:lnTo>
                <a:lnTo>
                  <a:pt x="583434" y="2503991"/>
                </a:lnTo>
                <a:cubicBezTo>
                  <a:pt x="576530" y="2566058"/>
                  <a:pt x="570433" y="2625224"/>
                  <a:pt x="567942" y="2652936"/>
                </a:cubicBezTo>
                <a:cubicBezTo>
                  <a:pt x="570864" y="2658290"/>
                  <a:pt x="572739" y="2664095"/>
                  <a:pt x="573869" y="2670188"/>
                </a:cubicBezTo>
                <a:lnTo>
                  <a:pt x="575243" y="2688114"/>
                </a:lnTo>
                <a:lnTo>
                  <a:pt x="573824" y="2689856"/>
                </a:lnTo>
                <a:cubicBezTo>
                  <a:pt x="569972" y="2698471"/>
                  <a:pt x="569572" y="2704494"/>
                  <a:pt x="570699" y="2709353"/>
                </a:cubicBezTo>
                <a:lnTo>
                  <a:pt x="573192" y="2714527"/>
                </a:lnTo>
                <a:cubicBezTo>
                  <a:pt x="572809" y="2719080"/>
                  <a:pt x="572427" y="2723634"/>
                  <a:pt x="572044" y="2728187"/>
                </a:cubicBezTo>
                <a:cubicBezTo>
                  <a:pt x="572184" y="2737412"/>
                  <a:pt x="572325" y="2746638"/>
                  <a:pt x="572465" y="2755863"/>
                </a:cubicBezTo>
                <a:lnTo>
                  <a:pt x="570028" y="2760324"/>
                </a:lnTo>
                <a:lnTo>
                  <a:pt x="566748" y="2800948"/>
                </a:lnTo>
                <a:lnTo>
                  <a:pt x="565509" y="2801167"/>
                </a:lnTo>
                <a:cubicBezTo>
                  <a:pt x="562655" y="2802587"/>
                  <a:pt x="560408" y="2805381"/>
                  <a:pt x="559367" y="2811129"/>
                </a:cubicBezTo>
                <a:cubicBezTo>
                  <a:pt x="543471" y="2797318"/>
                  <a:pt x="552020" y="2812773"/>
                  <a:pt x="550354" y="2830949"/>
                </a:cubicBezTo>
                <a:cubicBezTo>
                  <a:pt x="525292" y="2813553"/>
                  <a:pt x="531129" y="2868192"/>
                  <a:pt x="514795" y="2872433"/>
                </a:cubicBezTo>
                <a:lnTo>
                  <a:pt x="509875" y="2923099"/>
                </a:lnTo>
                <a:lnTo>
                  <a:pt x="509577" y="2923197"/>
                </a:lnTo>
                <a:cubicBezTo>
                  <a:pt x="508704" y="2924865"/>
                  <a:pt x="508038" y="2927556"/>
                  <a:pt x="507597" y="2931868"/>
                </a:cubicBezTo>
                <a:cubicBezTo>
                  <a:pt x="507524" y="2934019"/>
                  <a:pt x="507452" y="2936171"/>
                  <a:pt x="507379" y="2938322"/>
                </a:cubicBezTo>
                <a:lnTo>
                  <a:pt x="504725" y="2954519"/>
                </a:lnTo>
                <a:lnTo>
                  <a:pt x="502018" y="2959643"/>
                </a:lnTo>
                <a:lnTo>
                  <a:pt x="498360" y="2961019"/>
                </a:lnTo>
                <a:lnTo>
                  <a:pt x="498483" y="2962590"/>
                </a:lnTo>
                <a:cubicBezTo>
                  <a:pt x="502388" y="2975027"/>
                  <a:pt x="510202" y="2980016"/>
                  <a:pt x="484403" y="2990538"/>
                </a:cubicBezTo>
                <a:cubicBezTo>
                  <a:pt x="489425" y="3018352"/>
                  <a:pt x="474337" y="3021029"/>
                  <a:pt x="463075" y="3055956"/>
                </a:cubicBezTo>
                <a:cubicBezTo>
                  <a:pt x="469487" y="3072485"/>
                  <a:pt x="464165" y="3083955"/>
                  <a:pt x="455013" y="3094482"/>
                </a:cubicBezTo>
                <a:cubicBezTo>
                  <a:pt x="453131" y="3130054"/>
                  <a:pt x="437643" y="3160106"/>
                  <a:pt x="428391" y="3198850"/>
                </a:cubicBezTo>
                <a:lnTo>
                  <a:pt x="401440" y="3307560"/>
                </a:lnTo>
                <a:lnTo>
                  <a:pt x="386076" y="3373943"/>
                </a:lnTo>
                <a:cubicBezTo>
                  <a:pt x="386236" y="3376061"/>
                  <a:pt x="380537" y="3378856"/>
                  <a:pt x="374726" y="3381364"/>
                </a:cubicBezTo>
                <a:lnTo>
                  <a:pt x="369145" y="3383729"/>
                </a:lnTo>
                <a:lnTo>
                  <a:pt x="364294" y="3414159"/>
                </a:lnTo>
                <a:lnTo>
                  <a:pt x="366450" y="3436925"/>
                </a:lnTo>
                <a:lnTo>
                  <a:pt x="351743" y="3521619"/>
                </a:lnTo>
                <a:lnTo>
                  <a:pt x="345784" y="3603757"/>
                </a:lnTo>
                <a:cubicBezTo>
                  <a:pt x="345255" y="3619979"/>
                  <a:pt x="344727" y="3636202"/>
                  <a:pt x="344198" y="3652424"/>
                </a:cubicBezTo>
                <a:lnTo>
                  <a:pt x="352450" y="3665222"/>
                </a:lnTo>
                <a:lnTo>
                  <a:pt x="342621" y="3700804"/>
                </a:lnTo>
                <a:lnTo>
                  <a:pt x="341514" y="3734774"/>
                </a:lnTo>
                <a:cubicBezTo>
                  <a:pt x="341212" y="3751567"/>
                  <a:pt x="340909" y="3768360"/>
                  <a:pt x="340607" y="3785153"/>
                </a:cubicBezTo>
                <a:cubicBezTo>
                  <a:pt x="340640" y="3786161"/>
                  <a:pt x="340674" y="3787169"/>
                  <a:pt x="340707" y="3788177"/>
                </a:cubicBezTo>
                <a:cubicBezTo>
                  <a:pt x="340592" y="3791719"/>
                  <a:pt x="340476" y="3795261"/>
                  <a:pt x="340361" y="3798803"/>
                </a:cubicBezTo>
                <a:cubicBezTo>
                  <a:pt x="340121" y="3812119"/>
                  <a:pt x="339882" y="3825434"/>
                  <a:pt x="339642" y="3838750"/>
                </a:cubicBezTo>
                <a:cubicBezTo>
                  <a:pt x="337363" y="3949044"/>
                  <a:pt x="361794" y="3960437"/>
                  <a:pt x="360295" y="4015196"/>
                </a:cubicBezTo>
                <a:lnTo>
                  <a:pt x="339043" y="4052778"/>
                </a:lnTo>
                <a:lnTo>
                  <a:pt x="339343" y="4096257"/>
                </a:lnTo>
                <a:cubicBezTo>
                  <a:pt x="362058" y="4159145"/>
                  <a:pt x="332404" y="4250479"/>
                  <a:pt x="340786" y="4321136"/>
                </a:cubicBezTo>
                <a:cubicBezTo>
                  <a:pt x="341421" y="4376624"/>
                  <a:pt x="344189" y="4407708"/>
                  <a:pt x="343158" y="4429174"/>
                </a:cubicBezTo>
                <a:cubicBezTo>
                  <a:pt x="340948" y="4436304"/>
                  <a:pt x="337887" y="4443121"/>
                  <a:pt x="334599" y="4449938"/>
                </a:cubicBezTo>
                <a:lnTo>
                  <a:pt x="332890" y="4453515"/>
                </a:lnTo>
                <a:lnTo>
                  <a:pt x="331105" y="4467941"/>
                </a:lnTo>
                <a:lnTo>
                  <a:pt x="324289" y="4471861"/>
                </a:lnTo>
                <a:lnTo>
                  <a:pt x="317079" y="4493468"/>
                </a:lnTo>
                <a:cubicBezTo>
                  <a:pt x="315353" y="4501584"/>
                  <a:pt x="314639" y="4510343"/>
                  <a:pt x="315557" y="4520067"/>
                </a:cubicBezTo>
                <a:cubicBezTo>
                  <a:pt x="315451" y="4525669"/>
                  <a:pt x="315346" y="4531270"/>
                  <a:pt x="315240" y="4536872"/>
                </a:cubicBezTo>
                <a:lnTo>
                  <a:pt x="316200" y="4538297"/>
                </a:lnTo>
                <a:cubicBezTo>
                  <a:pt x="316738" y="4541182"/>
                  <a:pt x="316785" y="4544563"/>
                  <a:pt x="317507" y="4547582"/>
                </a:cubicBezTo>
                <a:cubicBezTo>
                  <a:pt x="322716" y="4552468"/>
                  <a:pt x="324912" y="4582137"/>
                  <a:pt x="323078" y="4592102"/>
                </a:cubicBezTo>
                <a:cubicBezTo>
                  <a:pt x="314597" y="4619728"/>
                  <a:pt x="334923" y="4645745"/>
                  <a:pt x="328722" y="4667914"/>
                </a:cubicBezTo>
                <a:cubicBezTo>
                  <a:pt x="330810" y="4685069"/>
                  <a:pt x="333803" y="4690356"/>
                  <a:pt x="335597" y="4695035"/>
                </a:cubicBezTo>
                <a:lnTo>
                  <a:pt x="339485" y="4695979"/>
                </a:lnTo>
                <a:lnTo>
                  <a:pt x="341089" y="4704268"/>
                </a:lnTo>
                <a:lnTo>
                  <a:pt x="342177" y="4706060"/>
                </a:lnTo>
                <a:cubicBezTo>
                  <a:pt x="344268" y="4709474"/>
                  <a:pt x="346234" y="4712931"/>
                  <a:pt x="347751" y="4716754"/>
                </a:cubicBezTo>
                <a:lnTo>
                  <a:pt x="344125" y="4764669"/>
                </a:lnTo>
                <a:lnTo>
                  <a:pt x="340188" y="4779386"/>
                </a:lnTo>
                <a:lnTo>
                  <a:pt x="335146" y="4787491"/>
                </a:lnTo>
                <a:lnTo>
                  <a:pt x="319124" y="4843514"/>
                </a:lnTo>
                <a:lnTo>
                  <a:pt x="305956" y="4881505"/>
                </a:lnTo>
                <a:lnTo>
                  <a:pt x="301062" y="4889332"/>
                </a:lnTo>
                <a:lnTo>
                  <a:pt x="302141" y="4899400"/>
                </a:lnTo>
                <a:cubicBezTo>
                  <a:pt x="302767" y="4900706"/>
                  <a:pt x="303536" y="4901803"/>
                  <a:pt x="304424" y="4902664"/>
                </a:cubicBezTo>
                <a:lnTo>
                  <a:pt x="293123" y="4932769"/>
                </a:lnTo>
                <a:lnTo>
                  <a:pt x="292275" y="4936482"/>
                </a:lnTo>
                <a:lnTo>
                  <a:pt x="288304" y="4962325"/>
                </a:lnTo>
                <a:cubicBezTo>
                  <a:pt x="288009" y="4988948"/>
                  <a:pt x="287715" y="5015570"/>
                  <a:pt x="287420" y="5042193"/>
                </a:cubicBezTo>
                <a:cubicBezTo>
                  <a:pt x="295373" y="5039737"/>
                  <a:pt x="281659" y="5060438"/>
                  <a:pt x="287020" y="5065655"/>
                </a:cubicBezTo>
                <a:cubicBezTo>
                  <a:pt x="291675" y="5068928"/>
                  <a:pt x="288601" y="5075970"/>
                  <a:pt x="288488" y="5082216"/>
                </a:cubicBezTo>
                <a:cubicBezTo>
                  <a:pt x="292282" y="5088207"/>
                  <a:pt x="287008" y="5117775"/>
                  <a:pt x="282763" y="5127114"/>
                </a:cubicBezTo>
                <a:cubicBezTo>
                  <a:pt x="267723" y="5152218"/>
                  <a:pt x="280799" y="5182399"/>
                  <a:pt x="269316" y="5202682"/>
                </a:cubicBezTo>
                <a:cubicBezTo>
                  <a:pt x="267050" y="5219969"/>
                  <a:pt x="268614" y="5225841"/>
                  <a:pt x="269174" y="5230835"/>
                </a:cubicBezTo>
                <a:lnTo>
                  <a:pt x="272679" y="5232660"/>
                </a:lnTo>
                <a:lnTo>
                  <a:pt x="272160" y="5241150"/>
                </a:lnTo>
                <a:lnTo>
                  <a:pt x="272760" y="5243156"/>
                </a:lnTo>
                <a:cubicBezTo>
                  <a:pt x="273922" y="5246984"/>
                  <a:pt x="274952" y="5250824"/>
                  <a:pt x="275462" y="5254919"/>
                </a:cubicBezTo>
                <a:cubicBezTo>
                  <a:pt x="258407" y="5258851"/>
                  <a:pt x="276976" y="5290392"/>
                  <a:pt x="262897" y="5286259"/>
                </a:cubicBezTo>
                <a:cubicBezTo>
                  <a:pt x="262724" y="5309439"/>
                  <a:pt x="239612" y="5337531"/>
                  <a:pt x="252761" y="5357801"/>
                </a:cubicBezTo>
                <a:cubicBezTo>
                  <a:pt x="248775" y="5392256"/>
                  <a:pt x="247799" y="5423412"/>
                  <a:pt x="242360" y="5460080"/>
                </a:cubicBezTo>
                <a:cubicBezTo>
                  <a:pt x="232632" y="5488478"/>
                  <a:pt x="242025" y="5519143"/>
                  <a:pt x="229880" y="5539714"/>
                </a:cubicBezTo>
                <a:cubicBezTo>
                  <a:pt x="230558" y="5572454"/>
                  <a:pt x="222150" y="5613340"/>
                  <a:pt x="204283" y="5639080"/>
                </a:cubicBezTo>
                <a:cubicBezTo>
                  <a:pt x="201596" y="5674226"/>
                  <a:pt x="191051" y="5680198"/>
                  <a:pt x="198948" y="5710958"/>
                </a:cubicBezTo>
                <a:cubicBezTo>
                  <a:pt x="196338" y="5713534"/>
                  <a:pt x="194185" y="5716550"/>
                  <a:pt x="192367" y="5719859"/>
                </a:cubicBezTo>
                <a:lnTo>
                  <a:pt x="188035" y="5729935"/>
                </a:lnTo>
                <a:lnTo>
                  <a:pt x="188428" y="5731182"/>
                </a:lnTo>
                <a:lnTo>
                  <a:pt x="181635" y="5753538"/>
                </a:lnTo>
                <a:lnTo>
                  <a:pt x="169744" y="5796307"/>
                </a:lnTo>
                <a:lnTo>
                  <a:pt x="170351" y="5796644"/>
                </a:lnTo>
                <a:cubicBezTo>
                  <a:pt x="171558" y="5797954"/>
                  <a:pt x="172173" y="5799948"/>
                  <a:pt x="171559" y="5803435"/>
                </a:cubicBezTo>
                <a:cubicBezTo>
                  <a:pt x="182664" y="5798231"/>
                  <a:pt x="175075" y="5805646"/>
                  <a:pt x="172284" y="5816391"/>
                </a:cubicBezTo>
                <a:cubicBezTo>
                  <a:pt x="188911" y="5810703"/>
                  <a:pt x="174844" y="5841128"/>
                  <a:pt x="182542" y="5846382"/>
                </a:cubicBezTo>
                <a:cubicBezTo>
                  <a:pt x="180118" y="5854404"/>
                  <a:pt x="177856" y="5862781"/>
                  <a:pt x="175877" y="5871336"/>
                </a:cubicBezTo>
                <a:lnTo>
                  <a:pt x="174910" y="5876376"/>
                </a:lnTo>
                <a:lnTo>
                  <a:pt x="175047" y="5876483"/>
                </a:lnTo>
                <a:cubicBezTo>
                  <a:pt x="175167" y="5877594"/>
                  <a:pt x="174973" y="5879257"/>
                  <a:pt x="174335" y="5881814"/>
                </a:cubicBezTo>
                <a:lnTo>
                  <a:pt x="171273" y="5895339"/>
                </a:lnTo>
                <a:cubicBezTo>
                  <a:pt x="171401" y="5896476"/>
                  <a:pt x="171530" y="5897612"/>
                  <a:pt x="171658" y="5898749"/>
                </a:cubicBezTo>
                <a:lnTo>
                  <a:pt x="174658" y="5919558"/>
                </a:lnTo>
                <a:cubicBezTo>
                  <a:pt x="173958" y="5933601"/>
                  <a:pt x="171208" y="5962838"/>
                  <a:pt x="169099" y="5984417"/>
                </a:cubicBezTo>
                <a:cubicBezTo>
                  <a:pt x="162916" y="6005205"/>
                  <a:pt x="164971" y="6025162"/>
                  <a:pt x="162007" y="6049043"/>
                </a:cubicBezTo>
                <a:cubicBezTo>
                  <a:pt x="150795" y="6073830"/>
                  <a:pt x="160091" y="6088483"/>
                  <a:pt x="156875" y="6114000"/>
                </a:cubicBezTo>
                <a:cubicBezTo>
                  <a:pt x="141597" y="6134477"/>
                  <a:pt x="163381" y="6133378"/>
                  <a:pt x="165441" y="6146938"/>
                </a:cubicBezTo>
                <a:lnTo>
                  <a:pt x="165177" y="6150658"/>
                </a:lnTo>
                <a:lnTo>
                  <a:pt x="161772" y="6160011"/>
                </a:lnTo>
                <a:lnTo>
                  <a:pt x="160051" y="6163393"/>
                </a:lnTo>
                <a:cubicBezTo>
                  <a:pt x="159032" y="6165775"/>
                  <a:pt x="158564" y="6167421"/>
                  <a:pt x="158473" y="6168628"/>
                </a:cubicBezTo>
                <a:cubicBezTo>
                  <a:pt x="158506" y="6168685"/>
                  <a:pt x="158540" y="6168742"/>
                  <a:pt x="158573" y="6168799"/>
                </a:cubicBezTo>
                <a:lnTo>
                  <a:pt x="146463" y="6196671"/>
                </a:lnTo>
                <a:cubicBezTo>
                  <a:pt x="152348" y="6205503"/>
                  <a:pt x="134460" y="6231012"/>
                  <a:pt x="150209" y="6232365"/>
                </a:cubicBezTo>
                <a:cubicBezTo>
                  <a:pt x="145821" y="6242321"/>
                  <a:pt x="137774" y="6246719"/>
                  <a:pt x="148544" y="6246162"/>
                </a:cubicBezTo>
                <a:cubicBezTo>
                  <a:pt x="147378" y="6249522"/>
                  <a:pt x="147566" y="6251866"/>
                  <a:pt x="148403" y="6253754"/>
                </a:cubicBezTo>
                <a:lnTo>
                  <a:pt x="138880" y="6276449"/>
                </a:lnTo>
                <a:cubicBezTo>
                  <a:pt x="138814" y="6277540"/>
                  <a:pt x="138749" y="6278630"/>
                  <a:pt x="138683" y="6279721"/>
                </a:cubicBezTo>
                <a:lnTo>
                  <a:pt x="130721" y="6293675"/>
                </a:lnTo>
                <a:lnTo>
                  <a:pt x="120717" y="6313967"/>
                </a:lnTo>
                <a:cubicBezTo>
                  <a:pt x="120758" y="6314457"/>
                  <a:pt x="120800" y="6314947"/>
                  <a:pt x="120841" y="6315437"/>
                </a:cubicBezTo>
                <a:lnTo>
                  <a:pt x="115208" y="6324024"/>
                </a:lnTo>
                <a:cubicBezTo>
                  <a:pt x="113007" y="6326672"/>
                  <a:pt x="103991" y="6364381"/>
                  <a:pt x="101217" y="6365923"/>
                </a:cubicBezTo>
                <a:lnTo>
                  <a:pt x="74946" y="6556817"/>
                </a:lnTo>
                <a:cubicBezTo>
                  <a:pt x="55357" y="6665926"/>
                  <a:pt x="35695" y="6744075"/>
                  <a:pt x="16001" y="6808678"/>
                </a:cubicBezTo>
                <a:lnTo>
                  <a:pt x="0" y="6858000"/>
                </a:lnTo>
                <a:lnTo>
                  <a:pt x="5734864" y="6858000"/>
                </a:lnTo>
                <a:lnTo>
                  <a:pt x="5734864"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Title 15">
            <a:extLst>
              <a:ext uri="{FF2B5EF4-FFF2-40B4-BE49-F238E27FC236}">
                <a16:creationId xmlns:a16="http://schemas.microsoft.com/office/drawing/2014/main" id="{F210AD7F-40FA-0F99-50D8-F6BF2A744E79}"/>
              </a:ext>
            </a:extLst>
          </p:cNvPr>
          <p:cNvSpPr>
            <a:spLocks noGrp="1"/>
          </p:cNvSpPr>
          <p:nvPr>
            <p:ph type="title"/>
          </p:nvPr>
        </p:nvSpPr>
        <p:spPr>
          <a:xfrm>
            <a:off x="773408" y="992094"/>
            <a:ext cx="3616913" cy="2795160"/>
          </a:xfrm>
        </p:spPr>
        <p:txBody>
          <a:bodyPr vert="horz" lIns="91440" tIns="45720" rIns="91440" bIns="45720" rtlCol="0" anchor="b">
            <a:normAutofit/>
          </a:bodyPr>
          <a:lstStyle/>
          <a:p>
            <a:pPr algn="ctr"/>
            <a:r>
              <a:rPr lang="en-US" sz="4100" kern="1200">
                <a:solidFill>
                  <a:schemeClr val="tx1"/>
                </a:solidFill>
                <a:latin typeface="+mj-lt"/>
                <a:ea typeface="+mj-ea"/>
                <a:cs typeface="+mj-cs"/>
              </a:rPr>
              <a:t>Bela- Microcontroller with Audio capabilities</a:t>
            </a:r>
          </a:p>
        </p:txBody>
      </p:sp>
      <p:pic>
        <p:nvPicPr>
          <p:cNvPr id="4098" name="Picture 2" descr="Advanced Audio Effects with a BeagleBone Black and Bela Part 1: Getting Up  and Running">
            <a:extLst>
              <a:ext uri="{FF2B5EF4-FFF2-40B4-BE49-F238E27FC236}">
                <a16:creationId xmlns:a16="http://schemas.microsoft.com/office/drawing/2014/main" id="{ABD3D36F-424F-FF07-9C04-28988DA7B20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5985683" y="578738"/>
            <a:ext cx="5528785" cy="56705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7121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751229-0244-4FBB-BED1-407467F4C9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C92C81-0B0C-0A75-66CE-BA924D027099}"/>
              </a:ext>
            </a:extLst>
          </p:cNvPr>
          <p:cNvSpPr>
            <a:spLocks noGrp="1"/>
          </p:cNvSpPr>
          <p:nvPr>
            <p:ph type="ctrTitle"/>
          </p:nvPr>
        </p:nvSpPr>
        <p:spPr>
          <a:xfrm>
            <a:off x="2197101" y="735283"/>
            <a:ext cx="4978399" cy="3165045"/>
          </a:xfrm>
        </p:spPr>
        <p:txBody>
          <a:bodyPr anchor="b">
            <a:normAutofit/>
          </a:bodyPr>
          <a:lstStyle/>
          <a:p>
            <a:pPr algn="l"/>
            <a:r>
              <a:rPr lang="en-GB" sz="4800"/>
              <a:t>Slide Acknowledgement</a:t>
            </a:r>
          </a:p>
        </p:txBody>
      </p:sp>
      <p:sp>
        <p:nvSpPr>
          <p:cNvPr id="3" name="Content Placeholder 2">
            <a:extLst>
              <a:ext uri="{FF2B5EF4-FFF2-40B4-BE49-F238E27FC236}">
                <a16:creationId xmlns:a16="http://schemas.microsoft.com/office/drawing/2014/main" id="{B7B1A36C-56DB-9560-98B3-5057236B766C}"/>
              </a:ext>
            </a:extLst>
          </p:cNvPr>
          <p:cNvSpPr>
            <a:spLocks noGrp="1"/>
          </p:cNvSpPr>
          <p:nvPr>
            <p:ph type="subTitle" idx="1"/>
          </p:nvPr>
        </p:nvSpPr>
        <p:spPr>
          <a:xfrm>
            <a:off x="2197101" y="4078423"/>
            <a:ext cx="4978399" cy="2058657"/>
          </a:xfrm>
        </p:spPr>
        <p:txBody>
          <a:bodyPr>
            <a:normAutofit/>
          </a:bodyPr>
          <a:lstStyle/>
          <a:p>
            <a:pPr algn="l"/>
            <a:r>
              <a:rPr lang="en-GB" dirty="0"/>
              <a:t>The following slides are provided by </a:t>
            </a:r>
            <a:r>
              <a:rPr lang="en-GB" b="1" i="1" dirty="0"/>
              <a:t>Dr. Teo Dannemann</a:t>
            </a:r>
            <a:endParaRPr lang="en-GB" b="1" i="1"/>
          </a:p>
          <a:p>
            <a:pPr lvl="1" algn="l"/>
            <a:r>
              <a:rPr lang="en-GB" dirty="0"/>
              <a:t>THANK YOU!!!</a:t>
            </a:r>
            <a:endParaRPr lang="en-GB"/>
          </a:p>
        </p:txBody>
      </p:sp>
      <p:pic>
        <p:nvPicPr>
          <p:cNvPr id="7" name="Graphic 6" descr="Handshake">
            <a:extLst>
              <a:ext uri="{FF2B5EF4-FFF2-40B4-BE49-F238E27FC236}">
                <a16:creationId xmlns:a16="http://schemas.microsoft.com/office/drawing/2014/main" id="{4F5C3928-2808-679F-A057-D61F514E0D6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7549" y="2776619"/>
            <a:ext cx="1289051" cy="1289051"/>
          </a:xfrm>
          <a:prstGeom prst="rect">
            <a:avLst/>
          </a:prstGeom>
        </p:spPr>
      </p:pic>
      <p:pic>
        <p:nvPicPr>
          <p:cNvPr id="9" name="Graphic 8" descr="Handshake">
            <a:extLst>
              <a:ext uri="{FF2B5EF4-FFF2-40B4-BE49-F238E27FC236}">
                <a16:creationId xmlns:a16="http://schemas.microsoft.com/office/drawing/2014/main" id="{EAD61438-3626-4C80-A0BA-C0E40FCDBB0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07815" y="716407"/>
            <a:ext cx="5411343" cy="5411343"/>
          </a:xfrm>
          <a:prstGeom prst="rect">
            <a:avLst/>
          </a:prstGeom>
        </p:spPr>
      </p:pic>
    </p:spTree>
    <p:extLst>
      <p:ext uri="{BB962C8B-B14F-4D97-AF65-F5344CB8AC3E}">
        <p14:creationId xmlns:p14="http://schemas.microsoft.com/office/powerpoint/2010/main" val="35458937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52"/>
        <p:cNvGrpSpPr/>
        <p:nvPr/>
      </p:nvGrpSpPr>
      <p:grpSpPr>
        <a:xfrm>
          <a:off x="0" y="0"/>
          <a:ext cx="0" cy="0"/>
          <a:chOff x="0" y="0"/>
          <a:chExt cx="0" cy="0"/>
        </a:xfrm>
      </p:grpSpPr>
      <p:sp>
        <p:nvSpPr>
          <p:cNvPr id="253" name="Google Shape;253;p17"/>
          <p:cNvSpPr txBox="1"/>
          <p:nvPr/>
        </p:nvSpPr>
        <p:spPr>
          <a:xfrm>
            <a:off x="1154617" y="612929"/>
            <a:ext cx="9718200" cy="646331"/>
          </a:xfrm>
          <a:prstGeom prst="rect">
            <a:avLst/>
          </a:prstGeom>
          <a:noFill/>
          <a:ln>
            <a:noFill/>
          </a:ln>
        </p:spPr>
        <p:txBody>
          <a:bodyPr spcFirstLastPara="1" wrap="square" lIns="0" tIns="0" rIns="0" bIns="0" anchor="t" anchorCtr="0">
            <a:spAutoFit/>
          </a:bodyPr>
          <a:lstStyle/>
          <a:p>
            <a:pPr marL="0" marR="0" lvl="0" indent="0" algn="ctr" defTabSz="609630" rtl="0" eaLnBrk="1" fontAlgn="auto" latinLnBrk="0" hangingPunct="1">
              <a:lnSpc>
                <a:spcPct val="140000"/>
              </a:lnSpc>
              <a:spcBef>
                <a:spcPts val="0"/>
              </a:spcBef>
              <a:spcAft>
                <a:spcPts val="0"/>
              </a:spcAft>
              <a:buClr>
                <a:srgbClr val="000000"/>
              </a:buClr>
              <a:buSzTx/>
              <a:buFontTx/>
              <a:buNone/>
              <a:tabLst/>
              <a:defRPr/>
            </a:pPr>
            <a:endParaRPr kumimoji="0" sz="3000" b="1" i="0" u="none" strike="noStrike" kern="0" cap="none" spc="0" normalizeH="0" baseline="0" noProof="0">
              <a:ln>
                <a:noFill/>
              </a:ln>
              <a:solidFill>
                <a:srgbClr val="FFFFFF"/>
              </a:solidFill>
              <a:effectLst/>
              <a:uLnTx/>
              <a:uFillTx/>
              <a:latin typeface="Inter"/>
              <a:ea typeface="Inter"/>
              <a:cs typeface="Inter"/>
              <a:sym typeface="Inter"/>
            </a:endParaRPr>
          </a:p>
        </p:txBody>
      </p:sp>
      <p:pic>
        <p:nvPicPr>
          <p:cNvPr id="254" name="Google Shape;254;p17"/>
          <p:cNvPicPr preferRelativeResize="0"/>
          <p:nvPr/>
        </p:nvPicPr>
        <p:blipFill>
          <a:blip r:embed="rId3">
            <a:alphaModFix amt="23000"/>
          </a:blip>
          <a:stretch>
            <a:fillRect/>
          </a:stretch>
        </p:blipFill>
        <p:spPr>
          <a:xfrm>
            <a:off x="10031401" y="6404529"/>
            <a:ext cx="1940801" cy="294721"/>
          </a:xfrm>
          <a:prstGeom prst="rect">
            <a:avLst/>
          </a:prstGeom>
          <a:noFill/>
          <a:ln>
            <a:noFill/>
          </a:ln>
        </p:spPr>
      </p:pic>
      <p:sp>
        <p:nvSpPr>
          <p:cNvPr id="256" name="Google Shape;256;p17"/>
          <p:cNvSpPr/>
          <p:nvPr/>
        </p:nvSpPr>
        <p:spPr>
          <a:xfrm>
            <a:off x="1024000" y="1104000"/>
            <a:ext cx="10016000" cy="47840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60950" tIns="60950" rIns="60950" bIns="60950" anchor="ctr" anchorCtr="0">
            <a:noAutofit/>
          </a:bodyPr>
          <a:lstStyle/>
          <a:p>
            <a:pPr marL="0" marR="0" lvl="0" indent="0" algn="ctr" defTabSz="609630" rtl="0" eaLnBrk="1" fontAlgn="auto" latinLnBrk="0" hangingPunct="1">
              <a:lnSpc>
                <a:spcPct val="100000"/>
              </a:lnSpc>
              <a:spcBef>
                <a:spcPts val="0"/>
              </a:spcBef>
              <a:spcAft>
                <a:spcPts val="0"/>
              </a:spcAft>
              <a:buClr>
                <a:srgbClr val="000000"/>
              </a:buClr>
              <a:buSzTx/>
              <a:buFontTx/>
              <a:buNone/>
              <a:tabLst/>
              <a:defRPr/>
            </a:pPr>
            <a:endParaRPr kumimoji="0" sz="933" b="0" i="0" u="none" strike="noStrike" kern="0" cap="none" spc="0" normalizeH="0" baseline="0" noProof="0">
              <a:ln>
                <a:noFill/>
              </a:ln>
              <a:solidFill>
                <a:srgbClr val="000000"/>
              </a:solidFill>
              <a:effectLst/>
              <a:uLnTx/>
              <a:uFillTx/>
              <a:latin typeface="Inter"/>
              <a:ea typeface="Inter"/>
              <a:cs typeface="Inter"/>
              <a:sym typeface="Inter"/>
            </a:endParaRPr>
          </a:p>
        </p:txBody>
      </p:sp>
      <p:pic>
        <p:nvPicPr>
          <p:cNvPr id="257" name="Google Shape;257;p17"/>
          <p:cNvPicPr preferRelativeResize="0"/>
          <p:nvPr/>
        </p:nvPicPr>
        <p:blipFill>
          <a:blip r:embed="rId4">
            <a:alphaModFix/>
          </a:blip>
          <a:stretch>
            <a:fillRect/>
          </a:stretch>
        </p:blipFill>
        <p:spPr>
          <a:xfrm>
            <a:off x="1042617" y="1193571"/>
            <a:ext cx="9718200" cy="4494667"/>
          </a:xfrm>
          <a:prstGeom prst="rect">
            <a:avLst/>
          </a:prstGeom>
          <a:noFill/>
          <a:ln>
            <a:noFill/>
          </a:ln>
        </p:spPr>
      </p:pic>
      <p:sp>
        <p:nvSpPr>
          <p:cNvPr id="2" name="Footer Placeholder 1">
            <a:extLst>
              <a:ext uri="{FF2B5EF4-FFF2-40B4-BE49-F238E27FC236}">
                <a16:creationId xmlns:a16="http://schemas.microsoft.com/office/drawing/2014/main" id="{3EC8E291-7A81-AABB-A623-A448B1B3FB05}"/>
              </a:ext>
            </a:extLst>
          </p:cNvPr>
          <p:cNvSpPr>
            <a:spLocks noGrp="1"/>
          </p:cNvSpPr>
          <p:nvPr>
            <p:ph type="ftr" idx="11"/>
          </p:nvPr>
        </p:nvSpPr>
        <p:spPr>
          <a:xfrm>
            <a:off x="2638269" y="6404528"/>
            <a:ext cx="6452589" cy="335207"/>
          </a:xfrm>
        </p:spPr>
        <p:txBody>
          <a:bodyPr/>
          <a:lstStyle/>
          <a:p>
            <a:pPr marL="0" marR="0" lvl="0" indent="0" algn="ctr" defTabSz="914400" rtl="0" eaLnBrk="1" fontAlgn="auto" latinLnBrk="0" hangingPunct="1">
              <a:lnSpc>
                <a:spcPct val="100000"/>
              </a:lnSpc>
              <a:spcBef>
                <a:spcPts val="0"/>
              </a:spcBef>
              <a:spcAft>
                <a:spcPts val="0"/>
              </a:spcAft>
              <a:buClrTx/>
              <a:buSzPts val="1400"/>
              <a:buFontTx/>
              <a:buNone/>
              <a:tabLst/>
              <a:defRPr/>
            </a:pPr>
            <a:r>
              <a:rPr kumimoji="0" lang="en-GB" sz="1800" b="0" i="0" u="none" strike="noStrike" kern="1200" cap="none" spc="0" normalizeH="0" baseline="0" noProof="0">
                <a:ln>
                  <a:noFill/>
                </a:ln>
                <a:solidFill>
                  <a:srgbClr val="FFFFFF"/>
                </a:solidFill>
                <a:effectLst/>
                <a:uLnTx/>
                <a:uFillTx/>
                <a:latin typeface="Arial"/>
                <a:ea typeface="+mn-ea"/>
                <a:cs typeface="+mn-cs"/>
              </a:rPr>
              <a:t>Slough and Langley | CCI | UAL | BSc Data Science and AI | 29th January 2025</a:t>
            </a: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3" name="Slide Number Placeholder 2">
            <a:extLst>
              <a:ext uri="{FF2B5EF4-FFF2-40B4-BE49-F238E27FC236}">
                <a16:creationId xmlns:a16="http://schemas.microsoft.com/office/drawing/2014/main" id="{880FB264-EF75-F95A-A016-612B887FC360}"/>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800" b="0" i="0" u="none" strike="noStrike" kern="1200" cap="none" spc="0" normalizeH="0" baseline="0" noProof="0" smtClean="0">
                <a:ln>
                  <a:noFill/>
                </a:ln>
                <a:solidFill>
                  <a:srgbClr val="888888"/>
                </a:solidFill>
                <a:effectLst/>
                <a:uLnTx/>
                <a:uFillTx/>
                <a:latin typeface="Calibri"/>
                <a:cs typeface="Calibri"/>
                <a:sym typeface="Calibri"/>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800" b="0" i="0" u="none" strike="noStrike" kern="1200" cap="none" spc="0" normalizeH="0" baseline="0" noProof="0">
              <a:ln>
                <a:noFill/>
              </a:ln>
              <a:solidFill>
                <a:srgbClr val="888888"/>
              </a:solidFill>
              <a:effectLst/>
              <a:uLnTx/>
              <a:uFillTx/>
              <a:latin typeface="Calibri"/>
              <a:cs typeface="Calibri"/>
              <a:sym typeface="Calibri"/>
            </a:endParaRP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61"/>
        <p:cNvGrpSpPr/>
        <p:nvPr/>
      </p:nvGrpSpPr>
      <p:grpSpPr>
        <a:xfrm>
          <a:off x="0" y="0"/>
          <a:ext cx="0" cy="0"/>
          <a:chOff x="0" y="0"/>
          <a:chExt cx="0" cy="0"/>
        </a:xfrm>
      </p:grpSpPr>
      <p:sp>
        <p:nvSpPr>
          <p:cNvPr id="262" name="Google Shape;262;p18"/>
          <p:cNvSpPr txBox="1"/>
          <p:nvPr/>
        </p:nvSpPr>
        <p:spPr>
          <a:xfrm>
            <a:off x="1154617" y="612929"/>
            <a:ext cx="9718200" cy="646331"/>
          </a:xfrm>
          <a:prstGeom prst="rect">
            <a:avLst/>
          </a:prstGeom>
          <a:noFill/>
          <a:ln>
            <a:noFill/>
          </a:ln>
        </p:spPr>
        <p:txBody>
          <a:bodyPr spcFirstLastPara="1" wrap="square" lIns="0" tIns="0" rIns="0" bIns="0" anchor="t" anchorCtr="0">
            <a:spAutoFit/>
          </a:bodyPr>
          <a:lstStyle/>
          <a:p>
            <a:pPr marL="0" marR="0" lvl="0" indent="0" algn="ctr" defTabSz="609630" rtl="0" eaLnBrk="1" fontAlgn="auto" latinLnBrk="0" hangingPunct="1">
              <a:lnSpc>
                <a:spcPct val="140000"/>
              </a:lnSpc>
              <a:spcBef>
                <a:spcPts val="0"/>
              </a:spcBef>
              <a:spcAft>
                <a:spcPts val="0"/>
              </a:spcAft>
              <a:buClr>
                <a:srgbClr val="000000"/>
              </a:buClr>
              <a:buSzTx/>
              <a:buFontTx/>
              <a:buNone/>
              <a:tabLst/>
              <a:defRPr/>
            </a:pPr>
            <a:endParaRPr kumimoji="0" sz="3000" b="1" i="0" u="none" strike="noStrike" kern="0" cap="none" spc="0" normalizeH="0" baseline="0" noProof="0">
              <a:ln>
                <a:noFill/>
              </a:ln>
              <a:solidFill>
                <a:srgbClr val="FFFFFF"/>
              </a:solidFill>
              <a:effectLst/>
              <a:uLnTx/>
              <a:uFillTx/>
              <a:latin typeface="Inter"/>
              <a:ea typeface="Inter"/>
              <a:cs typeface="Inter"/>
              <a:sym typeface="Inter"/>
            </a:endParaRPr>
          </a:p>
        </p:txBody>
      </p:sp>
      <p:pic>
        <p:nvPicPr>
          <p:cNvPr id="263" name="Google Shape;263;p18"/>
          <p:cNvPicPr preferRelativeResize="0"/>
          <p:nvPr/>
        </p:nvPicPr>
        <p:blipFill>
          <a:blip r:embed="rId3">
            <a:alphaModFix amt="23000"/>
          </a:blip>
          <a:stretch>
            <a:fillRect/>
          </a:stretch>
        </p:blipFill>
        <p:spPr>
          <a:xfrm>
            <a:off x="10031401" y="6404529"/>
            <a:ext cx="1940801" cy="294721"/>
          </a:xfrm>
          <a:prstGeom prst="rect">
            <a:avLst/>
          </a:prstGeom>
          <a:noFill/>
          <a:ln>
            <a:noFill/>
          </a:ln>
        </p:spPr>
      </p:pic>
      <p:sp>
        <p:nvSpPr>
          <p:cNvPr id="265" name="Google Shape;265;p18"/>
          <p:cNvSpPr txBox="1"/>
          <p:nvPr/>
        </p:nvSpPr>
        <p:spPr>
          <a:xfrm>
            <a:off x="1154617" y="612929"/>
            <a:ext cx="9718200" cy="646331"/>
          </a:xfrm>
          <a:prstGeom prst="rect">
            <a:avLst/>
          </a:prstGeom>
          <a:noFill/>
          <a:ln>
            <a:noFill/>
          </a:ln>
        </p:spPr>
        <p:txBody>
          <a:bodyPr spcFirstLastPara="1" wrap="square" lIns="0" tIns="0" rIns="0" bIns="0" anchor="t" anchorCtr="0">
            <a:spAutoFit/>
          </a:bodyPr>
          <a:lstStyle/>
          <a:p>
            <a:pPr marL="0" marR="0" lvl="0" indent="0" algn="ctr" defTabSz="609630" rtl="0" eaLnBrk="1" fontAlgn="auto" latinLnBrk="0" hangingPunct="1">
              <a:lnSpc>
                <a:spcPct val="140000"/>
              </a:lnSpc>
              <a:spcBef>
                <a:spcPts val="0"/>
              </a:spcBef>
              <a:spcAft>
                <a:spcPts val="0"/>
              </a:spcAft>
              <a:buClr>
                <a:srgbClr val="000000"/>
              </a:buClr>
              <a:buSzTx/>
              <a:buFontTx/>
              <a:buNone/>
              <a:tabLst/>
              <a:defRPr/>
            </a:pPr>
            <a:r>
              <a:rPr kumimoji="0" lang="en-US" sz="3000" b="1" i="0" u="none" strike="noStrike" kern="0" cap="none" spc="0" normalizeH="0" baseline="0" noProof="0">
                <a:ln>
                  <a:noFill/>
                </a:ln>
                <a:solidFill>
                  <a:srgbClr val="FFFFFF"/>
                </a:solidFill>
                <a:effectLst/>
                <a:uLnTx/>
                <a:uFillTx/>
                <a:latin typeface="Inter"/>
                <a:ea typeface="Inter"/>
                <a:cs typeface="Inter"/>
                <a:sym typeface="Inter"/>
              </a:rPr>
              <a:t>Let’s start!</a:t>
            </a:r>
            <a:endParaRPr kumimoji="0" sz="3000" b="1" i="0" u="none" strike="noStrike" kern="0" cap="none" spc="0" normalizeH="0" baseline="0" noProof="0">
              <a:ln>
                <a:noFill/>
              </a:ln>
              <a:solidFill>
                <a:srgbClr val="FFFFFF"/>
              </a:solidFill>
              <a:effectLst/>
              <a:uLnTx/>
              <a:uFillTx/>
              <a:latin typeface="Inter"/>
              <a:ea typeface="Inter"/>
              <a:cs typeface="Inter"/>
              <a:sym typeface="Inter"/>
            </a:endParaRPr>
          </a:p>
        </p:txBody>
      </p:sp>
      <p:sp>
        <p:nvSpPr>
          <p:cNvPr id="266" name="Google Shape;266;p18"/>
          <p:cNvSpPr txBox="1"/>
          <p:nvPr/>
        </p:nvSpPr>
        <p:spPr>
          <a:xfrm>
            <a:off x="1154616" y="4306109"/>
            <a:ext cx="4709947" cy="2480679"/>
          </a:xfrm>
          <a:prstGeom prst="rect">
            <a:avLst/>
          </a:prstGeom>
          <a:noFill/>
          <a:ln>
            <a:noFill/>
          </a:ln>
        </p:spPr>
        <p:txBody>
          <a:bodyPr spcFirstLastPara="1" wrap="square" lIns="0" tIns="0" rIns="0" bIns="0" anchor="t" anchorCtr="0">
            <a:spAutoFit/>
          </a:bodyPr>
          <a:lstStyle/>
          <a:p>
            <a:pPr marL="304815" marR="0" lvl="0" indent="-279414" algn="just" defTabSz="609630" rtl="0" eaLnBrk="1" fontAlgn="auto" latinLnBrk="0" hangingPunct="1">
              <a:lnSpc>
                <a:spcPct val="130010"/>
              </a:lnSpc>
              <a:spcBef>
                <a:spcPts val="0"/>
              </a:spcBef>
              <a:spcAft>
                <a:spcPts val="0"/>
              </a:spcAft>
              <a:buClr>
                <a:srgbClr val="000000"/>
              </a:buClr>
              <a:buSzPts val="3000"/>
              <a:buFont typeface="Inter"/>
              <a:buAutoNum type="arabicPeriod"/>
              <a:tabLst/>
              <a:defRPr/>
            </a:pPr>
            <a:endParaRPr kumimoji="0" sz="2000" b="0" i="0" u="none" strike="noStrike" kern="0" cap="none" spc="0" normalizeH="0" baseline="0" noProof="0" dirty="0">
              <a:ln>
                <a:noFill/>
              </a:ln>
              <a:solidFill>
                <a:srgbClr val="FFFFFF"/>
              </a:solidFill>
              <a:effectLst/>
              <a:uLnTx/>
              <a:uFillTx/>
              <a:latin typeface="Inter"/>
              <a:ea typeface="Inter"/>
              <a:cs typeface="Inter"/>
              <a:sym typeface="Inter"/>
            </a:endParaRPr>
          </a:p>
          <a:p>
            <a:pPr marL="25401" marR="0" lvl="0" indent="0" algn="just" defTabSz="609630" rtl="0" eaLnBrk="1" fontAlgn="auto" latinLnBrk="0" hangingPunct="1">
              <a:lnSpc>
                <a:spcPct val="130010"/>
              </a:lnSpc>
              <a:spcBef>
                <a:spcPts val="0"/>
              </a:spcBef>
              <a:spcAft>
                <a:spcPts val="0"/>
              </a:spcAft>
              <a:buClr>
                <a:srgbClr val="4BACC6"/>
              </a:buClr>
              <a:buSzPts val="3000"/>
              <a:buFontTx/>
              <a:buNone/>
              <a:tabLst/>
              <a:defRPr/>
            </a:pPr>
            <a:r>
              <a:rPr kumimoji="0" lang="en-US" sz="2800" b="0" i="0" u="none" strike="noStrike" kern="0" cap="none" spc="0" normalizeH="0" baseline="0" noProof="0" dirty="0">
                <a:ln>
                  <a:noFill/>
                </a:ln>
                <a:solidFill>
                  <a:srgbClr val="4BACC6"/>
                </a:solidFill>
                <a:effectLst/>
                <a:uLnTx/>
                <a:uFillTx/>
                <a:latin typeface="Inter"/>
                <a:ea typeface="Inter"/>
                <a:cs typeface="Inter"/>
                <a:sym typeface="Inter"/>
              </a:rPr>
              <a:t>2. Connect speaker to the speaker OUT using the two jumper cables</a:t>
            </a:r>
            <a:endParaRPr kumimoji="0" sz="2800" b="0" i="0" u="none" strike="noStrike" kern="0" cap="none" spc="0" normalizeH="0" baseline="0" noProof="0" dirty="0">
              <a:ln>
                <a:noFill/>
              </a:ln>
              <a:solidFill>
                <a:srgbClr val="4BACC6"/>
              </a:solidFill>
              <a:effectLst/>
              <a:uLnTx/>
              <a:uFillTx/>
              <a:latin typeface="Inter"/>
              <a:ea typeface="Inter"/>
              <a:cs typeface="Inter"/>
              <a:sym typeface="Inter"/>
            </a:endParaRPr>
          </a:p>
          <a:p>
            <a:pPr marL="0" marR="0" lvl="0" indent="0" algn="just" defTabSz="609630" rtl="0" eaLnBrk="1" fontAlgn="auto" latinLnBrk="0" hangingPunct="1">
              <a:lnSpc>
                <a:spcPct val="130010"/>
              </a:lnSpc>
              <a:spcBef>
                <a:spcPts val="0"/>
              </a:spcBef>
              <a:spcAft>
                <a:spcPts val="0"/>
              </a:spcAft>
              <a:buClr>
                <a:srgbClr val="000000"/>
              </a:buClr>
              <a:buSzTx/>
              <a:buFontTx/>
              <a:buNone/>
              <a:tabLst/>
              <a:defRPr/>
            </a:pPr>
            <a:endParaRPr kumimoji="0" sz="2000" b="0" i="0" u="none" strike="noStrike" kern="0" cap="none" spc="0" normalizeH="0" baseline="0" noProof="0" dirty="0">
              <a:ln>
                <a:noFill/>
              </a:ln>
              <a:solidFill>
                <a:srgbClr val="FFFFFF"/>
              </a:solidFill>
              <a:effectLst/>
              <a:uLnTx/>
              <a:uFillTx/>
              <a:latin typeface="Inter"/>
              <a:ea typeface="Inter"/>
              <a:cs typeface="Inter"/>
              <a:sym typeface="Inter"/>
            </a:endParaRPr>
          </a:p>
        </p:txBody>
      </p:sp>
      <p:pic>
        <p:nvPicPr>
          <p:cNvPr id="267" name="Google Shape;267;p18"/>
          <p:cNvPicPr preferRelativeResize="0"/>
          <p:nvPr/>
        </p:nvPicPr>
        <p:blipFill>
          <a:blip r:embed="rId4">
            <a:alphaModFix/>
          </a:blip>
          <a:stretch>
            <a:fillRect/>
          </a:stretch>
        </p:blipFill>
        <p:spPr>
          <a:xfrm rot="10800000">
            <a:off x="8108589" y="1325867"/>
            <a:ext cx="3061847" cy="4827533"/>
          </a:xfrm>
          <a:prstGeom prst="rect">
            <a:avLst/>
          </a:prstGeom>
          <a:noFill/>
          <a:ln>
            <a:noFill/>
          </a:ln>
        </p:spPr>
      </p:pic>
      <p:cxnSp>
        <p:nvCxnSpPr>
          <p:cNvPr id="268" name="Google Shape;268;p18"/>
          <p:cNvCxnSpPr>
            <a:cxnSpLocks/>
            <a:stCxn id="266" idx="3"/>
            <a:endCxn id="269" idx="0"/>
          </p:cNvCxnSpPr>
          <p:nvPr/>
        </p:nvCxnSpPr>
        <p:spPr>
          <a:xfrm flipV="1">
            <a:off x="5864563" y="1373917"/>
            <a:ext cx="3470954" cy="4172532"/>
          </a:xfrm>
          <a:prstGeom prst="curvedConnector4">
            <a:avLst>
              <a:gd name="adj1" fmla="val 45621"/>
              <a:gd name="adj2" fmla="val 105479"/>
            </a:avLst>
          </a:prstGeom>
          <a:noFill/>
          <a:ln w="76200" cap="flat" cmpd="sng">
            <a:solidFill>
              <a:schemeClr val="accent5"/>
            </a:solidFill>
            <a:prstDash val="solid"/>
            <a:round/>
            <a:headEnd type="none" w="med" len="med"/>
            <a:tailEnd type="triangle" w="med" len="med"/>
          </a:ln>
        </p:spPr>
      </p:cxnSp>
      <p:sp>
        <p:nvSpPr>
          <p:cNvPr id="269" name="Google Shape;269;p18"/>
          <p:cNvSpPr/>
          <p:nvPr/>
        </p:nvSpPr>
        <p:spPr>
          <a:xfrm>
            <a:off x="9031517" y="1373917"/>
            <a:ext cx="608000" cy="461800"/>
          </a:xfrm>
          <a:prstGeom prst="rect">
            <a:avLst/>
          </a:prstGeom>
          <a:noFill/>
          <a:ln w="114300" cap="flat" cmpd="sng">
            <a:solidFill>
              <a:schemeClr val="accent5"/>
            </a:solidFill>
            <a:prstDash val="solid"/>
            <a:round/>
            <a:headEnd type="none" w="sm" len="sm"/>
            <a:tailEnd type="none" w="sm" len="sm"/>
          </a:ln>
        </p:spPr>
        <p:txBody>
          <a:bodyPr spcFirstLastPara="1" wrap="square" lIns="60950" tIns="60950" rIns="60950" bIns="60950" anchor="ctr" anchorCtr="0">
            <a:noAutofit/>
          </a:bodyPr>
          <a:lstStyle/>
          <a:p>
            <a:pPr marL="0" marR="0" lvl="0" indent="0" algn="ctr" defTabSz="609630" rtl="0" eaLnBrk="1" fontAlgn="auto" latinLnBrk="0" hangingPunct="1">
              <a:lnSpc>
                <a:spcPct val="100000"/>
              </a:lnSpc>
              <a:spcBef>
                <a:spcPts val="0"/>
              </a:spcBef>
              <a:spcAft>
                <a:spcPts val="0"/>
              </a:spcAft>
              <a:buClr>
                <a:srgbClr val="000000"/>
              </a:buClr>
              <a:buSzTx/>
              <a:buFontTx/>
              <a:buNone/>
              <a:tabLst/>
              <a:defRPr/>
            </a:pPr>
            <a:endParaRPr kumimoji="0" sz="933" b="0" i="0" u="none" strike="noStrike" kern="0" cap="none" spc="0" normalizeH="0" baseline="0" noProof="0">
              <a:ln>
                <a:noFill/>
              </a:ln>
              <a:solidFill>
                <a:srgbClr val="000000"/>
              </a:solidFill>
              <a:effectLst/>
              <a:uLnTx/>
              <a:uFillTx/>
              <a:latin typeface="Inter"/>
              <a:ea typeface="Inter"/>
              <a:cs typeface="Inter"/>
              <a:sym typeface="Inter"/>
            </a:endParaRPr>
          </a:p>
        </p:txBody>
      </p:sp>
      <p:cxnSp>
        <p:nvCxnSpPr>
          <p:cNvPr id="270" name="Google Shape;270;p18"/>
          <p:cNvCxnSpPr>
            <a:cxnSpLocks/>
            <a:stCxn id="271" idx="3"/>
          </p:cNvCxnSpPr>
          <p:nvPr/>
        </p:nvCxnSpPr>
        <p:spPr>
          <a:xfrm>
            <a:off x="7196597" y="2933929"/>
            <a:ext cx="1592270" cy="2906021"/>
          </a:xfrm>
          <a:prstGeom prst="curvedConnector2">
            <a:avLst/>
          </a:prstGeom>
          <a:noFill/>
          <a:ln w="76200" cap="flat" cmpd="sng">
            <a:solidFill>
              <a:schemeClr val="accent4"/>
            </a:solidFill>
            <a:prstDash val="solid"/>
            <a:round/>
            <a:headEnd type="none" w="med" len="med"/>
            <a:tailEnd type="triangle" w="med" len="med"/>
          </a:ln>
        </p:spPr>
      </p:cxnSp>
      <p:sp>
        <p:nvSpPr>
          <p:cNvPr id="271" name="Google Shape;271;p18"/>
          <p:cNvSpPr txBox="1"/>
          <p:nvPr/>
        </p:nvSpPr>
        <p:spPr>
          <a:xfrm>
            <a:off x="1154616" y="1472000"/>
            <a:ext cx="6041981" cy="2923857"/>
          </a:xfrm>
          <a:prstGeom prst="rect">
            <a:avLst/>
          </a:prstGeom>
          <a:noFill/>
          <a:ln>
            <a:noFill/>
          </a:ln>
        </p:spPr>
        <p:txBody>
          <a:bodyPr spcFirstLastPara="1" wrap="square" lIns="60950" tIns="60950" rIns="60950" bIns="60950" anchor="t" anchorCtr="0">
            <a:spAutoFit/>
          </a:bodyPr>
          <a:lstStyle/>
          <a:p>
            <a:pPr marL="25401" marR="0" lvl="0" indent="0" algn="just" defTabSz="609630" rtl="0" eaLnBrk="1" fontAlgn="auto" latinLnBrk="0" hangingPunct="1">
              <a:lnSpc>
                <a:spcPct val="130010"/>
              </a:lnSpc>
              <a:spcBef>
                <a:spcPts val="0"/>
              </a:spcBef>
              <a:spcAft>
                <a:spcPts val="0"/>
              </a:spcAft>
              <a:buClr>
                <a:srgbClr val="8064A2"/>
              </a:buClr>
              <a:buSzPts val="3000"/>
              <a:buFontTx/>
              <a:buNone/>
              <a:tabLst/>
              <a:defRPr/>
            </a:pPr>
            <a:r>
              <a:rPr kumimoji="0" lang="en-US" sz="2800" b="0" i="0" u="none" strike="noStrike" kern="0" cap="none" spc="0" normalizeH="0" baseline="0" noProof="0" dirty="0">
                <a:ln>
                  <a:noFill/>
                </a:ln>
                <a:solidFill>
                  <a:srgbClr val="8064A2"/>
                </a:solidFill>
                <a:effectLst/>
                <a:uLnTx/>
                <a:uFillTx/>
                <a:latin typeface="Inter"/>
                <a:ea typeface="Inter"/>
                <a:cs typeface="Inter"/>
                <a:sym typeface="Inter"/>
              </a:rPr>
              <a:t>1. Connect your Bela unit to your computer using the appropriate USB cable and wait for it to boot up. When BELA is ready the </a:t>
            </a:r>
            <a:r>
              <a:rPr kumimoji="0" lang="en-US" sz="2800" b="0" i="0" u="none" strike="noStrike" kern="0" cap="none" spc="0" normalizeH="0" baseline="0" noProof="0" dirty="0">
                <a:ln>
                  <a:noFill/>
                </a:ln>
                <a:solidFill>
                  <a:srgbClr val="00B0F0"/>
                </a:solidFill>
                <a:effectLst/>
                <a:uLnTx/>
                <a:uFillTx/>
                <a:latin typeface="Inter"/>
                <a:ea typeface="Inter"/>
                <a:cs typeface="Inter"/>
                <a:sym typeface="Inter"/>
              </a:rPr>
              <a:t>blue LEDs </a:t>
            </a:r>
            <a:r>
              <a:rPr kumimoji="0" lang="en-US" sz="2800" b="0" i="0" u="none" strike="noStrike" kern="0" cap="none" spc="0" normalizeH="0" baseline="0" noProof="0" dirty="0">
                <a:ln>
                  <a:noFill/>
                </a:ln>
                <a:solidFill>
                  <a:srgbClr val="8064A2"/>
                </a:solidFill>
                <a:effectLst/>
                <a:uLnTx/>
                <a:uFillTx/>
                <a:latin typeface="Inter"/>
                <a:ea typeface="Inter"/>
                <a:cs typeface="Inter"/>
                <a:sym typeface="Inter"/>
              </a:rPr>
              <a:t>will blink in a heartbeat pattern.</a:t>
            </a:r>
            <a:endParaRPr kumimoji="0" sz="2800" b="0" i="0" u="none" strike="noStrike" kern="0" cap="none" spc="0" normalizeH="0" baseline="0" noProof="0" dirty="0">
              <a:ln>
                <a:noFill/>
              </a:ln>
              <a:solidFill>
                <a:srgbClr val="8064A2"/>
              </a:solidFill>
              <a:effectLst/>
              <a:uLnTx/>
              <a:uFillTx/>
              <a:latin typeface="Arial"/>
              <a:ea typeface="+mn-ea"/>
              <a:cs typeface="Arial"/>
              <a:sym typeface="Arial"/>
            </a:endParaRPr>
          </a:p>
        </p:txBody>
      </p:sp>
      <p:sp>
        <p:nvSpPr>
          <p:cNvPr id="2" name="Footer Placeholder 1">
            <a:extLst>
              <a:ext uri="{FF2B5EF4-FFF2-40B4-BE49-F238E27FC236}">
                <a16:creationId xmlns:a16="http://schemas.microsoft.com/office/drawing/2014/main" id="{C0C24202-0C67-FA3E-DA32-954ECBE5A51D}"/>
              </a:ext>
            </a:extLst>
          </p:cNvPr>
          <p:cNvSpPr>
            <a:spLocks noGrp="1"/>
          </p:cNvSpPr>
          <p:nvPr>
            <p:ph type="ftr" idx="11"/>
          </p:nvPr>
        </p:nvSpPr>
        <p:spPr>
          <a:xfrm>
            <a:off x="2638269" y="6404528"/>
            <a:ext cx="6452589" cy="335207"/>
          </a:xfrm>
        </p:spPr>
        <p:txBody>
          <a:bodyPr/>
          <a:lstStyle/>
          <a:p>
            <a:pPr marL="0" marR="0" lvl="0" indent="0" algn="ctr" defTabSz="914400" rtl="0" eaLnBrk="1" fontAlgn="auto" latinLnBrk="0" hangingPunct="1">
              <a:lnSpc>
                <a:spcPct val="100000"/>
              </a:lnSpc>
              <a:spcBef>
                <a:spcPts val="0"/>
              </a:spcBef>
              <a:spcAft>
                <a:spcPts val="0"/>
              </a:spcAft>
              <a:buClrTx/>
              <a:buSzPts val="1400"/>
              <a:buFontTx/>
              <a:buNone/>
              <a:tabLst/>
              <a:defRPr/>
            </a:pPr>
            <a:r>
              <a:rPr kumimoji="0" lang="en-GB" sz="1800" b="0" i="0" u="none" strike="noStrike" kern="1200" cap="none" spc="0" normalizeH="0" baseline="0" noProof="0">
                <a:ln>
                  <a:noFill/>
                </a:ln>
                <a:solidFill>
                  <a:srgbClr val="FFFFFF"/>
                </a:solidFill>
                <a:effectLst/>
                <a:uLnTx/>
                <a:uFillTx/>
                <a:latin typeface="Arial"/>
                <a:ea typeface="+mn-ea"/>
                <a:cs typeface="+mn-cs"/>
              </a:rPr>
              <a:t>Slough and Langley | CCI | UAL | BSc Data Science and AI | 29th January 2025</a:t>
            </a: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3" name="Slide Number Placeholder 2">
            <a:extLst>
              <a:ext uri="{FF2B5EF4-FFF2-40B4-BE49-F238E27FC236}">
                <a16:creationId xmlns:a16="http://schemas.microsoft.com/office/drawing/2014/main" id="{691CBCDD-D196-B336-01C0-6D1B34BEC6B1}"/>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800" b="0" i="0" u="none" strike="noStrike" kern="1200" cap="none" spc="0" normalizeH="0" baseline="0" noProof="0" smtClean="0">
                <a:ln>
                  <a:noFill/>
                </a:ln>
                <a:solidFill>
                  <a:srgbClr val="888888"/>
                </a:solidFill>
                <a:effectLst/>
                <a:uLnTx/>
                <a:uFillTx/>
                <a:latin typeface="Calibri"/>
                <a:cs typeface="Calibri"/>
                <a:sym typeface="Calibri"/>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800" b="0" i="0" u="none" strike="noStrike" kern="1200" cap="none" spc="0" normalizeH="0" baseline="0" noProof="0">
              <a:ln>
                <a:noFill/>
              </a:ln>
              <a:solidFill>
                <a:srgbClr val="888888"/>
              </a:solidFill>
              <a:effectLst/>
              <a:uLnTx/>
              <a:uFillTx/>
              <a:latin typeface="Calibri"/>
              <a:cs typeface="Calibri"/>
              <a:sym typeface="Calibri"/>
            </a:endParaRP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75"/>
        <p:cNvGrpSpPr/>
        <p:nvPr/>
      </p:nvGrpSpPr>
      <p:grpSpPr>
        <a:xfrm>
          <a:off x="0" y="0"/>
          <a:ext cx="0" cy="0"/>
          <a:chOff x="0" y="0"/>
          <a:chExt cx="0" cy="0"/>
        </a:xfrm>
      </p:grpSpPr>
      <p:sp>
        <p:nvSpPr>
          <p:cNvPr id="276" name="Google Shape;276;p19"/>
          <p:cNvSpPr txBox="1"/>
          <p:nvPr/>
        </p:nvSpPr>
        <p:spPr>
          <a:xfrm>
            <a:off x="1154617" y="612929"/>
            <a:ext cx="9718200" cy="646331"/>
          </a:xfrm>
          <a:prstGeom prst="rect">
            <a:avLst/>
          </a:prstGeom>
          <a:noFill/>
          <a:ln>
            <a:noFill/>
          </a:ln>
        </p:spPr>
        <p:txBody>
          <a:bodyPr spcFirstLastPara="1" wrap="square" lIns="0" tIns="0" rIns="0" bIns="0" anchor="t" anchorCtr="0">
            <a:spAutoFit/>
          </a:bodyPr>
          <a:lstStyle/>
          <a:p>
            <a:pPr marL="0" marR="0" lvl="0" indent="0" algn="ctr" defTabSz="609630" rtl="0" eaLnBrk="1" fontAlgn="auto" latinLnBrk="0" hangingPunct="1">
              <a:lnSpc>
                <a:spcPct val="140000"/>
              </a:lnSpc>
              <a:spcBef>
                <a:spcPts val="0"/>
              </a:spcBef>
              <a:spcAft>
                <a:spcPts val="0"/>
              </a:spcAft>
              <a:buClr>
                <a:srgbClr val="000000"/>
              </a:buClr>
              <a:buSzTx/>
              <a:buFontTx/>
              <a:buNone/>
              <a:tabLst/>
              <a:defRPr/>
            </a:pPr>
            <a:endParaRPr kumimoji="0" sz="3000" b="1" i="0" u="none" strike="noStrike" kern="0" cap="none" spc="0" normalizeH="0" baseline="0" noProof="0">
              <a:ln>
                <a:noFill/>
              </a:ln>
              <a:solidFill>
                <a:srgbClr val="FFFFFF"/>
              </a:solidFill>
              <a:effectLst/>
              <a:uLnTx/>
              <a:uFillTx/>
              <a:latin typeface="Inter"/>
              <a:ea typeface="Inter"/>
              <a:cs typeface="Inter"/>
              <a:sym typeface="Inter"/>
            </a:endParaRPr>
          </a:p>
        </p:txBody>
      </p:sp>
      <p:pic>
        <p:nvPicPr>
          <p:cNvPr id="277" name="Google Shape;277;p19"/>
          <p:cNvPicPr preferRelativeResize="0"/>
          <p:nvPr/>
        </p:nvPicPr>
        <p:blipFill>
          <a:blip r:embed="rId3">
            <a:alphaModFix amt="23000"/>
          </a:blip>
          <a:stretch>
            <a:fillRect/>
          </a:stretch>
        </p:blipFill>
        <p:spPr>
          <a:xfrm>
            <a:off x="10031401" y="6404529"/>
            <a:ext cx="1940801" cy="294721"/>
          </a:xfrm>
          <a:prstGeom prst="rect">
            <a:avLst/>
          </a:prstGeom>
          <a:noFill/>
          <a:ln>
            <a:noFill/>
          </a:ln>
        </p:spPr>
      </p:pic>
      <p:sp>
        <p:nvSpPr>
          <p:cNvPr id="279" name="Google Shape;279;p19"/>
          <p:cNvSpPr txBox="1"/>
          <p:nvPr/>
        </p:nvSpPr>
        <p:spPr>
          <a:xfrm>
            <a:off x="592867" y="635450"/>
            <a:ext cx="6663000" cy="923309"/>
          </a:xfrm>
          <a:prstGeom prst="rect">
            <a:avLst/>
          </a:prstGeom>
          <a:noFill/>
          <a:ln>
            <a:noFill/>
          </a:ln>
        </p:spPr>
        <p:txBody>
          <a:bodyPr spcFirstLastPara="1" wrap="square" lIns="60950" tIns="60950" rIns="60950" bIns="60950" anchor="t" anchorCtr="0">
            <a:spAutoFit/>
          </a:bodyPr>
          <a:lstStyle/>
          <a:p>
            <a:pPr marL="0" marR="0" lvl="0" indent="0" algn="just" defTabSz="609630" rtl="0" eaLnBrk="1" fontAlgn="auto" latinLnBrk="0" hangingPunct="1">
              <a:lnSpc>
                <a:spcPct val="130010"/>
              </a:lnSpc>
              <a:spcBef>
                <a:spcPts val="0"/>
              </a:spcBef>
              <a:spcAft>
                <a:spcPts val="0"/>
              </a:spcAft>
              <a:buClr>
                <a:srgbClr val="000000"/>
              </a:buClr>
              <a:buSzTx/>
              <a:buFontTx/>
              <a:buNone/>
              <a:tabLst/>
              <a:defRPr/>
            </a:pPr>
            <a:r>
              <a:rPr kumimoji="0" lang="en-US" sz="2000" b="0" i="0" u="none" strike="noStrike" kern="0" cap="none" spc="0" normalizeH="0" baseline="0" noProof="0" dirty="0">
                <a:ln>
                  <a:noFill/>
                </a:ln>
                <a:solidFill>
                  <a:srgbClr val="FFFFFF"/>
                </a:solidFill>
                <a:effectLst/>
                <a:uLnTx/>
                <a:uFillTx/>
                <a:latin typeface="Inter"/>
                <a:ea typeface="Inter"/>
                <a:cs typeface="Inter"/>
                <a:sym typeface="Inter"/>
              </a:rPr>
              <a:t>3. Go to </a:t>
            </a:r>
            <a:r>
              <a:rPr kumimoji="0" lang="en-US" sz="2000" b="0" i="0" u="sng" strike="noStrike" kern="0" cap="none" spc="0" normalizeH="0" baseline="0" noProof="0" dirty="0">
                <a:ln>
                  <a:noFill/>
                </a:ln>
                <a:solidFill>
                  <a:srgbClr val="4BACC6"/>
                </a:solidFill>
                <a:effectLst/>
                <a:uLnTx/>
                <a:uFillTx/>
                <a:latin typeface="Inter"/>
                <a:ea typeface="Inter"/>
                <a:cs typeface="Inter"/>
                <a:sym typeface="Inter"/>
                <a:hlinkClick r:id="rId4">
                  <a:extLst>
                    <a:ext uri="{A12FA001-AC4F-418D-AE19-62706E023703}">
                      <ahyp:hlinkClr xmlns:ahyp="http://schemas.microsoft.com/office/drawing/2018/hyperlinkcolor" val="tx"/>
                    </a:ext>
                  </a:extLst>
                </a:hlinkClick>
              </a:rPr>
              <a:t>http://bela.local</a:t>
            </a:r>
            <a:endParaRPr kumimoji="0" sz="2000" b="0" i="0" u="none" strike="noStrike" kern="0" cap="none" spc="0" normalizeH="0" baseline="0" noProof="0" dirty="0">
              <a:ln>
                <a:noFill/>
              </a:ln>
              <a:solidFill>
                <a:srgbClr val="4BACC6"/>
              </a:solidFill>
              <a:effectLst/>
              <a:uLnTx/>
              <a:uFillTx/>
              <a:latin typeface="Inter"/>
              <a:ea typeface="Inter"/>
              <a:cs typeface="Inter"/>
              <a:sym typeface="Inter"/>
            </a:endParaRPr>
          </a:p>
          <a:p>
            <a:pPr marL="914446" marR="0" lvl="0" indent="304815" algn="just" defTabSz="609630" rtl="0" eaLnBrk="1" fontAlgn="auto" latinLnBrk="0" hangingPunct="1">
              <a:lnSpc>
                <a:spcPct val="130010"/>
              </a:lnSpc>
              <a:spcBef>
                <a:spcPts val="0"/>
              </a:spcBef>
              <a:spcAft>
                <a:spcPts val="0"/>
              </a:spcAft>
              <a:buClr>
                <a:srgbClr val="000000"/>
              </a:buClr>
              <a:buSzTx/>
              <a:buFontTx/>
              <a:buNone/>
              <a:tabLst/>
              <a:defRPr/>
            </a:pPr>
            <a:r>
              <a:rPr kumimoji="0" lang="en-US" sz="2000" b="0" i="0" u="none" strike="noStrike" kern="0" cap="none" spc="0" normalizeH="0" baseline="0" noProof="0" dirty="0">
                <a:ln>
                  <a:noFill/>
                </a:ln>
                <a:solidFill>
                  <a:srgbClr val="FFFFFF"/>
                </a:solidFill>
                <a:effectLst/>
                <a:uLnTx/>
                <a:uFillTx/>
                <a:latin typeface="Inter"/>
                <a:ea typeface="Inter"/>
                <a:cs typeface="Inter"/>
                <a:sym typeface="Inter"/>
              </a:rPr>
              <a:t>      You should see something like this:</a:t>
            </a:r>
            <a:endParaRPr kumimoji="0" sz="2000" b="0" i="0" u="none" strike="noStrike" kern="0" cap="none" spc="0" normalizeH="0" baseline="0" noProof="0" dirty="0">
              <a:ln>
                <a:noFill/>
              </a:ln>
              <a:solidFill>
                <a:srgbClr val="FFFFFF"/>
              </a:solidFill>
              <a:effectLst/>
              <a:uLnTx/>
              <a:uFillTx/>
              <a:latin typeface="Inter"/>
              <a:ea typeface="Inter"/>
              <a:cs typeface="Inter"/>
              <a:sym typeface="Inter"/>
            </a:endParaRPr>
          </a:p>
        </p:txBody>
      </p:sp>
      <p:pic>
        <p:nvPicPr>
          <p:cNvPr id="280" name="Google Shape;280;p19"/>
          <p:cNvPicPr preferRelativeResize="0"/>
          <p:nvPr/>
        </p:nvPicPr>
        <p:blipFill>
          <a:blip r:embed="rId5">
            <a:alphaModFix/>
          </a:blip>
          <a:stretch>
            <a:fillRect/>
          </a:stretch>
        </p:blipFill>
        <p:spPr>
          <a:xfrm>
            <a:off x="2292350" y="1656833"/>
            <a:ext cx="7607300" cy="4165600"/>
          </a:xfrm>
          <a:prstGeom prst="rect">
            <a:avLst/>
          </a:prstGeom>
          <a:noFill/>
          <a:ln>
            <a:noFill/>
          </a:ln>
        </p:spPr>
      </p:pic>
      <p:sp>
        <p:nvSpPr>
          <p:cNvPr id="2" name="Footer Placeholder 1">
            <a:extLst>
              <a:ext uri="{FF2B5EF4-FFF2-40B4-BE49-F238E27FC236}">
                <a16:creationId xmlns:a16="http://schemas.microsoft.com/office/drawing/2014/main" id="{70DCEEC7-7C5C-0A6B-3F07-B2C1154FFB18}"/>
              </a:ext>
            </a:extLst>
          </p:cNvPr>
          <p:cNvSpPr>
            <a:spLocks noGrp="1"/>
          </p:cNvSpPr>
          <p:nvPr>
            <p:ph type="ftr" idx="11"/>
          </p:nvPr>
        </p:nvSpPr>
        <p:spPr>
          <a:xfrm>
            <a:off x="2638269" y="6404528"/>
            <a:ext cx="6452589" cy="335207"/>
          </a:xfrm>
        </p:spPr>
        <p:txBody>
          <a:bodyPr/>
          <a:lstStyle/>
          <a:p>
            <a:pPr marL="0" marR="0" lvl="0" indent="0" algn="ctr" defTabSz="914400" rtl="0" eaLnBrk="1" fontAlgn="auto" latinLnBrk="0" hangingPunct="1">
              <a:lnSpc>
                <a:spcPct val="100000"/>
              </a:lnSpc>
              <a:spcBef>
                <a:spcPts val="0"/>
              </a:spcBef>
              <a:spcAft>
                <a:spcPts val="0"/>
              </a:spcAft>
              <a:buClrTx/>
              <a:buSzPts val="1400"/>
              <a:buFontTx/>
              <a:buNone/>
              <a:tabLst/>
              <a:defRPr/>
            </a:pPr>
            <a:r>
              <a:rPr kumimoji="0" lang="en-GB" sz="1800" b="0" i="0" u="none" strike="noStrike" kern="1200" cap="none" spc="0" normalizeH="0" baseline="0" noProof="0">
                <a:ln>
                  <a:noFill/>
                </a:ln>
                <a:solidFill>
                  <a:srgbClr val="FFFFFF"/>
                </a:solidFill>
                <a:effectLst/>
                <a:uLnTx/>
                <a:uFillTx/>
                <a:latin typeface="Arial"/>
                <a:ea typeface="+mn-ea"/>
                <a:cs typeface="+mn-cs"/>
              </a:rPr>
              <a:t>Slough and Langley | CCI | UAL | BSc Data Science and AI | 29th January 2025</a:t>
            </a: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3" name="Slide Number Placeholder 2">
            <a:extLst>
              <a:ext uri="{FF2B5EF4-FFF2-40B4-BE49-F238E27FC236}">
                <a16:creationId xmlns:a16="http://schemas.microsoft.com/office/drawing/2014/main" id="{DD0DB579-7746-7B89-3225-3DF85F90AE41}"/>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800" b="0" i="0" u="none" strike="noStrike" kern="1200" cap="none" spc="0" normalizeH="0" baseline="0" noProof="0" smtClean="0">
                <a:ln>
                  <a:noFill/>
                </a:ln>
                <a:solidFill>
                  <a:srgbClr val="888888"/>
                </a:solidFill>
                <a:effectLst/>
                <a:uLnTx/>
                <a:uFillTx/>
                <a:latin typeface="Calibri"/>
                <a:cs typeface="Calibri"/>
                <a:sym typeface="Calibri"/>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800" b="0" i="0" u="none" strike="noStrike" kern="1200" cap="none" spc="0" normalizeH="0" baseline="0" noProof="0">
              <a:ln>
                <a:noFill/>
              </a:ln>
              <a:solidFill>
                <a:srgbClr val="888888"/>
              </a:solidFill>
              <a:effectLst/>
              <a:uLnTx/>
              <a:uFillTx/>
              <a:latin typeface="Calibri"/>
              <a:cs typeface="Calibri"/>
              <a:sym typeface="Calibri"/>
            </a:endParaRPr>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84"/>
        <p:cNvGrpSpPr/>
        <p:nvPr/>
      </p:nvGrpSpPr>
      <p:grpSpPr>
        <a:xfrm>
          <a:off x="0" y="0"/>
          <a:ext cx="0" cy="0"/>
          <a:chOff x="0" y="0"/>
          <a:chExt cx="0" cy="0"/>
        </a:xfrm>
      </p:grpSpPr>
      <p:sp>
        <p:nvSpPr>
          <p:cNvPr id="285" name="Google Shape;285;p20"/>
          <p:cNvSpPr txBox="1"/>
          <p:nvPr/>
        </p:nvSpPr>
        <p:spPr>
          <a:xfrm>
            <a:off x="1154617" y="612929"/>
            <a:ext cx="9718200" cy="646331"/>
          </a:xfrm>
          <a:prstGeom prst="rect">
            <a:avLst/>
          </a:prstGeom>
          <a:noFill/>
          <a:ln>
            <a:noFill/>
          </a:ln>
        </p:spPr>
        <p:txBody>
          <a:bodyPr spcFirstLastPara="1" wrap="square" lIns="0" tIns="0" rIns="0" bIns="0" anchor="t" anchorCtr="0">
            <a:spAutoFit/>
          </a:bodyPr>
          <a:lstStyle/>
          <a:p>
            <a:pPr marL="0" marR="0" lvl="0" indent="0" algn="ctr" defTabSz="609630" rtl="0" eaLnBrk="1" fontAlgn="auto" latinLnBrk="0" hangingPunct="1">
              <a:lnSpc>
                <a:spcPct val="140000"/>
              </a:lnSpc>
              <a:spcBef>
                <a:spcPts val="0"/>
              </a:spcBef>
              <a:spcAft>
                <a:spcPts val="0"/>
              </a:spcAft>
              <a:buClr>
                <a:srgbClr val="000000"/>
              </a:buClr>
              <a:buSzTx/>
              <a:buFontTx/>
              <a:buNone/>
              <a:tabLst/>
              <a:defRPr/>
            </a:pPr>
            <a:endParaRPr kumimoji="0" sz="3000" b="1" i="0" u="none" strike="noStrike" kern="0" cap="none" spc="0" normalizeH="0" baseline="0" noProof="0">
              <a:ln>
                <a:noFill/>
              </a:ln>
              <a:solidFill>
                <a:srgbClr val="FFFFFF"/>
              </a:solidFill>
              <a:effectLst/>
              <a:uLnTx/>
              <a:uFillTx/>
              <a:latin typeface="Inter"/>
              <a:ea typeface="Inter"/>
              <a:cs typeface="Inter"/>
              <a:sym typeface="Inter"/>
            </a:endParaRPr>
          </a:p>
        </p:txBody>
      </p:sp>
      <p:pic>
        <p:nvPicPr>
          <p:cNvPr id="286" name="Google Shape;286;p20"/>
          <p:cNvPicPr preferRelativeResize="0"/>
          <p:nvPr/>
        </p:nvPicPr>
        <p:blipFill>
          <a:blip r:embed="rId3">
            <a:alphaModFix amt="23000"/>
          </a:blip>
          <a:stretch>
            <a:fillRect/>
          </a:stretch>
        </p:blipFill>
        <p:spPr>
          <a:xfrm>
            <a:off x="10031401" y="6404529"/>
            <a:ext cx="1940801" cy="294721"/>
          </a:xfrm>
          <a:prstGeom prst="rect">
            <a:avLst/>
          </a:prstGeom>
          <a:noFill/>
          <a:ln>
            <a:noFill/>
          </a:ln>
        </p:spPr>
      </p:pic>
      <p:sp>
        <p:nvSpPr>
          <p:cNvPr id="288" name="Google Shape;288;p20"/>
          <p:cNvSpPr txBox="1"/>
          <p:nvPr/>
        </p:nvSpPr>
        <p:spPr>
          <a:xfrm>
            <a:off x="1738859" y="1232300"/>
            <a:ext cx="9298524" cy="4658050"/>
          </a:xfrm>
          <a:prstGeom prst="rect">
            <a:avLst/>
          </a:prstGeom>
          <a:noFill/>
          <a:ln>
            <a:noFill/>
          </a:ln>
        </p:spPr>
        <p:txBody>
          <a:bodyPr spcFirstLastPara="1" wrap="square" lIns="60950" tIns="60950" rIns="60950" bIns="60950" anchor="t" anchorCtr="0">
            <a:spAutoFit/>
          </a:bodyPr>
          <a:lstStyle/>
          <a:p>
            <a:pPr marL="0" marR="0" lvl="0" indent="0" algn="just" defTabSz="609630" rtl="0" eaLnBrk="1" fontAlgn="auto" latinLnBrk="0" hangingPunct="1">
              <a:lnSpc>
                <a:spcPct val="130010"/>
              </a:lnSpc>
              <a:spcBef>
                <a:spcPts val="0"/>
              </a:spcBef>
              <a:spcAft>
                <a:spcPts val="0"/>
              </a:spcAft>
              <a:buClr>
                <a:srgbClr val="000000"/>
              </a:buClr>
              <a:buSzTx/>
              <a:buFontTx/>
              <a:buNone/>
              <a:tabLst/>
              <a:defRPr/>
            </a:pPr>
            <a:r>
              <a:rPr kumimoji="0" lang="en-US" sz="3334" b="0" i="0" u="none" strike="noStrike" kern="0" cap="none" spc="0" normalizeH="0" baseline="0" noProof="0" dirty="0">
                <a:ln>
                  <a:noFill/>
                </a:ln>
                <a:solidFill>
                  <a:srgbClr val="FFFFFF"/>
                </a:solidFill>
                <a:effectLst/>
                <a:uLnTx/>
                <a:uFillTx/>
                <a:latin typeface="Inter"/>
                <a:ea typeface="Inter"/>
                <a:cs typeface="Inter"/>
                <a:sym typeface="Inter"/>
              </a:rPr>
              <a:t>Let’s explore some examples:</a:t>
            </a:r>
            <a:endParaRPr kumimoji="0" sz="3334" b="0" i="0" u="none" strike="noStrike" kern="0" cap="none" spc="0" normalizeH="0" baseline="0" noProof="0" dirty="0">
              <a:ln>
                <a:noFill/>
              </a:ln>
              <a:solidFill>
                <a:srgbClr val="FFFFFF"/>
              </a:solidFill>
              <a:effectLst/>
              <a:uLnTx/>
              <a:uFillTx/>
              <a:latin typeface="Inter"/>
              <a:ea typeface="Inter"/>
              <a:cs typeface="Inter"/>
              <a:sym typeface="Inter"/>
            </a:endParaRPr>
          </a:p>
          <a:p>
            <a:pPr marL="0" marR="0" lvl="0" indent="0" algn="just" defTabSz="609630" rtl="0" eaLnBrk="1" fontAlgn="auto" latinLnBrk="0" hangingPunct="1">
              <a:lnSpc>
                <a:spcPct val="130010"/>
              </a:lnSpc>
              <a:spcBef>
                <a:spcPts val="0"/>
              </a:spcBef>
              <a:spcAft>
                <a:spcPts val="0"/>
              </a:spcAft>
              <a:buClr>
                <a:srgbClr val="000000"/>
              </a:buClr>
              <a:buSzTx/>
              <a:buFontTx/>
              <a:buNone/>
              <a:tabLst/>
              <a:defRPr/>
            </a:pPr>
            <a:endParaRPr kumimoji="0" sz="3334" b="0" i="0" u="none" strike="noStrike" kern="0" cap="none" spc="0" normalizeH="0" baseline="0" noProof="0" dirty="0">
              <a:ln>
                <a:noFill/>
              </a:ln>
              <a:solidFill>
                <a:srgbClr val="FFFFFF"/>
              </a:solidFill>
              <a:effectLst/>
              <a:uLnTx/>
              <a:uFillTx/>
              <a:latin typeface="Inter"/>
              <a:ea typeface="Inter"/>
              <a:cs typeface="Inter"/>
              <a:sym typeface="Inter"/>
            </a:endParaRPr>
          </a:p>
          <a:p>
            <a:pPr marL="25401" marR="0" lvl="0" indent="0" algn="just" defTabSz="609630" rtl="0" eaLnBrk="1" fontAlgn="auto" latinLnBrk="0" hangingPunct="1">
              <a:lnSpc>
                <a:spcPct val="130010"/>
              </a:lnSpc>
              <a:spcBef>
                <a:spcPts val="0"/>
              </a:spcBef>
              <a:spcAft>
                <a:spcPts val="0"/>
              </a:spcAft>
              <a:buClr>
                <a:srgbClr val="FFFFFF"/>
              </a:buClr>
              <a:buSzPts val="3000"/>
              <a:buFontTx/>
              <a:buNone/>
              <a:tabLst/>
              <a:defRPr/>
            </a:pPr>
            <a:r>
              <a:rPr kumimoji="0" lang="en-US" sz="2800" b="0" i="0" u="none" strike="noStrike" kern="0" cap="none" spc="0" normalizeH="0" baseline="0" noProof="0" dirty="0">
                <a:ln>
                  <a:noFill/>
                </a:ln>
                <a:solidFill>
                  <a:srgbClr val="FFFFFF"/>
                </a:solidFill>
                <a:effectLst/>
                <a:uLnTx/>
                <a:uFillTx/>
                <a:latin typeface="Inter"/>
                <a:ea typeface="Inter"/>
                <a:cs typeface="Inter"/>
                <a:sym typeface="Inter"/>
              </a:rPr>
              <a:t>Using sensors: </a:t>
            </a:r>
          </a:p>
          <a:p>
            <a:pPr marL="304815" marR="0" lvl="0" indent="-279414" algn="just" defTabSz="609630" rtl="0" eaLnBrk="1" fontAlgn="auto" latinLnBrk="0" hangingPunct="1">
              <a:lnSpc>
                <a:spcPct val="130010"/>
              </a:lnSpc>
              <a:spcBef>
                <a:spcPts val="0"/>
              </a:spcBef>
              <a:spcAft>
                <a:spcPts val="0"/>
              </a:spcAft>
              <a:buClr>
                <a:srgbClr val="FFFFFF"/>
              </a:buClr>
              <a:buSzPts val="3000"/>
              <a:buFont typeface="Inter"/>
              <a:buAutoNum type="arabicPeriod"/>
              <a:tabLst/>
              <a:defRPr/>
            </a:pPr>
            <a:r>
              <a:rPr kumimoji="0" lang="en-US" sz="2800" b="0" i="0" u="none" strike="noStrike" kern="0" cap="none" spc="0" normalizeH="0" baseline="0" noProof="0" dirty="0">
                <a:ln>
                  <a:noFill/>
                </a:ln>
                <a:solidFill>
                  <a:srgbClr val="FFFFFF"/>
                </a:solidFill>
                <a:effectLst/>
                <a:uLnTx/>
                <a:uFillTx/>
                <a:latin typeface="Inter"/>
                <a:ea typeface="Inter"/>
                <a:cs typeface="Inter"/>
                <a:sym typeface="Inter"/>
              </a:rPr>
              <a:t>Trill sensor</a:t>
            </a:r>
          </a:p>
          <a:p>
            <a:pPr marL="762015" marR="0" lvl="1" indent="-279414" algn="just" defTabSz="609630" rtl="0" eaLnBrk="1" fontAlgn="auto" latinLnBrk="0" hangingPunct="1">
              <a:lnSpc>
                <a:spcPct val="130010"/>
              </a:lnSpc>
              <a:spcBef>
                <a:spcPts val="0"/>
              </a:spcBef>
              <a:spcAft>
                <a:spcPts val="0"/>
              </a:spcAft>
              <a:buClr>
                <a:srgbClr val="FFFFFF"/>
              </a:buClr>
              <a:buSzPts val="3000"/>
              <a:buFont typeface="Inter"/>
              <a:buAutoNum type="arabicPeriod"/>
              <a:tabLst/>
              <a:defRPr/>
            </a:pPr>
            <a:r>
              <a:rPr kumimoji="0" lang="en-US" sz="2800" b="0" i="0" u="none" strike="noStrike" kern="0" cap="none" spc="0" normalizeH="0" baseline="0" noProof="0" dirty="0">
                <a:ln>
                  <a:noFill/>
                </a:ln>
                <a:solidFill>
                  <a:srgbClr val="FFFFFF"/>
                </a:solidFill>
                <a:effectLst/>
                <a:uLnTx/>
                <a:uFillTx/>
                <a:latin typeface="Inter"/>
                <a:ea typeface="Inter"/>
                <a:cs typeface="Inter"/>
                <a:sym typeface="Inter"/>
              </a:rPr>
              <a:t>Bar</a:t>
            </a:r>
          </a:p>
          <a:p>
            <a:pPr marL="762015" marR="0" lvl="1" indent="-279414" algn="just" defTabSz="609630" rtl="0" eaLnBrk="1" fontAlgn="auto" latinLnBrk="0" hangingPunct="1">
              <a:lnSpc>
                <a:spcPct val="130010"/>
              </a:lnSpc>
              <a:spcBef>
                <a:spcPts val="0"/>
              </a:spcBef>
              <a:spcAft>
                <a:spcPts val="0"/>
              </a:spcAft>
              <a:buClr>
                <a:srgbClr val="FFFFFF"/>
              </a:buClr>
              <a:buSzPts val="3000"/>
              <a:buFont typeface="Inter"/>
              <a:buAutoNum type="arabicPeriod"/>
              <a:tabLst/>
              <a:defRPr/>
            </a:pPr>
            <a:r>
              <a:rPr kumimoji="0" lang="en-US" sz="2800" b="0" i="0" u="none" strike="noStrike" kern="0" cap="none" spc="0" normalizeH="0" baseline="0" noProof="0" dirty="0" err="1">
                <a:ln>
                  <a:noFill/>
                </a:ln>
                <a:solidFill>
                  <a:srgbClr val="FFFFFF"/>
                </a:solidFill>
                <a:effectLst/>
                <a:uLnTx/>
                <a:uFillTx/>
                <a:latin typeface="Inter"/>
                <a:ea typeface="Inter"/>
                <a:cs typeface="Inter"/>
                <a:sym typeface="Inter"/>
              </a:rPr>
              <a:t>Hexa</a:t>
            </a:r>
            <a:endParaRPr kumimoji="0" lang="en-US" sz="2800" b="0" i="0" u="none" strike="noStrike" kern="0" cap="none" spc="0" normalizeH="0" baseline="0" noProof="0" dirty="0">
              <a:ln>
                <a:noFill/>
              </a:ln>
              <a:solidFill>
                <a:srgbClr val="FFFFFF"/>
              </a:solidFill>
              <a:effectLst/>
              <a:uLnTx/>
              <a:uFillTx/>
              <a:latin typeface="Inter"/>
              <a:ea typeface="Inter"/>
              <a:cs typeface="Inter"/>
              <a:sym typeface="Inter"/>
            </a:endParaRPr>
          </a:p>
          <a:p>
            <a:pPr marL="762015" marR="0" lvl="1" indent="-279414" algn="just" defTabSz="609630" rtl="0" eaLnBrk="1" fontAlgn="auto" latinLnBrk="0" hangingPunct="1">
              <a:lnSpc>
                <a:spcPct val="130010"/>
              </a:lnSpc>
              <a:spcBef>
                <a:spcPts val="0"/>
              </a:spcBef>
              <a:spcAft>
                <a:spcPts val="0"/>
              </a:spcAft>
              <a:buClr>
                <a:srgbClr val="FFFFFF"/>
              </a:buClr>
              <a:buSzPts val="3000"/>
              <a:buFont typeface="Inter"/>
              <a:buAutoNum type="arabicPeriod"/>
              <a:tabLst/>
              <a:defRPr/>
            </a:pPr>
            <a:r>
              <a:rPr kumimoji="0" lang="en-US" sz="2800" b="0" i="0" u="none" strike="noStrike" kern="0" cap="none" spc="0" normalizeH="0" baseline="0" noProof="0" dirty="0">
                <a:ln>
                  <a:noFill/>
                </a:ln>
                <a:solidFill>
                  <a:srgbClr val="FFFFFF"/>
                </a:solidFill>
                <a:effectLst/>
                <a:uLnTx/>
                <a:uFillTx/>
                <a:latin typeface="Inter"/>
                <a:ea typeface="Inter"/>
                <a:cs typeface="Inter"/>
                <a:sym typeface="Inter"/>
              </a:rPr>
              <a:t>Square</a:t>
            </a:r>
            <a:endParaRPr kumimoji="0" sz="2800" b="0" i="0" u="none" strike="noStrike" kern="0" cap="none" spc="0" normalizeH="0" baseline="0" noProof="0" dirty="0">
              <a:ln>
                <a:noFill/>
              </a:ln>
              <a:solidFill>
                <a:srgbClr val="FFFFFF"/>
              </a:solidFill>
              <a:effectLst/>
              <a:uLnTx/>
              <a:uFillTx/>
              <a:latin typeface="Inter"/>
              <a:ea typeface="Inter"/>
              <a:cs typeface="Inter"/>
              <a:sym typeface="Inter"/>
            </a:endParaRPr>
          </a:p>
          <a:p>
            <a:pPr marL="914446" marR="0" lvl="0" indent="304815" algn="just" defTabSz="609630" rtl="0" eaLnBrk="1" fontAlgn="auto" latinLnBrk="0" hangingPunct="1">
              <a:lnSpc>
                <a:spcPct val="130010"/>
              </a:lnSpc>
              <a:spcBef>
                <a:spcPts val="0"/>
              </a:spcBef>
              <a:spcAft>
                <a:spcPts val="0"/>
              </a:spcAft>
              <a:buClr>
                <a:srgbClr val="000000"/>
              </a:buClr>
              <a:buSzTx/>
              <a:buFontTx/>
              <a:buNone/>
              <a:tabLst/>
              <a:defRPr/>
            </a:pPr>
            <a:endParaRPr kumimoji="0" sz="2000" b="0" i="0" u="none" strike="noStrike" kern="0" cap="none" spc="0" normalizeH="0" baseline="0" noProof="0" dirty="0">
              <a:ln>
                <a:noFill/>
              </a:ln>
              <a:solidFill>
                <a:srgbClr val="FFFFFF"/>
              </a:solidFill>
              <a:effectLst/>
              <a:uLnTx/>
              <a:uFillTx/>
              <a:latin typeface="Inter"/>
              <a:ea typeface="Inter"/>
              <a:cs typeface="Inter"/>
              <a:sym typeface="Inter"/>
            </a:endParaRPr>
          </a:p>
        </p:txBody>
      </p:sp>
      <p:sp>
        <p:nvSpPr>
          <p:cNvPr id="2" name="Footer Placeholder 1">
            <a:extLst>
              <a:ext uri="{FF2B5EF4-FFF2-40B4-BE49-F238E27FC236}">
                <a16:creationId xmlns:a16="http://schemas.microsoft.com/office/drawing/2014/main" id="{9626BA2A-B54A-5B24-9AD4-3B874558D0BD}"/>
              </a:ext>
            </a:extLst>
          </p:cNvPr>
          <p:cNvSpPr>
            <a:spLocks noGrp="1"/>
          </p:cNvSpPr>
          <p:nvPr>
            <p:ph type="ftr" idx="11"/>
          </p:nvPr>
        </p:nvSpPr>
        <p:spPr>
          <a:xfrm>
            <a:off x="2638269" y="6404528"/>
            <a:ext cx="6452589" cy="335207"/>
          </a:xfrm>
        </p:spPr>
        <p:txBody>
          <a:bodyPr/>
          <a:lstStyle/>
          <a:p>
            <a:pPr marL="0" marR="0" lvl="0" indent="0" algn="ctr" defTabSz="914400" rtl="0" eaLnBrk="1" fontAlgn="auto" latinLnBrk="0" hangingPunct="1">
              <a:lnSpc>
                <a:spcPct val="100000"/>
              </a:lnSpc>
              <a:spcBef>
                <a:spcPts val="0"/>
              </a:spcBef>
              <a:spcAft>
                <a:spcPts val="0"/>
              </a:spcAft>
              <a:buClrTx/>
              <a:buSzPts val="1400"/>
              <a:buFontTx/>
              <a:buNone/>
              <a:tabLst/>
              <a:defRPr/>
            </a:pPr>
            <a:r>
              <a:rPr kumimoji="0" lang="en-GB" sz="1800" b="0" i="0" u="none" strike="noStrike" kern="1200" cap="none" spc="0" normalizeH="0" baseline="0" noProof="0">
                <a:ln>
                  <a:noFill/>
                </a:ln>
                <a:solidFill>
                  <a:srgbClr val="FFFFFF"/>
                </a:solidFill>
                <a:effectLst/>
                <a:uLnTx/>
                <a:uFillTx/>
                <a:latin typeface="Arial"/>
                <a:ea typeface="+mn-ea"/>
                <a:cs typeface="+mn-cs"/>
              </a:rPr>
              <a:t>Slough and Langley | CCI | UAL | BSc Data Science and AI | 29th January 2025</a:t>
            </a: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3" name="Slide Number Placeholder 2">
            <a:extLst>
              <a:ext uri="{FF2B5EF4-FFF2-40B4-BE49-F238E27FC236}">
                <a16:creationId xmlns:a16="http://schemas.microsoft.com/office/drawing/2014/main" id="{57757196-8C27-6242-B58E-96D41DE8F7EF}"/>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800" b="0" i="0" u="none" strike="noStrike" kern="1200" cap="none" spc="0" normalizeH="0" baseline="0" noProof="0" smtClean="0">
                <a:ln>
                  <a:noFill/>
                </a:ln>
                <a:solidFill>
                  <a:srgbClr val="888888"/>
                </a:solidFill>
                <a:effectLst/>
                <a:uLnTx/>
                <a:uFillTx/>
                <a:latin typeface="Calibri"/>
                <a:cs typeface="Calibri"/>
                <a:sym typeface="Calibri"/>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800" b="0" i="0" u="none" strike="noStrike" kern="1200" cap="none" spc="0" normalizeH="0" baseline="0" noProof="0">
              <a:ln>
                <a:noFill/>
              </a:ln>
              <a:solidFill>
                <a:srgbClr val="888888"/>
              </a:solidFill>
              <a:effectLst/>
              <a:uLnTx/>
              <a:uFillTx/>
              <a:latin typeface="Calibri"/>
              <a:cs typeface="Calibri"/>
              <a:sym typeface="Calibri"/>
            </a:endParaRP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000000"/>
        </a:solidFill>
        <a:effectLst/>
      </p:bgPr>
    </p:bg>
    <p:spTree>
      <p:nvGrpSpPr>
        <p:cNvPr id="1" name="Shape 284">
          <a:extLst>
            <a:ext uri="{FF2B5EF4-FFF2-40B4-BE49-F238E27FC236}">
              <a16:creationId xmlns:a16="http://schemas.microsoft.com/office/drawing/2014/main" id="{D7B49537-E63F-E572-1389-28515278A193}"/>
            </a:ext>
          </a:extLst>
        </p:cNvPr>
        <p:cNvGrpSpPr/>
        <p:nvPr/>
      </p:nvGrpSpPr>
      <p:grpSpPr>
        <a:xfrm>
          <a:off x="0" y="0"/>
          <a:ext cx="0" cy="0"/>
          <a:chOff x="0" y="0"/>
          <a:chExt cx="0" cy="0"/>
        </a:xfrm>
      </p:grpSpPr>
      <p:sp>
        <p:nvSpPr>
          <p:cNvPr id="285" name="Google Shape;285;p20">
            <a:extLst>
              <a:ext uri="{FF2B5EF4-FFF2-40B4-BE49-F238E27FC236}">
                <a16:creationId xmlns:a16="http://schemas.microsoft.com/office/drawing/2014/main" id="{75869AC0-EEBF-54E1-0242-4FFC8CA442B2}"/>
              </a:ext>
            </a:extLst>
          </p:cNvPr>
          <p:cNvSpPr txBox="1"/>
          <p:nvPr/>
        </p:nvSpPr>
        <p:spPr>
          <a:xfrm>
            <a:off x="1154617" y="612929"/>
            <a:ext cx="9718200" cy="646331"/>
          </a:xfrm>
          <a:prstGeom prst="rect">
            <a:avLst/>
          </a:prstGeom>
          <a:noFill/>
          <a:ln>
            <a:noFill/>
          </a:ln>
        </p:spPr>
        <p:txBody>
          <a:bodyPr spcFirstLastPara="1" wrap="square" lIns="0" tIns="0" rIns="0" bIns="0" anchor="t" anchorCtr="0">
            <a:spAutoFit/>
          </a:bodyPr>
          <a:lstStyle/>
          <a:p>
            <a:pPr marL="0" marR="0" lvl="0" indent="0" algn="ctr" defTabSz="609630" rtl="0" eaLnBrk="1" fontAlgn="auto" latinLnBrk="0" hangingPunct="1">
              <a:lnSpc>
                <a:spcPct val="140000"/>
              </a:lnSpc>
              <a:spcBef>
                <a:spcPts val="0"/>
              </a:spcBef>
              <a:spcAft>
                <a:spcPts val="0"/>
              </a:spcAft>
              <a:buClr>
                <a:srgbClr val="000000"/>
              </a:buClr>
              <a:buSzTx/>
              <a:buFontTx/>
              <a:buNone/>
              <a:tabLst/>
              <a:defRPr/>
            </a:pPr>
            <a:endParaRPr kumimoji="0" sz="3000" b="1" i="0" u="none" strike="noStrike" kern="0" cap="none" spc="0" normalizeH="0" baseline="0" noProof="0">
              <a:ln>
                <a:noFill/>
              </a:ln>
              <a:solidFill>
                <a:srgbClr val="FFFFFF"/>
              </a:solidFill>
              <a:effectLst/>
              <a:uLnTx/>
              <a:uFillTx/>
              <a:latin typeface="Inter"/>
              <a:ea typeface="Inter"/>
              <a:cs typeface="Inter"/>
              <a:sym typeface="Inter"/>
            </a:endParaRPr>
          </a:p>
        </p:txBody>
      </p:sp>
      <p:pic>
        <p:nvPicPr>
          <p:cNvPr id="286" name="Google Shape;286;p20">
            <a:extLst>
              <a:ext uri="{FF2B5EF4-FFF2-40B4-BE49-F238E27FC236}">
                <a16:creationId xmlns:a16="http://schemas.microsoft.com/office/drawing/2014/main" id="{7218536E-2A9F-6796-071D-8AC20ECC340B}"/>
              </a:ext>
            </a:extLst>
          </p:cNvPr>
          <p:cNvPicPr preferRelativeResize="0"/>
          <p:nvPr/>
        </p:nvPicPr>
        <p:blipFill>
          <a:blip r:embed="rId3">
            <a:alphaModFix amt="23000"/>
          </a:blip>
          <a:stretch>
            <a:fillRect/>
          </a:stretch>
        </p:blipFill>
        <p:spPr>
          <a:xfrm>
            <a:off x="10031401" y="6404529"/>
            <a:ext cx="1940801" cy="294721"/>
          </a:xfrm>
          <a:prstGeom prst="rect">
            <a:avLst/>
          </a:prstGeom>
          <a:noFill/>
          <a:ln>
            <a:noFill/>
          </a:ln>
        </p:spPr>
      </p:pic>
      <p:sp>
        <p:nvSpPr>
          <p:cNvPr id="288" name="Google Shape;288;p20">
            <a:extLst>
              <a:ext uri="{FF2B5EF4-FFF2-40B4-BE49-F238E27FC236}">
                <a16:creationId xmlns:a16="http://schemas.microsoft.com/office/drawing/2014/main" id="{C2F2285C-091A-0935-3F79-77BF8660A8FE}"/>
              </a:ext>
            </a:extLst>
          </p:cNvPr>
          <p:cNvSpPr txBox="1"/>
          <p:nvPr/>
        </p:nvSpPr>
        <p:spPr>
          <a:xfrm>
            <a:off x="1738859" y="1232300"/>
            <a:ext cx="9298524" cy="4097896"/>
          </a:xfrm>
          <a:prstGeom prst="rect">
            <a:avLst/>
          </a:prstGeom>
          <a:noFill/>
          <a:ln>
            <a:noFill/>
          </a:ln>
        </p:spPr>
        <p:txBody>
          <a:bodyPr spcFirstLastPara="1" wrap="square" lIns="60950" tIns="60950" rIns="60950" bIns="60950" anchor="t" anchorCtr="0">
            <a:spAutoFit/>
          </a:bodyPr>
          <a:lstStyle/>
          <a:p>
            <a:pPr marL="0" marR="0" lvl="0" indent="0" algn="just" defTabSz="609630" rtl="0" eaLnBrk="1" fontAlgn="auto" latinLnBrk="0" hangingPunct="1">
              <a:lnSpc>
                <a:spcPct val="130010"/>
              </a:lnSpc>
              <a:spcBef>
                <a:spcPts val="0"/>
              </a:spcBef>
              <a:spcAft>
                <a:spcPts val="0"/>
              </a:spcAft>
              <a:buClr>
                <a:srgbClr val="000000"/>
              </a:buClr>
              <a:buSzTx/>
              <a:buFontTx/>
              <a:buNone/>
              <a:tabLst/>
              <a:defRPr/>
            </a:pPr>
            <a:r>
              <a:rPr kumimoji="0" lang="en-US" sz="3334" b="0" i="0" u="none" strike="noStrike" kern="0" cap="none" spc="0" normalizeH="0" baseline="0" noProof="0" dirty="0">
                <a:ln>
                  <a:noFill/>
                </a:ln>
                <a:solidFill>
                  <a:srgbClr val="FFFFFF"/>
                </a:solidFill>
                <a:effectLst/>
                <a:uLnTx/>
                <a:uFillTx/>
                <a:latin typeface="Inter"/>
                <a:ea typeface="Inter"/>
                <a:cs typeface="Inter"/>
                <a:sym typeface="Inter"/>
              </a:rPr>
              <a:t>Let’s explore some examples:</a:t>
            </a:r>
            <a:endParaRPr kumimoji="0" sz="3334" b="0" i="0" u="none" strike="noStrike" kern="0" cap="none" spc="0" normalizeH="0" baseline="0" noProof="0" dirty="0">
              <a:ln>
                <a:noFill/>
              </a:ln>
              <a:solidFill>
                <a:srgbClr val="FFFFFF"/>
              </a:solidFill>
              <a:effectLst/>
              <a:uLnTx/>
              <a:uFillTx/>
              <a:latin typeface="Inter"/>
              <a:ea typeface="Inter"/>
              <a:cs typeface="Inter"/>
              <a:sym typeface="Inter"/>
            </a:endParaRPr>
          </a:p>
          <a:p>
            <a:pPr marL="0" marR="0" lvl="0" indent="0" algn="just" defTabSz="609630" rtl="0" eaLnBrk="1" fontAlgn="auto" latinLnBrk="0" hangingPunct="1">
              <a:lnSpc>
                <a:spcPct val="130010"/>
              </a:lnSpc>
              <a:spcBef>
                <a:spcPts val="0"/>
              </a:spcBef>
              <a:spcAft>
                <a:spcPts val="0"/>
              </a:spcAft>
              <a:buClr>
                <a:srgbClr val="000000"/>
              </a:buClr>
              <a:buSzTx/>
              <a:buFontTx/>
              <a:buNone/>
              <a:tabLst/>
              <a:defRPr/>
            </a:pPr>
            <a:endParaRPr kumimoji="0" sz="3334" b="0" i="0" u="none" strike="noStrike" kern="0" cap="none" spc="0" normalizeH="0" baseline="0" noProof="0" dirty="0">
              <a:ln>
                <a:noFill/>
              </a:ln>
              <a:solidFill>
                <a:srgbClr val="FFFFFF"/>
              </a:solidFill>
              <a:effectLst/>
              <a:uLnTx/>
              <a:uFillTx/>
              <a:latin typeface="Inter"/>
              <a:ea typeface="Inter"/>
              <a:cs typeface="Inter"/>
              <a:sym typeface="Inter"/>
            </a:endParaRPr>
          </a:p>
          <a:p>
            <a:pPr marL="304815" marR="0" lvl="0" indent="-279414" algn="l" defTabSz="609630" rtl="0" eaLnBrk="1" fontAlgn="auto" latinLnBrk="0" hangingPunct="1">
              <a:lnSpc>
                <a:spcPct val="130010"/>
              </a:lnSpc>
              <a:spcBef>
                <a:spcPts val="0"/>
              </a:spcBef>
              <a:spcAft>
                <a:spcPts val="0"/>
              </a:spcAft>
              <a:buClr>
                <a:srgbClr val="FFFFFF"/>
              </a:buClr>
              <a:buSzPts val="3000"/>
              <a:buFont typeface="Inter"/>
              <a:buAutoNum type="arabicPeriod"/>
              <a:tabLst/>
              <a:defRPr/>
            </a:pPr>
            <a:r>
              <a:rPr kumimoji="0" lang="en-US" sz="2800" b="0" i="0" u="none" strike="noStrike" kern="0" cap="none" spc="0" normalizeH="0" baseline="0" noProof="0" dirty="0">
                <a:ln>
                  <a:noFill/>
                </a:ln>
                <a:solidFill>
                  <a:srgbClr val="FFFFFF"/>
                </a:solidFill>
                <a:effectLst/>
                <a:uLnTx/>
                <a:uFillTx/>
                <a:latin typeface="Inter"/>
                <a:ea typeface="Inter"/>
                <a:cs typeface="Inter"/>
                <a:sym typeface="Inter"/>
              </a:rPr>
              <a:t>Simple sinewave with different frequencies</a:t>
            </a:r>
            <a:endParaRPr kumimoji="0" sz="2800" b="0" i="0" u="none" strike="noStrike" kern="0" cap="none" spc="0" normalizeH="0" baseline="0" noProof="0" dirty="0">
              <a:ln>
                <a:noFill/>
              </a:ln>
              <a:solidFill>
                <a:srgbClr val="FFFFFF"/>
              </a:solidFill>
              <a:effectLst/>
              <a:uLnTx/>
              <a:uFillTx/>
              <a:latin typeface="Inter"/>
              <a:ea typeface="Inter"/>
              <a:cs typeface="Inter"/>
              <a:sym typeface="Inter"/>
            </a:endParaRPr>
          </a:p>
          <a:p>
            <a:pPr marL="304815" marR="0" lvl="0" indent="-279414" algn="just" defTabSz="609630" rtl="0" eaLnBrk="1" fontAlgn="auto" latinLnBrk="0" hangingPunct="1">
              <a:lnSpc>
                <a:spcPct val="130010"/>
              </a:lnSpc>
              <a:spcBef>
                <a:spcPts val="0"/>
              </a:spcBef>
              <a:spcAft>
                <a:spcPts val="0"/>
              </a:spcAft>
              <a:buClr>
                <a:srgbClr val="FFFFFF"/>
              </a:buClr>
              <a:buSzPts val="3000"/>
              <a:buFont typeface="Inter"/>
              <a:buAutoNum type="arabicPeriod"/>
              <a:tabLst/>
              <a:defRPr/>
            </a:pPr>
            <a:r>
              <a:rPr kumimoji="0" lang="en-US" sz="2800" b="0" i="0" u="none" strike="noStrike" kern="0" cap="none" spc="0" normalizeH="0" baseline="0" noProof="0" dirty="0">
                <a:ln>
                  <a:noFill/>
                </a:ln>
                <a:solidFill>
                  <a:srgbClr val="FFFFFF"/>
                </a:solidFill>
                <a:effectLst/>
                <a:uLnTx/>
                <a:uFillTx/>
                <a:latin typeface="Inter"/>
                <a:ea typeface="Inter"/>
                <a:cs typeface="Inter"/>
                <a:sym typeface="Inter"/>
              </a:rPr>
              <a:t>Using samples: sequencer</a:t>
            </a:r>
            <a:endParaRPr kumimoji="0" sz="2800" b="0" i="0" u="none" strike="noStrike" kern="0" cap="none" spc="0" normalizeH="0" baseline="0" noProof="0" dirty="0">
              <a:ln>
                <a:noFill/>
              </a:ln>
              <a:solidFill>
                <a:srgbClr val="FFFFFF"/>
              </a:solidFill>
              <a:effectLst/>
              <a:uLnTx/>
              <a:uFillTx/>
              <a:latin typeface="Inter"/>
              <a:ea typeface="Inter"/>
              <a:cs typeface="Inter"/>
              <a:sym typeface="Inter"/>
            </a:endParaRPr>
          </a:p>
          <a:p>
            <a:pPr marL="304815" marR="0" lvl="0" indent="-279414" algn="just" defTabSz="609630" rtl="0" eaLnBrk="1" fontAlgn="auto" latinLnBrk="0" hangingPunct="1">
              <a:lnSpc>
                <a:spcPct val="130010"/>
              </a:lnSpc>
              <a:spcBef>
                <a:spcPts val="0"/>
              </a:spcBef>
              <a:spcAft>
                <a:spcPts val="0"/>
              </a:spcAft>
              <a:buClr>
                <a:srgbClr val="FFFFFF"/>
              </a:buClr>
              <a:buSzPts val="3000"/>
              <a:buFont typeface="Inter"/>
              <a:buAutoNum type="arabicPeriod"/>
              <a:tabLst/>
              <a:defRPr/>
            </a:pPr>
            <a:r>
              <a:rPr kumimoji="0" lang="en-US" sz="2800" b="0" i="0" u="none" strike="noStrike" kern="0" cap="none" spc="0" normalizeH="0" baseline="0" noProof="0" dirty="0">
                <a:ln>
                  <a:noFill/>
                </a:ln>
                <a:solidFill>
                  <a:srgbClr val="FFFFFF"/>
                </a:solidFill>
                <a:effectLst/>
                <a:uLnTx/>
                <a:uFillTx/>
                <a:latin typeface="Inter"/>
                <a:ea typeface="Inter"/>
                <a:cs typeface="Inter"/>
                <a:sym typeface="Inter"/>
              </a:rPr>
              <a:t>Using sensors: trill sensor</a:t>
            </a:r>
            <a:endParaRPr kumimoji="0" sz="2800" b="0" i="0" u="none" strike="noStrike" kern="0" cap="none" spc="0" normalizeH="0" baseline="0" noProof="0" dirty="0">
              <a:ln>
                <a:noFill/>
              </a:ln>
              <a:solidFill>
                <a:srgbClr val="FFFFFF"/>
              </a:solidFill>
              <a:effectLst/>
              <a:uLnTx/>
              <a:uFillTx/>
              <a:latin typeface="Inter"/>
              <a:ea typeface="Inter"/>
              <a:cs typeface="Inter"/>
              <a:sym typeface="Inter"/>
            </a:endParaRPr>
          </a:p>
          <a:p>
            <a:pPr marL="304815" marR="0" lvl="0" indent="-279414" algn="just" defTabSz="609630" rtl="0" eaLnBrk="1" fontAlgn="auto" latinLnBrk="0" hangingPunct="1">
              <a:lnSpc>
                <a:spcPct val="130010"/>
              </a:lnSpc>
              <a:spcBef>
                <a:spcPts val="0"/>
              </a:spcBef>
              <a:spcAft>
                <a:spcPts val="0"/>
              </a:spcAft>
              <a:buClr>
                <a:srgbClr val="FFFFFF"/>
              </a:buClr>
              <a:buSzPts val="3000"/>
              <a:buFont typeface="Inter"/>
              <a:buAutoNum type="arabicPeriod"/>
              <a:tabLst/>
              <a:defRPr/>
            </a:pPr>
            <a:r>
              <a:rPr kumimoji="0" lang="en-US" sz="2800" b="0" i="0" u="none" strike="noStrike" kern="0" cap="none" spc="0" normalizeH="0" baseline="0" noProof="0" dirty="0">
                <a:ln>
                  <a:noFill/>
                </a:ln>
                <a:solidFill>
                  <a:srgbClr val="FFFFFF"/>
                </a:solidFill>
                <a:effectLst/>
                <a:uLnTx/>
                <a:uFillTx/>
                <a:latin typeface="Inter"/>
                <a:ea typeface="Inter"/>
                <a:cs typeface="Inter"/>
                <a:sym typeface="Inter"/>
              </a:rPr>
              <a:t>Ring trill</a:t>
            </a:r>
            <a:endParaRPr kumimoji="0" sz="2800" b="0" i="0" u="none" strike="noStrike" kern="0" cap="none" spc="0" normalizeH="0" baseline="0" noProof="0" dirty="0">
              <a:ln>
                <a:noFill/>
              </a:ln>
              <a:solidFill>
                <a:srgbClr val="FFFFFF"/>
              </a:solidFill>
              <a:effectLst/>
              <a:uLnTx/>
              <a:uFillTx/>
              <a:latin typeface="Inter"/>
              <a:ea typeface="Inter"/>
              <a:cs typeface="Inter"/>
              <a:sym typeface="Inter"/>
            </a:endParaRPr>
          </a:p>
          <a:p>
            <a:pPr marL="914446" marR="0" lvl="0" indent="304815" algn="just" defTabSz="609630" rtl="0" eaLnBrk="1" fontAlgn="auto" latinLnBrk="0" hangingPunct="1">
              <a:lnSpc>
                <a:spcPct val="130010"/>
              </a:lnSpc>
              <a:spcBef>
                <a:spcPts val="0"/>
              </a:spcBef>
              <a:spcAft>
                <a:spcPts val="0"/>
              </a:spcAft>
              <a:buClr>
                <a:srgbClr val="000000"/>
              </a:buClr>
              <a:buSzTx/>
              <a:buFontTx/>
              <a:buNone/>
              <a:tabLst/>
              <a:defRPr/>
            </a:pPr>
            <a:endParaRPr kumimoji="0" sz="2000" b="0" i="0" u="none" strike="noStrike" kern="0" cap="none" spc="0" normalizeH="0" baseline="0" noProof="0" dirty="0">
              <a:ln>
                <a:noFill/>
              </a:ln>
              <a:solidFill>
                <a:srgbClr val="FFFFFF"/>
              </a:solidFill>
              <a:effectLst/>
              <a:uLnTx/>
              <a:uFillTx/>
              <a:latin typeface="Inter"/>
              <a:ea typeface="Inter"/>
              <a:cs typeface="Inter"/>
              <a:sym typeface="Inter"/>
            </a:endParaRPr>
          </a:p>
        </p:txBody>
      </p:sp>
      <p:sp>
        <p:nvSpPr>
          <p:cNvPr id="2" name="Footer Placeholder 1">
            <a:extLst>
              <a:ext uri="{FF2B5EF4-FFF2-40B4-BE49-F238E27FC236}">
                <a16:creationId xmlns:a16="http://schemas.microsoft.com/office/drawing/2014/main" id="{304D1CD6-93FB-EA18-3CD7-FDDFDB87AE9B}"/>
              </a:ext>
            </a:extLst>
          </p:cNvPr>
          <p:cNvSpPr>
            <a:spLocks noGrp="1"/>
          </p:cNvSpPr>
          <p:nvPr>
            <p:ph type="ftr" idx="11"/>
          </p:nvPr>
        </p:nvSpPr>
        <p:spPr>
          <a:xfrm>
            <a:off x="2638269" y="6404528"/>
            <a:ext cx="6452589" cy="335207"/>
          </a:xfrm>
        </p:spPr>
        <p:txBody>
          <a:bodyPr/>
          <a:lstStyle/>
          <a:p>
            <a:pPr marL="0" marR="0" lvl="0" indent="0" algn="ctr" defTabSz="914400" rtl="0" eaLnBrk="1" fontAlgn="auto" latinLnBrk="0" hangingPunct="1">
              <a:lnSpc>
                <a:spcPct val="100000"/>
              </a:lnSpc>
              <a:spcBef>
                <a:spcPts val="0"/>
              </a:spcBef>
              <a:spcAft>
                <a:spcPts val="0"/>
              </a:spcAft>
              <a:buClrTx/>
              <a:buSzPts val="1400"/>
              <a:buFontTx/>
              <a:buNone/>
              <a:tabLst/>
              <a:defRPr/>
            </a:pPr>
            <a:r>
              <a:rPr kumimoji="0" lang="en-GB" sz="1800" b="0" i="0" u="none" strike="noStrike" kern="1200" cap="none" spc="0" normalizeH="0" baseline="0" noProof="0">
                <a:ln>
                  <a:noFill/>
                </a:ln>
                <a:solidFill>
                  <a:srgbClr val="FFFFFF"/>
                </a:solidFill>
                <a:effectLst/>
                <a:uLnTx/>
                <a:uFillTx/>
                <a:latin typeface="Arial"/>
                <a:ea typeface="+mn-ea"/>
                <a:cs typeface="+mn-cs"/>
              </a:rPr>
              <a:t>Slough and Langley | CCI | UAL | BSc Data Science and AI | 29th January 2025</a:t>
            </a: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3" name="Slide Number Placeholder 2">
            <a:extLst>
              <a:ext uri="{FF2B5EF4-FFF2-40B4-BE49-F238E27FC236}">
                <a16:creationId xmlns:a16="http://schemas.microsoft.com/office/drawing/2014/main" id="{83248446-734D-A04C-0375-346398BEB2AC}"/>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800" b="0" i="0" u="none" strike="noStrike" kern="1200" cap="none" spc="0" normalizeH="0" baseline="0" noProof="0" smtClean="0">
                <a:ln>
                  <a:noFill/>
                </a:ln>
                <a:solidFill>
                  <a:srgbClr val="888888"/>
                </a:solidFill>
                <a:effectLst/>
                <a:uLnTx/>
                <a:uFillTx/>
                <a:latin typeface="Calibri"/>
                <a:cs typeface="Calibri"/>
                <a:sym typeface="Calibri"/>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800" b="0" i="0" u="none" strike="noStrike" kern="120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211473782"/>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92"/>
        <p:cNvGrpSpPr/>
        <p:nvPr/>
      </p:nvGrpSpPr>
      <p:grpSpPr>
        <a:xfrm>
          <a:off x="0" y="0"/>
          <a:ext cx="0" cy="0"/>
          <a:chOff x="0" y="0"/>
          <a:chExt cx="0" cy="0"/>
        </a:xfrm>
      </p:grpSpPr>
      <p:sp>
        <p:nvSpPr>
          <p:cNvPr id="293" name="Google Shape;293;p21"/>
          <p:cNvSpPr txBox="1"/>
          <p:nvPr/>
        </p:nvSpPr>
        <p:spPr>
          <a:xfrm>
            <a:off x="1154617" y="612929"/>
            <a:ext cx="9718200" cy="646331"/>
          </a:xfrm>
          <a:prstGeom prst="rect">
            <a:avLst/>
          </a:prstGeom>
          <a:noFill/>
          <a:ln>
            <a:noFill/>
          </a:ln>
        </p:spPr>
        <p:txBody>
          <a:bodyPr spcFirstLastPara="1" wrap="square" lIns="0" tIns="0" rIns="0" bIns="0" anchor="t" anchorCtr="0">
            <a:spAutoFit/>
          </a:bodyPr>
          <a:lstStyle/>
          <a:p>
            <a:pPr marL="0" marR="0" lvl="0" indent="0" algn="ctr" defTabSz="609630" rtl="0" eaLnBrk="1" fontAlgn="auto" latinLnBrk="0" hangingPunct="1">
              <a:lnSpc>
                <a:spcPct val="140000"/>
              </a:lnSpc>
              <a:spcBef>
                <a:spcPts val="0"/>
              </a:spcBef>
              <a:spcAft>
                <a:spcPts val="0"/>
              </a:spcAft>
              <a:buClr>
                <a:srgbClr val="000000"/>
              </a:buClr>
              <a:buSzTx/>
              <a:buFontTx/>
              <a:buNone/>
              <a:tabLst/>
              <a:defRPr/>
            </a:pPr>
            <a:endParaRPr kumimoji="0" sz="3000" b="1" i="0" u="none" strike="noStrike" kern="0" cap="none" spc="0" normalizeH="0" baseline="0" noProof="0">
              <a:ln>
                <a:noFill/>
              </a:ln>
              <a:solidFill>
                <a:srgbClr val="FFFFFF"/>
              </a:solidFill>
              <a:effectLst/>
              <a:uLnTx/>
              <a:uFillTx/>
              <a:latin typeface="Inter"/>
              <a:ea typeface="Inter"/>
              <a:cs typeface="Inter"/>
              <a:sym typeface="Inter"/>
            </a:endParaRPr>
          </a:p>
        </p:txBody>
      </p:sp>
      <p:pic>
        <p:nvPicPr>
          <p:cNvPr id="294" name="Google Shape;294;p21"/>
          <p:cNvPicPr preferRelativeResize="0"/>
          <p:nvPr/>
        </p:nvPicPr>
        <p:blipFill>
          <a:blip r:embed="rId3">
            <a:alphaModFix amt="23000"/>
          </a:blip>
          <a:stretch>
            <a:fillRect/>
          </a:stretch>
        </p:blipFill>
        <p:spPr>
          <a:xfrm>
            <a:off x="10031401" y="6404529"/>
            <a:ext cx="1940801" cy="294721"/>
          </a:xfrm>
          <a:prstGeom prst="rect">
            <a:avLst/>
          </a:prstGeom>
          <a:noFill/>
          <a:ln>
            <a:noFill/>
          </a:ln>
        </p:spPr>
      </p:pic>
      <p:sp>
        <p:nvSpPr>
          <p:cNvPr id="296" name="Google Shape;296;p21"/>
          <p:cNvSpPr txBox="1"/>
          <p:nvPr/>
        </p:nvSpPr>
        <p:spPr>
          <a:xfrm>
            <a:off x="4795000" y="525734"/>
            <a:ext cx="2602000" cy="790133"/>
          </a:xfrm>
          <a:prstGeom prst="rect">
            <a:avLst/>
          </a:prstGeom>
          <a:noFill/>
          <a:ln>
            <a:noFill/>
          </a:ln>
        </p:spPr>
        <p:txBody>
          <a:bodyPr spcFirstLastPara="1" wrap="square" lIns="60950" tIns="60950" rIns="60950" bIns="60950" anchor="t" anchorCtr="0">
            <a:spAutoFit/>
          </a:bodyPr>
          <a:lstStyle/>
          <a:p>
            <a:pPr marL="0" marR="0" lvl="0" indent="0" algn="just" defTabSz="609630" rtl="0" eaLnBrk="1" fontAlgn="auto" latinLnBrk="0" hangingPunct="1">
              <a:lnSpc>
                <a:spcPct val="130010"/>
              </a:lnSpc>
              <a:spcBef>
                <a:spcPts val="0"/>
              </a:spcBef>
              <a:spcAft>
                <a:spcPts val="0"/>
              </a:spcAft>
              <a:buClr>
                <a:srgbClr val="000000"/>
              </a:buClr>
              <a:buSzTx/>
              <a:buFontTx/>
              <a:buNone/>
              <a:tabLst/>
              <a:defRPr/>
            </a:pPr>
            <a:r>
              <a:rPr kumimoji="0" lang="en-US" sz="3334" b="0" i="0" u="none" strike="noStrike" kern="0" cap="none" spc="0" normalizeH="0" baseline="0" noProof="0">
                <a:ln>
                  <a:noFill/>
                </a:ln>
                <a:solidFill>
                  <a:srgbClr val="FFFFFF"/>
                </a:solidFill>
                <a:effectLst/>
                <a:uLnTx/>
                <a:uFillTx/>
                <a:latin typeface="Inter"/>
                <a:ea typeface="Inter"/>
                <a:cs typeface="Inter"/>
                <a:sym typeface="Inter"/>
              </a:rPr>
              <a:t>Trill sensor</a:t>
            </a:r>
            <a:endParaRPr kumimoji="0" sz="3334" b="0" i="0" u="none" strike="noStrike" kern="0" cap="none" spc="0" normalizeH="0" baseline="0" noProof="0">
              <a:ln>
                <a:noFill/>
              </a:ln>
              <a:solidFill>
                <a:srgbClr val="FFFFFF"/>
              </a:solidFill>
              <a:effectLst/>
              <a:uLnTx/>
              <a:uFillTx/>
              <a:latin typeface="Inter"/>
              <a:ea typeface="Inter"/>
              <a:cs typeface="Inter"/>
              <a:sym typeface="Inter"/>
            </a:endParaRPr>
          </a:p>
        </p:txBody>
      </p:sp>
      <p:pic>
        <p:nvPicPr>
          <p:cNvPr id="297" name="Google Shape;297;p21"/>
          <p:cNvPicPr preferRelativeResize="0"/>
          <p:nvPr/>
        </p:nvPicPr>
        <p:blipFill>
          <a:blip r:embed="rId4">
            <a:alphaModFix/>
          </a:blip>
          <a:stretch>
            <a:fillRect/>
          </a:stretch>
        </p:blipFill>
        <p:spPr>
          <a:xfrm>
            <a:off x="7345800" y="1550835"/>
            <a:ext cx="3807216" cy="4238735"/>
          </a:xfrm>
          <a:prstGeom prst="rect">
            <a:avLst/>
          </a:prstGeom>
          <a:noFill/>
          <a:ln>
            <a:noFill/>
          </a:ln>
        </p:spPr>
      </p:pic>
      <p:sp>
        <p:nvSpPr>
          <p:cNvPr id="298" name="Google Shape;298;p21"/>
          <p:cNvSpPr txBox="1"/>
          <p:nvPr/>
        </p:nvSpPr>
        <p:spPr>
          <a:xfrm>
            <a:off x="1201433" y="2118234"/>
            <a:ext cx="5009000" cy="3484010"/>
          </a:xfrm>
          <a:prstGeom prst="rect">
            <a:avLst/>
          </a:prstGeom>
          <a:noFill/>
          <a:ln>
            <a:noFill/>
          </a:ln>
        </p:spPr>
        <p:txBody>
          <a:bodyPr spcFirstLastPara="1" wrap="square" lIns="60950" tIns="60950" rIns="60950" bIns="60950" anchor="t" anchorCtr="0">
            <a:spAutoFit/>
          </a:bodyPr>
          <a:lstStyle/>
          <a:p>
            <a:pPr marL="304815" marR="0" lvl="0" indent="-279414" algn="just" defTabSz="609630" rtl="0" eaLnBrk="1" fontAlgn="auto" latinLnBrk="0" hangingPunct="1">
              <a:lnSpc>
                <a:spcPct val="130010"/>
              </a:lnSpc>
              <a:spcBef>
                <a:spcPts val="0"/>
              </a:spcBef>
              <a:spcAft>
                <a:spcPts val="0"/>
              </a:spcAft>
              <a:buClr>
                <a:srgbClr val="FFFFFF"/>
              </a:buClr>
              <a:buSzPts val="3000"/>
              <a:buFont typeface="Inter"/>
              <a:buAutoNum type="arabicPeriod"/>
              <a:tabLst/>
              <a:defRPr/>
            </a:pPr>
            <a:r>
              <a:rPr kumimoji="0" lang="en-US" sz="2800" b="0" i="0" u="none" strike="noStrike" kern="0" cap="none" spc="0" normalizeH="0" baseline="0" noProof="0" dirty="0">
                <a:ln>
                  <a:noFill/>
                </a:ln>
                <a:solidFill>
                  <a:srgbClr val="FFFFFF"/>
                </a:solidFill>
                <a:effectLst/>
                <a:uLnTx/>
                <a:uFillTx/>
                <a:latin typeface="Inter"/>
                <a:ea typeface="Inter"/>
                <a:cs typeface="Inter"/>
                <a:sym typeface="Inter"/>
              </a:rPr>
              <a:t>Connect the cables following the diagram</a:t>
            </a:r>
            <a:endParaRPr kumimoji="0" sz="2800" b="0" i="0" u="none" strike="noStrike" kern="0" cap="none" spc="0" normalizeH="0" baseline="0" noProof="0" dirty="0">
              <a:ln>
                <a:noFill/>
              </a:ln>
              <a:solidFill>
                <a:srgbClr val="FFFFFF"/>
              </a:solidFill>
              <a:effectLst/>
              <a:uLnTx/>
              <a:uFillTx/>
              <a:latin typeface="Inter"/>
              <a:ea typeface="Inter"/>
              <a:cs typeface="Inter"/>
              <a:sym typeface="Inter"/>
            </a:endParaRPr>
          </a:p>
          <a:p>
            <a:pPr marL="304815" marR="0" lvl="0" indent="-279414" algn="just" defTabSz="609630" rtl="0" eaLnBrk="1" fontAlgn="auto" latinLnBrk="0" hangingPunct="1">
              <a:lnSpc>
                <a:spcPct val="130010"/>
              </a:lnSpc>
              <a:spcBef>
                <a:spcPts val="0"/>
              </a:spcBef>
              <a:spcAft>
                <a:spcPts val="0"/>
              </a:spcAft>
              <a:buClr>
                <a:srgbClr val="FFFFFF"/>
              </a:buClr>
              <a:buSzPts val="3000"/>
              <a:buFont typeface="Inter"/>
              <a:buAutoNum type="arabicPeriod"/>
              <a:tabLst/>
              <a:defRPr/>
            </a:pPr>
            <a:r>
              <a:rPr kumimoji="0" lang="en-US" sz="2800" b="0" i="0" u="none" strike="noStrike" kern="0" cap="none" spc="0" normalizeH="0" baseline="0" noProof="0" dirty="0">
                <a:ln>
                  <a:noFill/>
                </a:ln>
                <a:solidFill>
                  <a:srgbClr val="FFFFFF"/>
                </a:solidFill>
                <a:effectLst/>
                <a:uLnTx/>
                <a:uFillTx/>
                <a:latin typeface="Inter"/>
                <a:ea typeface="Inter"/>
                <a:cs typeface="Inter"/>
                <a:sym typeface="Inter"/>
              </a:rPr>
              <a:t>In the IDE, go to Examples &gt; Trill &gt; bar-sound</a:t>
            </a:r>
            <a:endParaRPr kumimoji="0" sz="2800" b="0" i="0" u="none" strike="noStrike" kern="0" cap="none" spc="0" normalizeH="0" baseline="0" noProof="0" dirty="0">
              <a:ln>
                <a:noFill/>
              </a:ln>
              <a:solidFill>
                <a:srgbClr val="FFFFFF"/>
              </a:solidFill>
              <a:effectLst/>
              <a:uLnTx/>
              <a:uFillTx/>
              <a:latin typeface="Inter"/>
              <a:ea typeface="Inter"/>
              <a:cs typeface="Inter"/>
              <a:sym typeface="Inter"/>
            </a:endParaRPr>
          </a:p>
          <a:p>
            <a:pPr marL="304815" marR="0" lvl="0" indent="-279414" algn="just" defTabSz="609630" rtl="0" eaLnBrk="1" fontAlgn="auto" latinLnBrk="0" hangingPunct="1">
              <a:lnSpc>
                <a:spcPct val="130010"/>
              </a:lnSpc>
              <a:spcBef>
                <a:spcPts val="0"/>
              </a:spcBef>
              <a:spcAft>
                <a:spcPts val="0"/>
              </a:spcAft>
              <a:buClr>
                <a:srgbClr val="FFFFFF"/>
              </a:buClr>
              <a:buSzPts val="3000"/>
              <a:buFont typeface="Inter"/>
              <a:buAutoNum type="arabicPeriod"/>
              <a:tabLst/>
              <a:defRPr/>
            </a:pPr>
            <a:r>
              <a:rPr kumimoji="0" lang="en-US" sz="2800" b="0" i="0" u="none" strike="noStrike" kern="0" cap="none" spc="0" normalizeH="0" baseline="0" noProof="0" dirty="0">
                <a:ln>
                  <a:noFill/>
                </a:ln>
                <a:solidFill>
                  <a:srgbClr val="FFFFFF"/>
                </a:solidFill>
                <a:effectLst/>
                <a:uLnTx/>
                <a:uFillTx/>
                <a:latin typeface="Inter"/>
                <a:ea typeface="Inter"/>
                <a:cs typeface="Inter"/>
                <a:sym typeface="Inter"/>
              </a:rPr>
              <a:t>Click the </a:t>
            </a:r>
            <a:r>
              <a:rPr kumimoji="0" lang="en-US" sz="2800" b="0" i="1" u="none" strike="noStrike" kern="0" cap="none" spc="0" normalizeH="0" baseline="0" noProof="0" dirty="0">
                <a:ln>
                  <a:noFill/>
                </a:ln>
                <a:solidFill>
                  <a:srgbClr val="FFFFFF"/>
                </a:solidFill>
                <a:effectLst/>
                <a:uLnTx/>
                <a:uFillTx/>
                <a:latin typeface="Inter"/>
                <a:ea typeface="Inter"/>
                <a:cs typeface="Inter"/>
                <a:sym typeface="Inter"/>
              </a:rPr>
              <a:t>Build &amp; Run</a:t>
            </a:r>
            <a:r>
              <a:rPr kumimoji="0" lang="en-US" sz="2800" b="0" i="0" u="none" strike="noStrike" kern="0" cap="none" spc="0" normalizeH="0" baseline="0" noProof="0" dirty="0">
                <a:ln>
                  <a:noFill/>
                </a:ln>
                <a:solidFill>
                  <a:srgbClr val="FFFFFF"/>
                </a:solidFill>
                <a:effectLst/>
                <a:uLnTx/>
                <a:uFillTx/>
                <a:latin typeface="Inter"/>
                <a:ea typeface="Inter"/>
                <a:cs typeface="Inter"/>
                <a:sym typeface="Inter"/>
              </a:rPr>
              <a:t> button at the bottom left </a:t>
            </a:r>
            <a:endParaRPr kumimoji="0" sz="2800" b="0" i="0" u="none" strike="noStrike" kern="0" cap="none" spc="0" normalizeH="0" baseline="0" noProof="0" dirty="0">
              <a:ln>
                <a:noFill/>
              </a:ln>
              <a:solidFill>
                <a:srgbClr val="FFFFFF"/>
              </a:solidFill>
              <a:effectLst/>
              <a:uLnTx/>
              <a:uFillTx/>
              <a:latin typeface="Inter"/>
              <a:ea typeface="Inter"/>
              <a:cs typeface="Inter"/>
              <a:sym typeface="Inter"/>
            </a:endParaRPr>
          </a:p>
        </p:txBody>
      </p:sp>
      <p:sp>
        <p:nvSpPr>
          <p:cNvPr id="2" name="Footer Placeholder 1">
            <a:extLst>
              <a:ext uri="{FF2B5EF4-FFF2-40B4-BE49-F238E27FC236}">
                <a16:creationId xmlns:a16="http://schemas.microsoft.com/office/drawing/2014/main" id="{8D537813-6851-DA90-2B39-DAE6C9816B08}"/>
              </a:ext>
            </a:extLst>
          </p:cNvPr>
          <p:cNvSpPr>
            <a:spLocks noGrp="1"/>
          </p:cNvSpPr>
          <p:nvPr>
            <p:ph type="ftr" idx="11"/>
          </p:nvPr>
        </p:nvSpPr>
        <p:spPr>
          <a:xfrm>
            <a:off x="2638269" y="6404528"/>
            <a:ext cx="6452589" cy="335207"/>
          </a:xfrm>
        </p:spPr>
        <p:txBody>
          <a:bodyPr/>
          <a:lstStyle/>
          <a:p>
            <a:pPr marL="0" marR="0" lvl="0" indent="0" algn="ctr" defTabSz="914400" rtl="0" eaLnBrk="1" fontAlgn="auto" latinLnBrk="0" hangingPunct="1">
              <a:lnSpc>
                <a:spcPct val="100000"/>
              </a:lnSpc>
              <a:spcBef>
                <a:spcPts val="0"/>
              </a:spcBef>
              <a:spcAft>
                <a:spcPts val="0"/>
              </a:spcAft>
              <a:buClrTx/>
              <a:buSzPts val="1400"/>
              <a:buFontTx/>
              <a:buNone/>
              <a:tabLst/>
              <a:defRPr/>
            </a:pPr>
            <a:r>
              <a:rPr kumimoji="0" lang="en-GB" sz="1800" b="0" i="0" u="none" strike="noStrike" kern="1200" cap="none" spc="0" normalizeH="0" baseline="0" noProof="0">
                <a:ln>
                  <a:noFill/>
                </a:ln>
                <a:solidFill>
                  <a:srgbClr val="FFFFFF"/>
                </a:solidFill>
                <a:effectLst/>
                <a:uLnTx/>
                <a:uFillTx/>
                <a:latin typeface="Arial"/>
                <a:ea typeface="+mn-ea"/>
                <a:cs typeface="+mn-cs"/>
              </a:rPr>
              <a:t>Slough and Langley | CCI | UAL | BSc Data Science and AI | 29th January 2025</a:t>
            </a: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3" name="Slide Number Placeholder 2">
            <a:extLst>
              <a:ext uri="{FF2B5EF4-FFF2-40B4-BE49-F238E27FC236}">
                <a16:creationId xmlns:a16="http://schemas.microsoft.com/office/drawing/2014/main" id="{4D9652B5-CDB1-5207-A3C8-AC7F2C00E0A4}"/>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800" b="0" i="0" u="none" strike="noStrike" kern="1200" cap="none" spc="0" normalizeH="0" baseline="0" noProof="0" smtClean="0">
                <a:ln>
                  <a:noFill/>
                </a:ln>
                <a:solidFill>
                  <a:srgbClr val="888888"/>
                </a:solidFill>
                <a:effectLst/>
                <a:uLnTx/>
                <a:uFillTx/>
                <a:latin typeface="Calibri"/>
                <a:cs typeface="Calibri"/>
                <a:sym typeface="Calibri"/>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800" b="0" i="0" u="none" strike="noStrike" kern="1200" cap="none" spc="0" normalizeH="0" baseline="0" noProof="0">
              <a:ln>
                <a:noFill/>
              </a:ln>
              <a:solidFill>
                <a:srgbClr val="888888"/>
              </a:solidFill>
              <a:effectLst/>
              <a:uLnTx/>
              <a:uFillTx/>
              <a:latin typeface="Calibri"/>
              <a:cs typeface="Calibri"/>
              <a:sym typeface="Calibri"/>
            </a:endParaRP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303"/>
        <p:cNvGrpSpPr/>
        <p:nvPr/>
      </p:nvGrpSpPr>
      <p:grpSpPr>
        <a:xfrm>
          <a:off x="0" y="0"/>
          <a:ext cx="0" cy="0"/>
          <a:chOff x="0" y="0"/>
          <a:chExt cx="0" cy="0"/>
        </a:xfrm>
      </p:grpSpPr>
      <p:sp>
        <p:nvSpPr>
          <p:cNvPr id="304" name="Google Shape;304;p22"/>
          <p:cNvSpPr txBox="1"/>
          <p:nvPr/>
        </p:nvSpPr>
        <p:spPr>
          <a:xfrm>
            <a:off x="1154617" y="612929"/>
            <a:ext cx="9718200" cy="646331"/>
          </a:xfrm>
          <a:prstGeom prst="rect">
            <a:avLst/>
          </a:prstGeom>
          <a:noFill/>
          <a:ln>
            <a:noFill/>
          </a:ln>
        </p:spPr>
        <p:txBody>
          <a:bodyPr spcFirstLastPara="1" wrap="square" lIns="0" tIns="0" rIns="0" bIns="0" anchor="t" anchorCtr="0">
            <a:spAutoFit/>
          </a:bodyPr>
          <a:lstStyle/>
          <a:p>
            <a:pPr marL="0" marR="0" lvl="0" indent="0" algn="ctr" defTabSz="609630" rtl="0" eaLnBrk="1" fontAlgn="auto" latinLnBrk="0" hangingPunct="1">
              <a:lnSpc>
                <a:spcPct val="140000"/>
              </a:lnSpc>
              <a:spcBef>
                <a:spcPts val="0"/>
              </a:spcBef>
              <a:spcAft>
                <a:spcPts val="0"/>
              </a:spcAft>
              <a:buClr>
                <a:srgbClr val="000000"/>
              </a:buClr>
              <a:buSzTx/>
              <a:buFontTx/>
              <a:buNone/>
              <a:tabLst/>
              <a:defRPr/>
            </a:pPr>
            <a:endParaRPr kumimoji="0" sz="3000" b="1" i="0" u="none" strike="noStrike" kern="0" cap="none" spc="0" normalizeH="0" baseline="0" noProof="0">
              <a:ln>
                <a:noFill/>
              </a:ln>
              <a:solidFill>
                <a:srgbClr val="FFFFFF"/>
              </a:solidFill>
              <a:effectLst/>
              <a:uLnTx/>
              <a:uFillTx/>
              <a:latin typeface="Inter"/>
              <a:ea typeface="Inter"/>
              <a:cs typeface="Inter"/>
              <a:sym typeface="Inter"/>
            </a:endParaRPr>
          </a:p>
        </p:txBody>
      </p:sp>
      <p:pic>
        <p:nvPicPr>
          <p:cNvPr id="305" name="Google Shape;305;p22"/>
          <p:cNvPicPr preferRelativeResize="0"/>
          <p:nvPr/>
        </p:nvPicPr>
        <p:blipFill>
          <a:blip r:embed="rId3">
            <a:alphaModFix amt="23000"/>
          </a:blip>
          <a:stretch>
            <a:fillRect/>
          </a:stretch>
        </p:blipFill>
        <p:spPr>
          <a:xfrm>
            <a:off x="10031401" y="6404529"/>
            <a:ext cx="1940801" cy="294721"/>
          </a:xfrm>
          <a:prstGeom prst="rect">
            <a:avLst/>
          </a:prstGeom>
          <a:noFill/>
          <a:ln>
            <a:noFill/>
          </a:ln>
        </p:spPr>
      </p:pic>
      <p:sp>
        <p:nvSpPr>
          <p:cNvPr id="307" name="Google Shape;307;p22"/>
          <p:cNvSpPr txBox="1"/>
          <p:nvPr/>
        </p:nvSpPr>
        <p:spPr>
          <a:xfrm>
            <a:off x="4795000" y="525734"/>
            <a:ext cx="3935400" cy="790133"/>
          </a:xfrm>
          <a:prstGeom prst="rect">
            <a:avLst/>
          </a:prstGeom>
          <a:noFill/>
          <a:ln>
            <a:noFill/>
          </a:ln>
        </p:spPr>
        <p:txBody>
          <a:bodyPr spcFirstLastPara="1" wrap="square" lIns="60950" tIns="60950" rIns="60950" bIns="60950" anchor="t" anchorCtr="0">
            <a:spAutoFit/>
          </a:bodyPr>
          <a:lstStyle/>
          <a:p>
            <a:pPr marL="0" marR="0" lvl="0" indent="0" algn="just" defTabSz="609630" rtl="0" eaLnBrk="1" fontAlgn="auto" latinLnBrk="0" hangingPunct="1">
              <a:lnSpc>
                <a:spcPct val="130010"/>
              </a:lnSpc>
              <a:spcBef>
                <a:spcPts val="0"/>
              </a:spcBef>
              <a:spcAft>
                <a:spcPts val="0"/>
              </a:spcAft>
              <a:buClr>
                <a:srgbClr val="000000"/>
              </a:buClr>
              <a:buSzTx/>
              <a:buFontTx/>
              <a:buNone/>
              <a:tabLst/>
              <a:defRPr/>
            </a:pPr>
            <a:r>
              <a:rPr kumimoji="0" lang="en-US" sz="3334" b="0" i="0" u="none" strike="noStrike" kern="0" cap="none" spc="0" normalizeH="0" baseline="0" noProof="0">
                <a:ln>
                  <a:noFill/>
                </a:ln>
                <a:solidFill>
                  <a:srgbClr val="FFFFFF"/>
                </a:solidFill>
                <a:effectLst/>
                <a:uLnTx/>
                <a:uFillTx/>
                <a:latin typeface="Inter"/>
                <a:ea typeface="Inter"/>
                <a:cs typeface="Inter"/>
                <a:sym typeface="Inter"/>
              </a:rPr>
              <a:t>Activity time!</a:t>
            </a:r>
            <a:endParaRPr kumimoji="0" sz="3334" b="0" i="0" u="none" strike="noStrike" kern="0" cap="none" spc="0" normalizeH="0" baseline="0" noProof="0">
              <a:ln>
                <a:noFill/>
              </a:ln>
              <a:solidFill>
                <a:srgbClr val="FFFFFF"/>
              </a:solidFill>
              <a:effectLst/>
              <a:uLnTx/>
              <a:uFillTx/>
              <a:latin typeface="Inter"/>
              <a:ea typeface="Inter"/>
              <a:cs typeface="Inter"/>
              <a:sym typeface="Inter"/>
            </a:endParaRPr>
          </a:p>
        </p:txBody>
      </p:sp>
      <p:sp>
        <p:nvSpPr>
          <p:cNvPr id="308" name="Google Shape;308;p22"/>
          <p:cNvSpPr txBox="1"/>
          <p:nvPr/>
        </p:nvSpPr>
        <p:spPr>
          <a:xfrm>
            <a:off x="956017" y="1415221"/>
            <a:ext cx="10115400" cy="5324514"/>
          </a:xfrm>
          <a:prstGeom prst="rect">
            <a:avLst/>
          </a:prstGeom>
          <a:noFill/>
          <a:ln>
            <a:noFill/>
          </a:ln>
        </p:spPr>
        <p:txBody>
          <a:bodyPr spcFirstLastPara="1" wrap="square" lIns="60950" tIns="60950" rIns="60950" bIns="60950" anchor="t" anchorCtr="0">
            <a:spAutoFit/>
          </a:bodyPr>
          <a:lstStyle/>
          <a:p>
            <a:pPr marL="0" marR="0" lvl="0" indent="0" algn="just" defTabSz="609630" rtl="0" eaLnBrk="1" fontAlgn="auto" latinLnBrk="0" hangingPunct="1">
              <a:lnSpc>
                <a:spcPct val="130010"/>
              </a:lnSpc>
              <a:spcBef>
                <a:spcPts val="0"/>
              </a:spcBef>
              <a:spcAft>
                <a:spcPts val="0"/>
              </a:spcAft>
              <a:buClr>
                <a:srgbClr val="000000"/>
              </a:buClr>
              <a:buSzTx/>
              <a:buFontTx/>
              <a:buNone/>
              <a:tabLst/>
              <a:defRPr/>
            </a:pPr>
            <a:r>
              <a:rPr kumimoji="0" lang="en-US" sz="2800" b="0" i="0" u="none" strike="noStrike" kern="0" cap="none" spc="0" normalizeH="0" baseline="0" noProof="0" dirty="0">
                <a:ln>
                  <a:noFill/>
                </a:ln>
                <a:solidFill>
                  <a:srgbClr val="FFFFFF"/>
                </a:solidFill>
                <a:effectLst/>
                <a:uLnTx/>
                <a:uFillTx/>
                <a:latin typeface="Inter"/>
                <a:ea typeface="Inter"/>
                <a:cs typeface="Inter"/>
                <a:sym typeface="Inter"/>
              </a:rPr>
              <a:t>Gather in groups of four and go around your area to explore. The goal is to collect some data that you will then input into Bela to make sound from it. We will have pre-prepared code in Bela, so you don’t have to know technicalities on music or sound, just focus on how to feed the data to the code.  </a:t>
            </a:r>
            <a:endParaRPr kumimoji="0" sz="2800" b="0" i="0" u="none" strike="noStrike" kern="0" cap="none" spc="0" normalizeH="0" baseline="0" noProof="0" dirty="0">
              <a:ln>
                <a:noFill/>
              </a:ln>
              <a:solidFill>
                <a:srgbClr val="FFFFFF"/>
              </a:solidFill>
              <a:effectLst/>
              <a:uLnTx/>
              <a:uFillTx/>
              <a:latin typeface="Inter"/>
              <a:ea typeface="Inter"/>
              <a:cs typeface="Inter"/>
              <a:sym typeface="Inter"/>
            </a:endParaRPr>
          </a:p>
          <a:p>
            <a:pPr marL="0" marR="0" lvl="0" indent="0" algn="just" defTabSz="609630" rtl="0" eaLnBrk="1" fontAlgn="auto" latinLnBrk="0" hangingPunct="1">
              <a:lnSpc>
                <a:spcPct val="130010"/>
              </a:lnSpc>
              <a:spcBef>
                <a:spcPts val="0"/>
              </a:spcBef>
              <a:spcAft>
                <a:spcPts val="0"/>
              </a:spcAft>
              <a:buClr>
                <a:srgbClr val="000000"/>
              </a:buClr>
              <a:buSzTx/>
              <a:buFontTx/>
              <a:buNone/>
              <a:tabLst/>
              <a:defRPr/>
            </a:pPr>
            <a:endParaRPr kumimoji="0" sz="2000" b="0" i="0" u="none" strike="noStrike" kern="0" cap="none" spc="0" normalizeH="0" baseline="0" noProof="0" dirty="0">
              <a:ln>
                <a:noFill/>
              </a:ln>
              <a:solidFill>
                <a:srgbClr val="FFFFFF"/>
              </a:solidFill>
              <a:effectLst/>
              <a:uLnTx/>
              <a:uFillTx/>
              <a:latin typeface="Inter"/>
              <a:ea typeface="Inter"/>
              <a:cs typeface="Inter"/>
              <a:sym typeface="Inter"/>
            </a:endParaRPr>
          </a:p>
          <a:p>
            <a:pPr marL="0" marR="0" lvl="0" indent="0" algn="just" defTabSz="609630" rtl="0" eaLnBrk="1" fontAlgn="auto" latinLnBrk="0" hangingPunct="1">
              <a:lnSpc>
                <a:spcPct val="130010"/>
              </a:lnSpc>
              <a:spcBef>
                <a:spcPts val="0"/>
              </a:spcBef>
              <a:spcAft>
                <a:spcPts val="0"/>
              </a:spcAft>
              <a:buClr>
                <a:srgbClr val="000000"/>
              </a:buClr>
              <a:buSzTx/>
              <a:buFontTx/>
              <a:buNone/>
              <a:tabLst/>
              <a:defRPr/>
            </a:pPr>
            <a:r>
              <a:rPr kumimoji="0" lang="en-US" sz="2000" b="0" i="0" u="none" strike="noStrike" kern="0" cap="none" spc="0" normalizeH="0" baseline="0" noProof="0" dirty="0">
                <a:ln>
                  <a:noFill/>
                </a:ln>
                <a:solidFill>
                  <a:srgbClr val="FFFFFF"/>
                </a:solidFill>
                <a:effectLst/>
                <a:uLnTx/>
                <a:uFillTx/>
                <a:latin typeface="Inter"/>
                <a:ea typeface="Inter"/>
                <a:cs typeface="Inter"/>
                <a:sym typeface="Inter"/>
              </a:rPr>
              <a:t>Examples to get inspired: </a:t>
            </a:r>
            <a:endParaRPr kumimoji="0" sz="2000" b="0" i="0" u="none" strike="noStrike" kern="0" cap="none" spc="0" normalizeH="0" baseline="0" noProof="0" dirty="0">
              <a:ln>
                <a:noFill/>
              </a:ln>
              <a:solidFill>
                <a:srgbClr val="FFFFFF"/>
              </a:solidFill>
              <a:effectLst/>
              <a:uLnTx/>
              <a:uFillTx/>
              <a:latin typeface="Inter"/>
              <a:ea typeface="Inter"/>
              <a:cs typeface="Inter"/>
              <a:sym typeface="Inter"/>
            </a:endParaRPr>
          </a:p>
          <a:p>
            <a:pPr marL="304815" marR="0" lvl="0" indent="-237079" algn="just" defTabSz="609630" rtl="0" eaLnBrk="1" fontAlgn="auto" latinLnBrk="0" hangingPunct="1">
              <a:lnSpc>
                <a:spcPct val="130010"/>
              </a:lnSpc>
              <a:spcBef>
                <a:spcPts val="0"/>
              </a:spcBef>
              <a:spcAft>
                <a:spcPts val="0"/>
              </a:spcAft>
              <a:buClr>
                <a:srgbClr val="FFFFFF"/>
              </a:buClr>
              <a:buSzPts val="2000"/>
              <a:buFont typeface="Inter"/>
              <a:buChar char="-"/>
              <a:tabLst/>
              <a:defRPr/>
            </a:pPr>
            <a:r>
              <a:rPr kumimoji="0" lang="en-US" sz="2000" b="0" i="0" u="none" strike="noStrike" kern="0" cap="none" spc="0" normalizeH="0" baseline="0" noProof="0" dirty="0">
                <a:ln>
                  <a:noFill/>
                </a:ln>
                <a:solidFill>
                  <a:srgbClr val="FFFFFF"/>
                </a:solidFill>
                <a:effectLst/>
                <a:uLnTx/>
                <a:uFillTx/>
                <a:latin typeface="Inter"/>
                <a:ea typeface="Inter"/>
                <a:cs typeface="Inter"/>
                <a:sym typeface="Inter"/>
              </a:rPr>
              <a:t>Count pedestrian’s steps per minute and create a rhythm.</a:t>
            </a:r>
            <a:endParaRPr kumimoji="0" sz="2000" b="0" i="0" u="none" strike="noStrike" kern="0" cap="none" spc="0" normalizeH="0" baseline="0" noProof="0" dirty="0">
              <a:ln>
                <a:noFill/>
              </a:ln>
              <a:solidFill>
                <a:srgbClr val="FFFFFF"/>
              </a:solidFill>
              <a:effectLst/>
              <a:uLnTx/>
              <a:uFillTx/>
              <a:latin typeface="Inter"/>
              <a:ea typeface="Inter"/>
              <a:cs typeface="Inter"/>
              <a:sym typeface="Inter"/>
            </a:endParaRPr>
          </a:p>
          <a:p>
            <a:pPr marL="304815" marR="0" lvl="0" indent="-237079" algn="just" defTabSz="609630" rtl="0" eaLnBrk="1" fontAlgn="auto" latinLnBrk="0" hangingPunct="1">
              <a:lnSpc>
                <a:spcPct val="130010"/>
              </a:lnSpc>
              <a:spcBef>
                <a:spcPts val="0"/>
              </a:spcBef>
              <a:spcAft>
                <a:spcPts val="0"/>
              </a:spcAft>
              <a:buClr>
                <a:srgbClr val="FFFFFF"/>
              </a:buClr>
              <a:buSzPts val="2000"/>
              <a:buFont typeface="Inter"/>
              <a:buChar char="-"/>
              <a:tabLst/>
              <a:defRPr/>
            </a:pPr>
            <a:r>
              <a:rPr kumimoji="0" lang="en-US" sz="2000" b="0" i="0" u="none" strike="noStrike" kern="0" cap="none" spc="0" normalizeH="0" baseline="0" noProof="0" dirty="0">
                <a:ln>
                  <a:noFill/>
                </a:ln>
                <a:solidFill>
                  <a:srgbClr val="FFFFFF"/>
                </a:solidFill>
                <a:effectLst/>
                <a:uLnTx/>
                <a:uFillTx/>
                <a:latin typeface="Inter"/>
                <a:ea typeface="Inter"/>
                <a:cs typeface="Inter"/>
                <a:sym typeface="Inter"/>
              </a:rPr>
              <a:t>Map student counts per year to pitch of notes.</a:t>
            </a:r>
            <a:endParaRPr kumimoji="0" sz="2000" b="0" i="0" u="none" strike="noStrike" kern="0" cap="none" spc="0" normalizeH="0" baseline="0" noProof="0" dirty="0">
              <a:ln>
                <a:noFill/>
              </a:ln>
              <a:solidFill>
                <a:srgbClr val="FFFFFF"/>
              </a:solidFill>
              <a:effectLst/>
              <a:uLnTx/>
              <a:uFillTx/>
              <a:latin typeface="Inter"/>
              <a:ea typeface="Inter"/>
              <a:cs typeface="Inter"/>
              <a:sym typeface="Inter"/>
            </a:endParaRPr>
          </a:p>
          <a:p>
            <a:pPr marL="304815" marR="0" lvl="0" indent="-237079" algn="just" defTabSz="609630" rtl="0" eaLnBrk="1" fontAlgn="auto" latinLnBrk="0" hangingPunct="1">
              <a:lnSpc>
                <a:spcPct val="130010"/>
              </a:lnSpc>
              <a:spcBef>
                <a:spcPts val="0"/>
              </a:spcBef>
              <a:spcAft>
                <a:spcPts val="0"/>
              </a:spcAft>
              <a:buClr>
                <a:srgbClr val="FFFFFF"/>
              </a:buClr>
              <a:buSzPts val="2000"/>
              <a:buFont typeface="Inter"/>
              <a:buChar char="-"/>
              <a:tabLst/>
              <a:defRPr/>
            </a:pPr>
            <a:r>
              <a:rPr kumimoji="0" lang="en-US" sz="2000" b="0" i="0" u="none" strike="noStrike" kern="0" cap="none" spc="0" normalizeH="0" baseline="0" noProof="0" dirty="0">
                <a:ln>
                  <a:noFill/>
                </a:ln>
                <a:solidFill>
                  <a:srgbClr val="FFFFFF"/>
                </a:solidFill>
                <a:effectLst/>
                <a:uLnTx/>
                <a:uFillTx/>
                <a:latin typeface="Inter"/>
                <a:ea typeface="Inter"/>
                <a:cs typeface="Inter"/>
                <a:sym typeface="Inter"/>
              </a:rPr>
              <a:t>Count time in traffic lights and turn them into rhythms</a:t>
            </a:r>
            <a:endParaRPr kumimoji="0" sz="2000" b="0" i="0" u="none" strike="noStrike" kern="0" cap="none" spc="0" normalizeH="0" baseline="0" noProof="0" dirty="0">
              <a:ln>
                <a:noFill/>
              </a:ln>
              <a:solidFill>
                <a:srgbClr val="FFFFFF"/>
              </a:solidFill>
              <a:effectLst/>
              <a:uLnTx/>
              <a:uFillTx/>
              <a:latin typeface="Inter"/>
              <a:ea typeface="Inter"/>
              <a:cs typeface="Inter"/>
              <a:sym typeface="Inter"/>
            </a:endParaRPr>
          </a:p>
          <a:p>
            <a:pPr marL="0" marR="0" lvl="0" indent="0" algn="just" defTabSz="609630" rtl="0" eaLnBrk="1" fontAlgn="auto" latinLnBrk="0" hangingPunct="1">
              <a:lnSpc>
                <a:spcPct val="130010"/>
              </a:lnSpc>
              <a:spcBef>
                <a:spcPts val="0"/>
              </a:spcBef>
              <a:spcAft>
                <a:spcPts val="0"/>
              </a:spcAft>
              <a:buClr>
                <a:srgbClr val="000000"/>
              </a:buClr>
              <a:buSzTx/>
              <a:buFontTx/>
              <a:buNone/>
              <a:tabLst/>
              <a:defRPr/>
            </a:pPr>
            <a:endParaRPr kumimoji="0" sz="2000" b="0" i="0" u="none" strike="noStrike" kern="0" cap="none" spc="0" normalizeH="0" baseline="0" noProof="0" dirty="0">
              <a:ln>
                <a:noFill/>
              </a:ln>
              <a:solidFill>
                <a:srgbClr val="FFFFFF"/>
              </a:solidFill>
              <a:effectLst/>
              <a:uLnTx/>
              <a:uFillTx/>
              <a:latin typeface="Inter"/>
              <a:ea typeface="Inter"/>
              <a:cs typeface="Inter"/>
              <a:sym typeface="Inter"/>
            </a:endParaRPr>
          </a:p>
        </p:txBody>
      </p:sp>
      <p:sp>
        <p:nvSpPr>
          <p:cNvPr id="2" name="Footer Placeholder 1">
            <a:extLst>
              <a:ext uri="{FF2B5EF4-FFF2-40B4-BE49-F238E27FC236}">
                <a16:creationId xmlns:a16="http://schemas.microsoft.com/office/drawing/2014/main" id="{DAED56B6-483D-5CA4-D3A8-5DF75F081DC4}"/>
              </a:ext>
            </a:extLst>
          </p:cNvPr>
          <p:cNvSpPr>
            <a:spLocks noGrp="1"/>
          </p:cNvSpPr>
          <p:nvPr>
            <p:ph type="ftr" idx="11"/>
          </p:nvPr>
        </p:nvSpPr>
        <p:spPr>
          <a:xfrm>
            <a:off x="2638269" y="6404528"/>
            <a:ext cx="6452589" cy="335207"/>
          </a:xfrm>
        </p:spPr>
        <p:txBody>
          <a:bodyPr/>
          <a:lstStyle/>
          <a:p>
            <a:pPr marL="0" marR="0" lvl="0" indent="0" algn="ctr" defTabSz="914400" rtl="0" eaLnBrk="1" fontAlgn="auto" latinLnBrk="0" hangingPunct="1">
              <a:lnSpc>
                <a:spcPct val="100000"/>
              </a:lnSpc>
              <a:spcBef>
                <a:spcPts val="0"/>
              </a:spcBef>
              <a:spcAft>
                <a:spcPts val="0"/>
              </a:spcAft>
              <a:buClrTx/>
              <a:buSzPts val="1400"/>
              <a:buFontTx/>
              <a:buNone/>
              <a:tabLst/>
              <a:defRPr/>
            </a:pPr>
            <a:r>
              <a:rPr kumimoji="0" lang="en-GB" sz="1800" b="0" i="0" u="none" strike="noStrike" kern="1200" cap="none" spc="0" normalizeH="0" baseline="0" noProof="0">
                <a:ln>
                  <a:noFill/>
                </a:ln>
                <a:solidFill>
                  <a:srgbClr val="FFFFFF"/>
                </a:solidFill>
                <a:effectLst/>
                <a:uLnTx/>
                <a:uFillTx/>
                <a:latin typeface="Arial"/>
                <a:ea typeface="+mn-ea"/>
                <a:cs typeface="+mn-cs"/>
              </a:rPr>
              <a:t>Slough and Langley | CCI | UAL | BSc Data Science and AI | 29th January 2025</a:t>
            </a: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3" name="Slide Number Placeholder 2">
            <a:extLst>
              <a:ext uri="{FF2B5EF4-FFF2-40B4-BE49-F238E27FC236}">
                <a16:creationId xmlns:a16="http://schemas.microsoft.com/office/drawing/2014/main" id="{1E060E94-E23E-658C-816F-D5FA5EF6162C}"/>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800" b="0" i="0" u="none" strike="noStrike" kern="1200" cap="none" spc="0" normalizeH="0" baseline="0" noProof="0" smtClean="0">
                <a:ln>
                  <a:noFill/>
                </a:ln>
                <a:solidFill>
                  <a:srgbClr val="888888"/>
                </a:solidFill>
                <a:effectLst/>
                <a:uLnTx/>
                <a:uFillTx/>
                <a:latin typeface="Calibri"/>
                <a:cs typeface="Calibri"/>
                <a:sym typeface="Calibri"/>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800" b="0" i="0" u="none" strike="noStrike" kern="1200" cap="none" spc="0" normalizeH="0" baseline="0" noProof="0">
              <a:ln>
                <a:noFill/>
              </a:ln>
              <a:solidFill>
                <a:srgbClr val="888888"/>
              </a:solidFill>
              <a:effectLst/>
              <a:uLnTx/>
              <a:uFillTx/>
              <a:latin typeface="Calibri"/>
              <a:cs typeface="Calibri"/>
              <a:sym typeface="Calibri"/>
            </a:endParaRP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000000"/>
        </a:solidFill>
        <a:effectLst/>
      </p:bgPr>
    </p:bg>
    <p:spTree>
      <p:nvGrpSpPr>
        <p:cNvPr id="1" name="Shape 303">
          <a:extLst>
            <a:ext uri="{FF2B5EF4-FFF2-40B4-BE49-F238E27FC236}">
              <a16:creationId xmlns:a16="http://schemas.microsoft.com/office/drawing/2014/main" id="{A0A53854-9ADA-73F9-A83C-3036E0060254}"/>
            </a:ext>
          </a:extLst>
        </p:cNvPr>
        <p:cNvGrpSpPr/>
        <p:nvPr/>
      </p:nvGrpSpPr>
      <p:grpSpPr>
        <a:xfrm>
          <a:off x="0" y="0"/>
          <a:ext cx="0" cy="0"/>
          <a:chOff x="0" y="0"/>
          <a:chExt cx="0" cy="0"/>
        </a:xfrm>
      </p:grpSpPr>
      <p:sp>
        <p:nvSpPr>
          <p:cNvPr id="304" name="Google Shape;304;p22">
            <a:extLst>
              <a:ext uri="{FF2B5EF4-FFF2-40B4-BE49-F238E27FC236}">
                <a16:creationId xmlns:a16="http://schemas.microsoft.com/office/drawing/2014/main" id="{1ABCB5C5-FCA6-1567-5029-05CB415765B6}"/>
              </a:ext>
            </a:extLst>
          </p:cNvPr>
          <p:cNvSpPr txBox="1"/>
          <p:nvPr/>
        </p:nvSpPr>
        <p:spPr>
          <a:xfrm>
            <a:off x="1154617" y="612929"/>
            <a:ext cx="9718200" cy="646331"/>
          </a:xfrm>
          <a:prstGeom prst="rect">
            <a:avLst/>
          </a:prstGeom>
          <a:noFill/>
          <a:ln>
            <a:noFill/>
          </a:ln>
        </p:spPr>
        <p:txBody>
          <a:bodyPr spcFirstLastPara="1" wrap="square" lIns="0" tIns="0" rIns="0" bIns="0" anchor="t" anchorCtr="0">
            <a:spAutoFit/>
          </a:bodyPr>
          <a:lstStyle/>
          <a:p>
            <a:pPr marL="0" marR="0" lvl="0" indent="0" algn="ctr" defTabSz="609630" rtl="0" eaLnBrk="1" fontAlgn="auto" latinLnBrk="0" hangingPunct="1">
              <a:lnSpc>
                <a:spcPct val="140000"/>
              </a:lnSpc>
              <a:spcBef>
                <a:spcPts val="0"/>
              </a:spcBef>
              <a:spcAft>
                <a:spcPts val="0"/>
              </a:spcAft>
              <a:buClr>
                <a:srgbClr val="000000"/>
              </a:buClr>
              <a:buSzTx/>
              <a:buFontTx/>
              <a:buNone/>
              <a:tabLst/>
              <a:defRPr/>
            </a:pPr>
            <a:endParaRPr kumimoji="0" sz="3000" b="1" i="0" u="none" strike="noStrike" kern="0" cap="none" spc="0" normalizeH="0" baseline="0" noProof="0">
              <a:ln>
                <a:noFill/>
              </a:ln>
              <a:solidFill>
                <a:srgbClr val="FFFFFF"/>
              </a:solidFill>
              <a:effectLst/>
              <a:uLnTx/>
              <a:uFillTx/>
              <a:latin typeface="Inter"/>
              <a:ea typeface="Inter"/>
              <a:cs typeface="Inter"/>
              <a:sym typeface="Inter"/>
            </a:endParaRPr>
          </a:p>
        </p:txBody>
      </p:sp>
      <p:pic>
        <p:nvPicPr>
          <p:cNvPr id="305" name="Google Shape;305;p22">
            <a:extLst>
              <a:ext uri="{FF2B5EF4-FFF2-40B4-BE49-F238E27FC236}">
                <a16:creationId xmlns:a16="http://schemas.microsoft.com/office/drawing/2014/main" id="{BDC95803-176C-6FF4-B9B6-93F14D15E9E1}"/>
              </a:ext>
            </a:extLst>
          </p:cNvPr>
          <p:cNvPicPr preferRelativeResize="0"/>
          <p:nvPr/>
        </p:nvPicPr>
        <p:blipFill>
          <a:blip r:embed="rId3">
            <a:alphaModFix amt="23000"/>
          </a:blip>
          <a:stretch>
            <a:fillRect/>
          </a:stretch>
        </p:blipFill>
        <p:spPr>
          <a:xfrm>
            <a:off x="10031401" y="6404529"/>
            <a:ext cx="1940801" cy="294721"/>
          </a:xfrm>
          <a:prstGeom prst="rect">
            <a:avLst/>
          </a:prstGeom>
          <a:noFill/>
          <a:ln>
            <a:noFill/>
          </a:ln>
        </p:spPr>
      </p:pic>
      <p:sp>
        <p:nvSpPr>
          <p:cNvPr id="307" name="Google Shape;307;p22">
            <a:extLst>
              <a:ext uri="{FF2B5EF4-FFF2-40B4-BE49-F238E27FC236}">
                <a16:creationId xmlns:a16="http://schemas.microsoft.com/office/drawing/2014/main" id="{61CD8332-8A10-48C3-8331-7D9ECFD4FD1D}"/>
              </a:ext>
            </a:extLst>
          </p:cNvPr>
          <p:cNvSpPr txBox="1"/>
          <p:nvPr/>
        </p:nvSpPr>
        <p:spPr>
          <a:xfrm>
            <a:off x="4795000" y="525734"/>
            <a:ext cx="3935400" cy="790133"/>
          </a:xfrm>
          <a:prstGeom prst="rect">
            <a:avLst/>
          </a:prstGeom>
          <a:noFill/>
          <a:ln>
            <a:noFill/>
          </a:ln>
        </p:spPr>
        <p:txBody>
          <a:bodyPr spcFirstLastPara="1" wrap="square" lIns="60950" tIns="60950" rIns="60950" bIns="60950" anchor="t" anchorCtr="0">
            <a:spAutoFit/>
          </a:bodyPr>
          <a:lstStyle/>
          <a:p>
            <a:pPr marL="0" marR="0" lvl="0" indent="0" algn="just" defTabSz="609630" rtl="0" eaLnBrk="1" fontAlgn="auto" latinLnBrk="0" hangingPunct="1">
              <a:lnSpc>
                <a:spcPct val="130010"/>
              </a:lnSpc>
              <a:spcBef>
                <a:spcPts val="0"/>
              </a:spcBef>
              <a:spcAft>
                <a:spcPts val="0"/>
              </a:spcAft>
              <a:buClr>
                <a:srgbClr val="000000"/>
              </a:buClr>
              <a:buSzTx/>
              <a:buFontTx/>
              <a:buNone/>
              <a:tabLst/>
              <a:defRPr/>
            </a:pPr>
            <a:r>
              <a:rPr kumimoji="0" lang="en-US" sz="3334" b="0" i="0" u="none" strike="noStrike" kern="0" cap="none" spc="0" normalizeH="0" baseline="0" noProof="0">
                <a:ln>
                  <a:noFill/>
                </a:ln>
                <a:solidFill>
                  <a:srgbClr val="FFFFFF"/>
                </a:solidFill>
                <a:effectLst/>
                <a:uLnTx/>
                <a:uFillTx/>
                <a:latin typeface="Inter"/>
                <a:ea typeface="Inter"/>
                <a:cs typeface="Inter"/>
                <a:sym typeface="Inter"/>
              </a:rPr>
              <a:t>Activity time!</a:t>
            </a:r>
            <a:endParaRPr kumimoji="0" sz="3334" b="0" i="0" u="none" strike="noStrike" kern="0" cap="none" spc="0" normalizeH="0" baseline="0" noProof="0">
              <a:ln>
                <a:noFill/>
              </a:ln>
              <a:solidFill>
                <a:srgbClr val="FFFFFF"/>
              </a:solidFill>
              <a:effectLst/>
              <a:uLnTx/>
              <a:uFillTx/>
              <a:latin typeface="Inter"/>
              <a:ea typeface="Inter"/>
              <a:cs typeface="Inter"/>
              <a:sym typeface="Inter"/>
            </a:endParaRPr>
          </a:p>
        </p:txBody>
      </p:sp>
      <p:sp>
        <p:nvSpPr>
          <p:cNvPr id="308" name="Google Shape;308;p22">
            <a:extLst>
              <a:ext uri="{FF2B5EF4-FFF2-40B4-BE49-F238E27FC236}">
                <a16:creationId xmlns:a16="http://schemas.microsoft.com/office/drawing/2014/main" id="{FAAAD043-90C3-B181-DAE2-61DEB7C82384}"/>
              </a:ext>
            </a:extLst>
          </p:cNvPr>
          <p:cNvSpPr txBox="1"/>
          <p:nvPr/>
        </p:nvSpPr>
        <p:spPr>
          <a:xfrm>
            <a:off x="956017" y="1723133"/>
            <a:ext cx="10115400" cy="3670665"/>
          </a:xfrm>
          <a:prstGeom prst="rect">
            <a:avLst/>
          </a:prstGeom>
          <a:noFill/>
          <a:ln>
            <a:noFill/>
          </a:ln>
        </p:spPr>
        <p:txBody>
          <a:bodyPr spcFirstLastPara="1" wrap="square" lIns="60950" tIns="60950" rIns="60950" bIns="60950" anchor="t" anchorCtr="0">
            <a:spAutoFit/>
          </a:bodyPr>
          <a:lstStyle/>
          <a:p>
            <a:pPr marL="0" marR="0" lvl="0" indent="0" algn="just" defTabSz="609630" rtl="0" eaLnBrk="1" fontAlgn="auto" latinLnBrk="0" hangingPunct="1">
              <a:lnSpc>
                <a:spcPct val="130010"/>
              </a:lnSpc>
              <a:spcBef>
                <a:spcPts val="0"/>
              </a:spcBef>
              <a:spcAft>
                <a:spcPts val="0"/>
              </a:spcAft>
              <a:buClr>
                <a:srgbClr val="000000"/>
              </a:buClr>
              <a:buSzTx/>
              <a:buFontTx/>
              <a:buNone/>
              <a:tabLst/>
              <a:defRPr/>
            </a:pPr>
            <a:r>
              <a:rPr kumimoji="0" lang="en-US" sz="2000" b="0" i="0" u="none" strike="noStrike" kern="0" cap="none" spc="0" normalizeH="0" baseline="0" noProof="0" dirty="0">
                <a:ln>
                  <a:noFill/>
                </a:ln>
                <a:solidFill>
                  <a:srgbClr val="FFFFFF"/>
                </a:solidFill>
                <a:effectLst/>
                <a:uLnTx/>
                <a:uFillTx/>
                <a:latin typeface="Inter"/>
                <a:ea typeface="Inter"/>
                <a:cs typeface="Inter"/>
                <a:sym typeface="Inter"/>
              </a:rPr>
              <a:t>Gather in groups of four and go around your area to explore. The goal is to collect some data that you will then input into Bela to make sound from it. We will have pre-prepared code in Bela, so you don’t have to know technicalities on music or sound, just focus on how to feed the data to the code.  </a:t>
            </a:r>
            <a:endParaRPr kumimoji="0" sz="2000" b="0" i="0" u="none" strike="noStrike" kern="0" cap="none" spc="0" normalizeH="0" baseline="0" noProof="0" dirty="0">
              <a:ln>
                <a:noFill/>
              </a:ln>
              <a:solidFill>
                <a:srgbClr val="FFFFFF"/>
              </a:solidFill>
              <a:effectLst/>
              <a:uLnTx/>
              <a:uFillTx/>
              <a:latin typeface="Inter"/>
              <a:ea typeface="Inter"/>
              <a:cs typeface="Inter"/>
              <a:sym typeface="Inter"/>
            </a:endParaRPr>
          </a:p>
          <a:p>
            <a:pPr marL="0" marR="0" lvl="0" indent="0" algn="just" defTabSz="609630" rtl="0" eaLnBrk="1" fontAlgn="auto" latinLnBrk="0" hangingPunct="1">
              <a:lnSpc>
                <a:spcPct val="130010"/>
              </a:lnSpc>
              <a:spcBef>
                <a:spcPts val="0"/>
              </a:spcBef>
              <a:spcAft>
                <a:spcPts val="0"/>
              </a:spcAft>
              <a:buClr>
                <a:srgbClr val="000000"/>
              </a:buClr>
              <a:buSzTx/>
              <a:buFontTx/>
              <a:buNone/>
              <a:tabLst/>
              <a:defRPr/>
            </a:pPr>
            <a:endParaRPr kumimoji="0" sz="2000" b="0" i="0" u="none" strike="noStrike" kern="0" cap="none" spc="0" normalizeH="0" baseline="0" noProof="0" dirty="0">
              <a:ln>
                <a:noFill/>
              </a:ln>
              <a:solidFill>
                <a:srgbClr val="FFFFFF"/>
              </a:solidFill>
              <a:effectLst/>
              <a:uLnTx/>
              <a:uFillTx/>
              <a:latin typeface="Inter"/>
              <a:ea typeface="Inter"/>
              <a:cs typeface="Inter"/>
              <a:sym typeface="Inter"/>
            </a:endParaRPr>
          </a:p>
          <a:p>
            <a:pPr marL="0" marR="0" lvl="0" indent="0" algn="just" defTabSz="609630" rtl="0" eaLnBrk="1" fontAlgn="auto" latinLnBrk="0" hangingPunct="1">
              <a:lnSpc>
                <a:spcPct val="130010"/>
              </a:lnSpc>
              <a:spcBef>
                <a:spcPts val="0"/>
              </a:spcBef>
              <a:spcAft>
                <a:spcPts val="0"/>
              </a:spcAft>
              <a:buClr>
                <a:srgbClr val="000000"/>
              </a:buClr>
              <a:buSzTx/>
              <a:buFontTx/>
              <a:buNone/>
              <a:tabLst/>
              <a:defRPr/>
            </a:pPr>
            <a:r>
              <a:rPr kumimoji="0" lang="en-US" sz="1600" b="0" i="0" u="none" strike="noStrike" kern="0" cap="none" spc="0" normalizeH="0" baseline="0" noProof="0" dirty="0">
                <a:ln>
                  <a:noFill/>
                </a:ln>
                <a:solidFill>
                  <a:srgbClr val="FFFFFF"/>
                </a:solidFill>
                <a:effectLst/>
                <a:uLnTx/>
                <a:uFillTx/>
                <a:latin typeface="Inter"/>
                <a:ea typeface="Inter"/>
                <a:cs typeface="Inter"/>
                <a:sym typeface="Inter"/>
              </a:rPr>
              <a:t>Examples to get inspired: </a:t>
            </a:r>
            <a:endParaRPr kumimoji="0" sz="1600" b="0" i="0" u="none" strike="noStrike" kern="0" cap="none" spc="0" normalizeH="0" baseline="0" noProof="0" dirty="0">
              <a:ln>
                <a:noFill/>
              </a:ln>
              <a:solidFill>
                <a:srgbClr val="FFFFFF"/>
              </a:solidFill>
              <a:effectLst/>
              <a:uLnTx/>
              <a:uFillTx/>
              <a:latin typeface="Inter"/>
              <a:ea typeface="Inter"/>
              <a:cs typeface="Inter"/>
              <a:sym typeface="Inter"/>
            </a:endParaRPr>
          </a:p>
          <a:p>
            <a:pPr marL="304815" marR="0" lvl="0" indent="-237079" algn="just" defTabSz="609630" rtl="0" eaLnBrk="1" fontAlgn="auto" latinLnBrk="0" hangingPunct="1">
              <a:lnSpc>
                <a:spcPct val="130010"/>
              </a:lnSpc>
              <a:spcBef>
                <a:spcPts val="0"/>
              </a:spcBef>
              <a:spcAft>
                <a:spcPts val="0"/>
              </a:spcAft>
              <a:buClr>
                <a:srgbClr val="FFFFFF"/>
              </a:buClr>
              <a:buSzPts val="2000"/>
              <a:buFont typeface="Inter"/>
              <a:buChar char="-"/>
              <a:tabLst/>
              <a:defRPr/>
            </a:pPr>
            <a:r>
              <a:rPr kumimoji="0" lang="en-US" sz="1600" b="0" i="0" u="none" strike="noStrike" kern="0" cap="none" spc="0" normalizeH="0" baseline="0" noProof="0" dirty="0">
                <a:ln>
                  <a:noFill/>
                </a:ln>
                <a:solidFill>
                  <a:srgbClr val="FFFFFF"/>
                </a:solidFill>
                <a:effectLst/>
                <a:uLnTx/>
                <a:uFillTx/>
                <a:latin typeface="Inter"/>
                <a:ea typeface="Inter"/>
                <a:cs typeface="Inter"/>
                <a:sym typeface="Inter"/>
              </a:rPr>
              <a:t>Record sounds of various sources (bus, wind, steps) and mix them in a sound composition.</a:t>
            </a:r>
          </a:p>
          <a:p>
            <a:pPr marL="304815" marR="0" lvl="0" indent="-237079" algn="just" defTabSz="609630" rtl="0" eaLnBrk="1" fontAlgn="auto" latinLnBrk="0" hangingPunct="1">
              <a:lnSpc>
                <a:spcPct val="130010"/>
              </a:lnSpc>
              <a:spcBef>
                <a:spcPts val="0"/>
              </a:spcBef>
              <a:spcAft>
                <a:spcPts val="0"/>
              </a:spcAft>
              <a:buClr>
                <a:srgbClr val="FFFFFF"/>
              </a:buClr>
              <a:buSzPts val="2000"/>
              <a:buFont typeface="Inter"/>
              <a:buChar char="-"/>
              <a:tabLst/>
              <a:defRPr/>
            </a:pPr>
            <a:r>
              <a:rPr kumimoji="0" lang="en-US" sz="1600" b="0" i="0" u="none" strike="noStrike" kern="0" cap="none" spc="0" normalizeH="0" baseline="0" noProof="0" dirty="0">
                <a:ln>
                  <a:noFill/>
                </a:ln>
                <a:solidFill>
                  <a:srgbClr val="FFFFFF"/>
                </a:solidFill>
                <a:effectLst/>
                <a:uLnTx/>
                <a:uFillTx/>
                <a:latin typeface="Inter"/>
                <a:ea typeface="Inter"/>
                <a:cs typeface="Inter"/>
                <a:sym typeface="Inter"/>
              </a:rPr>
              <a:t>Interviewing pedestrians about their favorite songs and then mix them.</a:t>
            </a:r>
          </a:p>
          <a:p>
            <a:pPr marL="304815" marR="0" lvl="0" indent="-237079" algn="just" defTabSz="609630" rtl="0" eaLnBrk="1" fontAlgn="auto" latinLnBrk="0" hangingPunct="1">
              <a:lnSpc>
                <a:spcPct val="130010"/>
              </a:lnSpc>
              <a:spcBef>
                <a:spcPts val="0"/>
              </a:spcBef>
              <a:spcAft>
                <a:spcPts val="0"/>
              </a:spcAft>
              <a:buClr>
                <a:srgbClr val="FFFFFF"/>
              </a:buClr>
              <a:buSzPts val="2000"/>
              <a:buFont typeface="Inter"/>
              <a:buChar char="-"/>
              <a:tabLst/>
              <a:defRPr/>
            </a:pPr>
            <a:r>
              <a:rPr kumimoji="0" lang="en-US" sz="1600" b="0" i="0" u="none" strike="noStrike" kern="0" cap="none" spc="0" normalizeH="0" baseline="0" noProof="0" dirty="0">
                <a:ln>
                  <a:noFill/>
                </a:ln>
                <a:solidFill>
                  <a:srgbClr val="FFFFFF"/>
                </a:solidFill>
                <a:effectLst/>
                <a:uLnTx/>
                <a:uFillTx/>
                <a:latin typeface="Inter"/>
                <a:ea typeface="Inter"/>
                <a:cs typeface="Inter"/>
                <a:sym typeface="Inter"/>
              </a:rPr>
              <a:t>Record ambulances or other loud sound sources and play with differences in volumes</a:t>
            </a:r>
          </a:p>
          <a:p>
            <a:pPr marL="304815" marR="0" lvl="0" indent="-237079" algn="just" defTabSz="609630" rtl="0" eaLnBrk="1" fontAlgn="auto" latinLnBrk="0" hangingPunct="1">
              <a:lnSpc>
                <a:spcPct val="130010"/>
              </a:lnSpc>
              <a:spcBef>
                <a:spcPts val="0"/>
              </a:spcBef>
              <a:spcAft>
                <a:spcPts val="0"/>
              </a:spcAft>
              <a:buClr>
                <a:srgbClr val="FFFFFF"/>
              </a:buClr>
              <a:buSzPts val="2000"/>
              <a:buFont typeface="Inter"/>
              <a:buChar char="-"/>
              <a:tabLst/>
              <a:defRPr/>
            </a:pPr>
            <a:endParaRPr kumimoji="0" sz="1333" b="0" i="0" u="none" strike="noStrike" kern="0" cap="none" spc="0" normalizeH="0" baseline="0" noProof="0" dirty="0">
              <a:ln>
                <a:noFill/>
              </a:ln>
              <a:solidFill>
                <a:srgbClr val="FFFFFF"/>
              </a:solidFill>
              <a:effectLst/>
              <a:uLnTx/>
              <a:uFillTx/>
              <a:latin typeface="Inter"/>
              <a:ea typeface="Inter"/>
              <a:cs typeface="Inter"/>
              <a:sym typeface="Inter"/>
            </a:endParaRPr>
          </a:p>
        </p:txBody>
      </p:sp>
      <p:sp>
        <p:nvSpPr>
          <p:cNvPr id="2" name="Footer Placeholder 1">
            <a:extLst>
              <a:ext uri="{FF2B5EF4-FFF2-40B4-BE49-F238E27FC236}">
                <a16:creationId xmlns:a16="http://schemas.microsoft.com/office/drawing/2014/main" id="{C8069C47-824D-9752-14A9-6174CFF6248A}"/>
              </a:ext>
            </a:extLst>
          </p:cNvPr>
          <p:cNvSpPr>
            <a:spLocks noGrp="1"/>
          </p:cNvSpPr>
          <p:nvPr>
            <p:ph type="ftr" idx="11"/>
          </p:nvPr>
        </p:nvSpPr>
        <p:spPr>
          <a:xfrm>
            <a:off x="2638269" y="6404528"/>
            <a:ext cx="6452589" cy="335207"/>
          </a:xfrm>
        </p:spPr>
        <p:txBody>
          <a:bodyPr/>
          <a:lstStyle/>
          <a:p>
            <a:pPr marL="0" marR="0" lvl="0" indent="0" algn="ctr" defTabSz="914400" rtl="0" eaLnBrk="1" fontAlgn="auto" latinLnBrk="0" hangingPunct="1">
              <a:lnSpc>
                <a:spcPct val="100000"/>
              </a:lnSpc>
              <a:spcBef>
                <a:spcPts val="0"/>
              </a:spcBef>
              <a:spcAft>
                <a:spcPts val="0"/>
              </a:spcAft>
              <a:buClrTx/>
              <a:buSzPts val="1400"/>
              <a:buFontTx/>
              <a:buNone/>
              <a:tabLst/>
              <a:defRPr/>
            </a:pPr>
            <a:r>
              <a:rPr kumimoji="0" lang="en-GB" sz="1800" b="0" i="0" u="none" strike="noStrike" kern="1200" cap="none" spc="0" normalizeH="0" baseline="0" noProof="0">
                <a:ln>
                  <a:noFill/>
                </a:ln>
                <a:solidFill>
                  <a:srgbClr val="FFFFFF"/>
                </a:solidFill>
                <a:effectLst/>
                <a:uLnTx/>
                <a:uFillTx/>
                <a:latin typeface="Arial"/>
                <a:ea typeface="+mn-ea"/>
                <a:cs typeface="+mn-cs"/>
              </a:rPr>
              <a:t>Slough and Langley | CCI | UAL | BSc Data Science and AI | 29th January 2025</a:t>
            </a: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3" name="Slide Number Placeholder 2">
            <a:extLst>
              <a:ext uri="{FF2B5EF4-FFF2-40B4-BE49-F238E27FC236}">
                <a16:creationId xmlns:a16="http://schemas.microsoft.com/office/drawing/2014/main" id="{C0B267D5-9DCE-919E-A18F-583AF803DA9F}"/>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800" b="0" i="0" u="none" strike="noStrike" kern="1200" cap="none" spc="0" normalizeH="0" baseline="0" noProof="0" smtClean="0">
                <a:ln>
                  <a:noFill/>
                </a:ln>
                <a:solidFill>
                  <a:srgbClr val="888888"/>
                </a:solidFill>
                <a:effectLst/>
                <a:uLnTx/>
                <a:uFillTx/>
                <a:latin typeface="Calibri"/>
                <a:cs typeface="Calibri"/>
                <a:sym typeface="Calibri"/>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800" b="0" i="0" u="none" strike="noStrike" kern="120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2457935930"/>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312"/>
        <p:cNvGrpSpPr/>
        <p:nvPr/>
      </p:nvGrpSpPr>
      <p:grpSpPr>
        <a:xfrm>
          <a:off x="0" y="0"/>
          <a:ext cx="0" cy="0"/>
          <a:chOff x="0" y="0"/>
          <a:chExt cx="0" cy="0"/>
        </a:xfrm>
      </p:grpSpPr>
      <p:sp>
        <p:nvSpPr>
          <p:cNvPr id="313" name="Google Shape;313;p23"/>
          <p:cNvSpPr txBox="1"/>
          <p:nvPr/>
        </p:nvSpPr>
        <p:spPr>
          <a:xfrm>
            <a:off x="1154617" y="612929"/>
            <a:ext cx="9718200" cy="646331"/>
          </a:xfrm>
          <a:prstGeom prst="rect">
            <a:avLst/>
          </a:prstGeom>
          <a:noFill/>
          <a:ln>
            <a:noFill/>
          </a:ln>
        </p:spPr>
        <p:txBody>
          <a:bodyPr spcFirstLastPara="1" wrap="square" lIns="0" tIns="0" rIns="0" bIns="0" anchor="t" anchorCtr="0">
            <a:spAutoFit/>
          </a:bodyPr>
          <a:lstStyle/>
          <a:p>
            <a:pPr marL="0" marR="0" lvl="0" indent="0" algn="ctr" defTabSz="609630" rtl="0" eaLnBrk="1" fontAlgn="auto" latinLnBrk="0" hangingPunct="1">
              <a:lnSpc>
                <a:spcPct val="140000"/>
              </a:lnSpc>
              <a:spcBef>
                <a:spcPts val="0"/>
              </a:spcBef>
              <a:spcAft>
                <a:spcPts val="0"/>
              </a:spcAft>
              <a:buClr>
                <a:srgbClr val="000000"/>
              </a:buClr>
              <a:buSzTx/>
              <a:buFontTx/>
              <a:buNone/>
              <a:tabLst/>
              <a:defRPr/>
            </a:pPr>
            <a:endParaRPr kumimoji="0" sz="3000" b="1" i="0" u="none" strike="noStrike" kern="0" cap="none" spc="0" normalizeH="0" baseline="0" noProof="0">
              <a:ln>
                <a:noFill/>
              </a:ln>
              <a:solidFill>
                <a:srgbClr val="FFFFFF"/>
              </a:solidFill>
              <a:effectLst/>
              <a:uLnTx/>
              <a:uFillTx/>
              <a:latin typeface="Inter"/>
              <a:ea typeface="Inter"/>
              <a:cs typeface="Inter"/>
              <a:sym typeface="Inter"/>
            </a:endParaRPr>
          </a:p>
        </p:txBody>
      </p:sp>
      <p:pic>
        <p:nvPicPr>
          <p:cNvPr id="314" name="Google Shape;314;p23"/>
          <p:cNvPicPr preferRelativeResize="0"/>
          <p:nvPr/>
        </p:nvPicPr>
        <p:blipFill>
          <a:blip r:embed="rId3">
            <a:alphaModFix amt="23000"/>
          </a:blip>
          <a:stretch>
            <a:fillRect/>
          </a:stretch>
        </p:blipFill>
        <p:spPr>
          <a:xfrm>
            <a:off x="10031401" y="6404529"/>
            <a:ext cx="1940801" cy="294721"/>
          </a:xfrm>
          <a:prstGeom prst="rect">
            <a:avLst/>
          </a:prstGeom>
          <a:noFill/>
          <a:ln>
            <a:noFill/>
          </a:ln>
        </p:spPr>
      </p:pic>
      <p:sp>
        <p:nvSpPr>
          <p:cNvPr id="316" name="Google Shape;316;p23"/>
          <p:cNvSpPr txBox="1"/>
          <p:nvPr/>
        </p:nvSpPr>
        <p:spPr>
          <a:xfrm>
            <a:off x="4783425" y="228017"/>
            <a:ext cx="3935400" cy="790133"/>
          </a:xfrm>
          <a:prstGeom prst="rect">
            <a:avLst/>
          </a:prstGeom>
          <a:noFill/>
          <a:ln>
            <a:noFill/>
          </a:ln>
        </p:spPr>
        <p:txBody>
          <a:bodyPr spcFirstLastPara="1" wrap="square" lIns="60950" tIns="60950" rIns="60950" bIns="60950" anchor="t" anchorCtr="0">
            <a:spAutoFit/>
          </a:bodyPr>
          <a:lstStyle/>
          <a:p>
            <a:pPr marL="0" marR="0" lvl="0" indent="0" algn="just" defTabSz="609630" rtl="0" eaLnBrk="1" fontAlgn="auto" latinLnBrk="0" hangingPunct="1">
              <a:lnSpc>
                <a:spcPct val="130010"/>
              </a:lnSpc>
              <a:spcBef>
                <a:spcPts val="0"/>
              </a:spcBef>
              <a:spcAft>
                <a:spcPts val="0"/>
              </a:spcAft>
              <a:buClr>
                <a:srgbClr val="000000"/>
              </a:buClr>
              <a:buSzTx/>
              <a:buFontTx/>
              <a:buNone/>
              <a:tabLst/>
              <a:defRPr/>
            </a:pPr>
            <a:r>
              <a:rPr kumimoji="0" lang="en-US" sz="3334" b="0" i="0" u="none" strike="noStrike" kern="0" cap="none" spc="0" normalizeH="0" baseline="0" noProof="0" dirty="0">
                <a:ln>
                  <a:noFill/>
                </a:ln>
                <a:solidFill>
                  <a:srgbClr val="FFFFFF"/>
                </a:solidFill>
                <a:effectLst/>
                <a:uLnTx/>
                <a:uFillTx/>
                <a:latin typeface="Inter"/>
                <a:ea typeface="Inter"/>
                <a:cs typeface="Inter"/>
                <a:sym typeface="Inter"/>
              </a:rPr>
              <a:t>Activity time!</a:t>
            </a:r>
            <a:endParaRPr kumimoji="0" sz="3334" b="0" i="0" u="none" strike="noStrike" kern="0" cap="none" spc="0" normalizeH="0" baseline="0" noProof="0" dirty="0">
              <a:ln>
                <a:noFill/>
              </a:ln>
              <a:solidFill>
                <a:srgbClr val="FFFFFF"/>
              </a:solidFill>
              <a:effectLst/>
              <a:uLnTx/>
              <a:uFillTx/>
              <a:latin typeface="Inter"/>
              <a:ea typeface="Inter"/>
              <a:cs typeface="Inter"/>
              <a:sym typeface="Inter"/>
            </a:endParaRPr>
          </a:p>
        </p:txBody>
      </p:sp>
      <p:sp>
        <p:nvSpPr>
          <p:cNvPr id="317" name="Google Shape;317;p23"/>
          <p:cNvSpPr txBox="1"/>
          <p:nvPr/>
        </p:nvSpPr>
        <p:spPr>
          <a:xfrm>
            <a:off x="956017" y="1018150"/>
            <a:ext cx="10115400" cy="4924405"/>
          </a:xfrm>
          <a:prstGeom prst="rect">
            <a:avLst/>
          </a:prstGeom>
          <a:noFill/>
          <a:ln>
            <a:noFill/>
          </a:ln>
        </p:spPr>
        <p:txBody>
          <a:bodyPr spcFirstLastPara="1" wrap="square" lIns="60950" tIns="60950" rIns="60950" bIns="60950" anchor="t" anchorCtr="0">
            <a:spAutoFit/>
          </a:bodyPr>
          <a:lstStyle/>
          <a:p>
            <a:pPr marL="25401" lvl="0" algn="just" defTabSz="609630">
              <a:lnSpc>
                <a:spcPct val="130010"/>
              </a:lnSpc>
              <a:buClr>
                <a:srgbClr val="FFFFFF"/>
              </a:buClr>
              <a:buSzPts val="3000"/>
            </a:pPr>
            <a:r>
              <a:rPr lang="en-US" sz="2000" kern="0" dirty="0">
                <a:solidFill>
                  <a:srgbClr val="FFFFFF"/>
                </a:solidFill>
                <a:latin typeface="Inter"/>
                <a:ea typeface="Inter"/>
                <a:cs typeface="Inter"/>
                <a:sym typeface="Inter"/>
              </a:rPr>
              <a:t>Goal: </a:t>
            </a:r>
            <a:r>
              <a:rPr kumimoji="0" lang="en-US" sz="2000" b="0" i="0" u="none" strike="noStrike" kern="0" cap="none" spc="0" normalizeH="0" baseline="0" noProof="0" dirty="0">
                <a:ln>
                  <a:noFill/>
                </a:ln>
                <a:solidFill>
                  <a:srgbClr val="FFFFFF"/>
                </a:solidFill>
                <a:effectLst/>
                <a:uLnTx/>
                <a:uFillTx/>
                <a:latin typeface="Inter"/>
                <a:ea typeface="Inter"/>
                <a:cs typeface="Inter"/>
                <a:sym typeface="Inter"/>
              </a:rPr>
              <a:t>The goal is to collect some data that you will then input into Bela to make sound from it. </a:t>
            </a:r>
          </a:p>
          <a:p>
            <a:pPr marL="304815" marR="0" lvl="0" indent="-279414" algn="just" defTabSz="609630" rtl="0" eaLnBrk="1" fontAlgn="auto" latinLnBrk="0" hangingPunct="1">
              <a:lnSpc>
                <a:spcPct val="130010"/>
              </a:lnSpc>
              <a:spcBef>
                <a:spcPts val="0"/>
              </a:spcBef>
              <a:spcAft>
                <a:spcPts val="0"/>
              </a:spcAft>
              <a:buClr>
                <a:srgbClr val="FFFFFF"/>
              </a:buClr>
              <a:buSzPts val="3000"/>
              <a:buFont typeface="Inter"/>
              <a:buChar char="-"/>
              <a:tabLst/>
              <a:defRPr/>
            </a:pPr>
            <a:r>
              <a:rPr kumimoji="0" lang="en-US" sz="2000" b="0" i="0" u="none" strike="noStrike" kern="0" cap="none" spc="0" normalizeH="0" baseline="0" noProof="0" dirty="0">
                <a:ln>
                  <a:noFill/>
                </a:ln>
                <a:solidFill>
                  <a:srgbClr val="FFFFFF"/>
                </a:solidFill>
                <a:effectLst/>
                <a:uLnTx/>
                <a:uFillTx/>
                <a:latin typeface="Inter"/>
                <a:ea typeface="Inter"/>
                <a:cs typeface="Inter"/>
                <a:sym typeface="Inter"/>
              </a:rPr>
              <a:t>5 minutes discussion of ideas in groups</a:t>
            </a:r>
          </a:p>
          <a:p>
            <a:pPr marL="304815" marR="0" lvl="0" indent="-279414" algn="just" defTabSz="609630" rtl="0" eaLnBrk="1" fontAlgn="auto" latinLnBrk="0" hangingPunct="1">
              <a:lnSpc>
                <a:spcPct val="130010"/>
              </a:lnSpc>
              <a:spcBef>
                <a:spcPts val="0"/>
              </a:spcBef>
              <a:spcAft>
                <a:spcPts val="0"/>
              </a:spcAft>
              <a:buClr>
                <a:srgbClr val="FFFFFF"/>
              </a:buClr>
              <a:buSzPts val="3000"/>
              <a:buFont typeface="Inter"/>
              <a:buChar char="-"/>
              <a:tabLst/>
              <a:defRPr/>
            </a:pPr>
            <a:r>
              <a:rPr kumimoji="0" lang="en-US" sz="2000" b="0" i="0" u="none" strike="noStrike" kern="0" cap="none" spc="0" normalizeH="0" baseline="0" noProof="0" dirty="0">
                <a:ln>
                  <a:noFill/>
                </a:ln>
                <a:solidFill>
                  <a:srgbClr val="FFFFFF"/>
                </a:solidFill>
                <a:effectLst/>
                <a:uLnTx/>
                <a:uFillTx/>
                <a:latin typeface="Inter"/>
                <a:ea typeface="Inter"/>
                <a:cs typeface="Inter"/>
                <a:sym typeface="Inter"/>
              </a:rPr>
              <a:t>10 minutes to go around this room/3</a:t>
            </a:r>
            <a:r>
              <a:rPr kumimoji="0" lang="en-US" sz="2000" b="0" i="0" u="none" strike="noStrike" kern="0" cap="none" spc="0" normalizeH="0" baseline="30000" noProof="0" dirty="0">
                <a:ln>
                  <a:noFill/>
                </a:ln>
                <a:solidFill>
                  <a:srgbClr val="FFFFFF"/>
                </a:solidFill>
                <a:effectLst/>
                <a:uLnTx/>
                <a:uFillTx/>
                <a:latin typeface="Inter"/>
                <a:ea typeface="Inter"/>
                <a:cs typeface="Inter"/>
                <a:sym typeface="Inter"/>
              </a:rPr>
              <a:t>rd</a:t>
            </a:r>
            <a:r>
              <a:rPr kumimoji="0" lang="en-US" sz="2000" b="0" i="0" u="none" strike="noStrike" kern="0" cap="none" spc="0" normalizeH="0" baseline="0" noProof="0" dirty="0">
                <a:ln>
                  <a:noFill/>
                </a:ln>
                <a:solidFill>
                  <a:srgbClr val="FFFFFF"/>
                </a:solidFill>
                <a:effectLst/>
                <a:uLnTx/>
                <a:uFillTx/>
                <a:latin typeface="Inter"/>
                <a:ea typeface="Inter"/>
                <a:cs typeface="Inter"/>
                <a:sym typeface="Inter"/>
              </a:rPr>
              <a:t> floor and collect (or record) data</a:t>
            </a:r>
          </a:p>
          <a:p>
            <a:pPr marL="762015" lvl="1" indent="-279414" algn="just" defTabSz="609630">
              <a:lnSpc>
                <a:spcPct val="130010"/>
              </a:lnSpc>
              <a:buClr>
                <a:srgbClr val="FFFFFF"/>
              </a:buClr>
              <a:buSzPts val="3000"/>
              <a:buFont typeface="Inter"/>
              <a:buChar char="-"/>
            </a:pPr>
            <a:r>
              <a:rPr lang="en-US" sz="2000" kern="0" dirty="0">
                <a:solidFill>
                  <a:srgbClr val="FFFFFF"/>
                </a:solidFill>
                <a:latin typeface="Inter"/>
                <a:ea typeface="Inter"/>
                <a:cs typeface="Inter"/>
                <a:sym typeface="Inter"/>
              </a:rPr>
              <a:t>Inspirations: </a:t>
            </a:r>
          </a:p>
          <a:p>
            <a:pPr marL="1219215" lvl="2" indent="-279414" algn="just" defTabSz="609630">
              <a:lnSpc>
                <a:spcPct val="130010"/>
              </a:lnSpc>
              <a:buClr>
                <a:srgbClr val="FFFFFF"/>
              </a:buClr>
              <a:buSzPts val="3000"/>
              <a:buFont typeface="Inter"/>
              <a:buChar char="-"/>
            </a:pPr>
            <a:r>
              <a:rPr lang="en-US" sz="2000" kern="0" dirty="0">
                <a:solidFill>
                  <a:srgbClr val="FFFFFF"/>
                </a:solidFill>
                <a:latin typeface="Inter"/>
                <a:ea typeface="Inter"/>
                <a:cs typeface="Inter"/>
                <a:sym typeface="Inter"/>
              </a:rPr>
              <a:t>Tell them about three or four songs and record the most to least popular ones by count</a:t>
            </a:r>
          </a:p>
          <a:p>
            <a:pPr marL="1219215" lvl="2" indent="-279414" algn="just" defTabSz="609630">
              <a:lnSpc>
                <a:spcPct val="130010"/>
              </a:lnSpc>
              <a:buClr>
                <a:srgbClr val="FFFFFF"/>
              </a:buClr>
              <a:buSzPts val="3000"/>
              <a:buFont typeface="Inter"/>
              <a:buChar char="-"/>
            </a:pPr>
            <a:r>
              <a:rPr kumimoji="0" lang="en-US" sz="2000" b="0" i="0" u="none" strike="noStrike" kern="0" cap="none" spc="0" normalizeH="0" baseline="0" noProof="0" dirty="0">
                <a:ln>
                  <a:noFill/>
                </a:ln>
                <a:solidFill>
                  <a:srgbClr val="FFFFFF"/>
                </a:solidFill>
                <a:effectLst/>
                <a:uLnTx/>
                <a:uFillTx/>
                <a:latin typeface="Inter"/>
                <a:ea typeface="Inter"/>
                <a:cs typeface="Inter"/>
                <a:sym typeface="Inter"/>
              </a:rPr>
              <a:t>Tell them about four or five travel destinations and record the most to least favorite by count</a:t>
            </a:r>
          </a:p>
          <a:p>
            <a:pPr marL="1219215" lvl="2" indent="-279414" algn="just" defTabSz="609630">
              <a:lnSpc>
                <a:spcPct val="130010"/>
              </a:lnSpc>
              <a:buClr>
                <a:srgbClr val="FFFFFF"/>
              </a:buClr>
              <a:buSzPts val="3000"/>
              <a:buFont typeface="Inter"/>
              <a:buChar char="-"/>
            </a:pPr>
            <a:r>
              <a:rPr lang="en-US" sz="2000" kern="0" dirty="0">
                <a:solidFill>
                  <a:srgbClr val="FFFFFF"/>
                </a:solidFill>
                <a:latin typeface="Inter"/>
                <a:ea typeface="Inter"/>
                <a:cs typeface="Inter"/>
                <a:sym typeface="Inter"/>
              </a:rPr>
              <a:t>Observe the count of plants by type </a:t>
            </a:r>
            <a:endParaRPr kumimoji="0" sz="2000" b="0" i="0" u="none" strike="noStrike" kern="0" cap="none" spc="0" normalizeH="0" baseline="0" noProof="0" dirty="0">
              <a:ln>
                <a:noFill/>
              </a:ln>
              <a:solidFill>
                <a:srgbClr val="FFFFFF"/>
              </a:solidFill>
              <a:effectLst/>
              <a:uLnTx/>
              <a:uFillTx/>
              <a:latin typeface="Inter"/>
              <a:ea typeface="Inter"/>
              <a:cs typeface="Inter"/>
              <a:sym typeface="Inter"/>
            </a:endParaRPr>
          </a:p>
          <a:p>
            <a:pPr marL="304815" marR="0" lvl="0" indent="-279414" algn="just" defTabSz="609630" rtl="0" eaLnBrk="1" fontAlgn="auto" latinLnBrk="0" hangingPunct="1">
              <a:lnSpc>
                <a:spcPct val="130010"/>
              </a:lnSpc>
              <a:spcBef>
                <a:spcPts val="0"/>
              </a:spcBef>
              <a:spcAft>
                <a:spcPts val="0"/>
              </a:spcAft>
              <a:buClr>
                <a:srgbClr val="FFFFFF"/>
              </a:buClr>
              <a:buSzPts val="3000"/>
              <a:buFont typeface="Inter"/>
              <a:buChar char="-"/>
              <a:tabLst/>
              <a:defRPr/>
            </a:pPr>
            <a:r>
              <a:rPr kumimoji="0" lang="en-US" sz="2000" b="0" i="0" u="none" strike="noStrike" kern="0" cap="none" spc="0" normalizeH="0" baseline="0" noProof="0" dirty="0">
                <a:ln>
                  <a:noFill/>
                </a:ln>
                <a:solidFill>
                  <a:srgbClr val="FFFFFF"/>
                </a:solidFill>
                <a:effectLst/>
                <a:uLnTx/>
                <a:uFillTx/>
                <a:latin typeface="Inter"/>
                <a:ea typeface="Inter"/>
                <a:cs typeface="Inter"/>
                <a:sym typeface="Inter"/>
              </a:rPr>
              <a:t>10 minutes to develop your compositions</a:t>
            </a:r>
          </a:p>
          <a:p>
            <a:pPr marL="762015" lvl="1" indent="-279414" algn="just" defTabSz="609630">
              <a:lnSpc>
                <a:spcPct val="130010"/>
              </a:lnSpc>
              <a:buClr>
                <a:srgbClr val="FFFFFF"/>
              </a:buClr>
              <a:buSzPts val="3000"/>
              <a:buFont typeface="Inter"/>
              <a:buChar char="-"/>
            </a:pPr>
            <a:r>
              <a:rPr kumimoji="0" lang="en-US" sz="2000" b="0" i="0" u="none" strike="noStrike" kern="0" cap="none" spc="0" normalizeH="0" baseline="0" noProof="0" dirty="0">
                <a:ln>
                  <a:noFill/>
                </a:ln>
                <a:solidFill>
                  <a:srgbClr val="FFFFFF"/>
                </a:solidFill>
                <a:effectLst/>
                <a:uLnTx/>
                <a:uFillTx/>
                <a:latin typeface="Inter"/>
                <a:ea typeface="Inter"/>
                <a:cs typeface="Inter"/>
                <a:sym typeface="Inter"/>
              </a:rPr>
              <a:t>We will have pre-prepared code in Bela, so you don’t have to know technicalities on music or sound, just focus on how to feed the data to the code.</a:t>
            </a:r>
            <a:endParaRPr kumimoji="0" sz="2000" b="0" i="0" u="none" strike="noStrike" kern="0" cap="none" spc="0" normalizeH="0" baseline="0" noProof="0" dirty="0">
              <a:ln>
                <a:noFill/>
              </a:ln>
              <a:solidFill>
                <a:srgbClr val="FFFFFF"/>
              </a:solidFill>
              <a:effectLst/>
              <a:uLnTx/>
              <a:uFillTx/>
              <a:latin typeface="Inter"/>
              <a:ea typeface="Inter"/>
              <a:cs typeface="Inter"/>
              <a:sym typeface="Inter"/>
            </a:endParaRPr>
          </a:p>
        </p:txBody>
      </p:sp>
      <p:sp>
        <p:nvSpPr>
          <p:cNvPr id="2" name="Footer Placeholder 1">
            <a:extLst>
              <a:ext uri="{FF2B5EF4-FFF2-40B4-BE49-F238E27FC236}">
                <a16:creationId xmlns:a16="http://schemas.microsoft.com/office/drawing/2014/main" id="{F18FBF53-640D-759C-F0E0-184F1F2BBC3E}"/>
              </a:ext>
            </a:extLst>
          </p:cNvPr>
          <p:cNvSpPr>
            <a:spLocks noGrp="1"/>
          </p:cNvSpPr>
          <p:nvPr>
            <p:ph type="ftr" idx="11"/>
          </p:nvPr>
        </p:nvSpPr>
        <p:spPr>
          <a:xfrm>
            <a:off x="2638269" y="6404528"/>
            <a:ext cx="6452589" cy="335207"/>
          </a:xfrm>
        </p:spPr>
        <p:txBody>
          <a:bodyPr/>
          <a:lstStyle/>
          <a:p>
            <a:pPr marL="0" marR="0" lvl="0" indent="0" algn="ctr" defTabSz="914400" rtl="0" eaLnBrk="1" fontAlgn="auto" latinLnBrk="0" hangingPunct="1">
              <a:lnSpc>
                <a:spcPct val="100000"/>
              </a:lnSpc>
              <a:spcBef>
                <a:spcPts val="0"/>
              </a:spcBef>
              <a:spcAft>
                <a:spcPts val="0"/>
              </a:spcAft>
              <a:buClrTx/>
              <a:buSzPts val="1400"/>
              <a:buFontTx/>
              <a:buNone/>
              <a:tabLst/>
              <a:defRPr/>
            </a:pPr>
            <a:r>
              <a:rPr kumimoji="0" lang="en-GB" sz="1800" b="0" i="0" u="none" strike="noStrike" kern="1200" cap="none" spc="0" normalizeH="0" baseline="0" noProof="0">
                <a:ln>
                  <a:noFill/>
                </a:ln>
                <a:solidFill>
                  <a:srgbClr val="FFFFFF"/>
                </a:solidFill>
                <a:effectLst/>
                <a:uLnTx/>
                <a:uFillTx/>
                <a:latin typeface="Arial"/>
                <a:ea typeface="+mn-ea"/>
                <a:cs typeface="+mn-cs"/>
              </a:rPr>
              <a:t>Slough and Langley | CCI | UAL | BSc Data Science and AI | 29th January 2025</a:t>
            </a: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3" name="Slide Number Placeholder 2">
            <a:extLst>
              <a:ext uri="{FF2B5EF4-FFF2-40B4-BE49-F238E27FC236}">
                <a16:creationId xmlns:a16="http://schemas.microsoft.com/office/drawing/2014/main" id="{3E015EA5-9212-A8DB-1B87-9FA865C5A3C0}"/>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800" b="0" i="0" u="none" strike="noStrike" kern="1200" cap="none" spc="0" normalizeH="0" baseline="0" noProof="0" smtClean="0">
                <a:ln>
                  <a:noFill/>
                </a:ln>
                <a:solidFill>
                  <a:srgbClr val="888888"/>
                </a:solidFill>
                <a:effectLst/>
                <a:uLnTx/>
                <a:uFillTx/>
                <a:latin typeface="Calibri"/>
                <a:cs typeface="Calibri"/>
                <a:sym typeface="Calibri"/>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800" b="0" i="0" u="none" strike="noStrike" kern="1200" cap="none" spc="0" normalizeH="0" baseline="0" noProof="0">
              <a:ln>
                <a:noFill/>
              </a:ln>
              <a:solidFill>
                <a:srgbClr val="888888"/>
              </a:solidFill>
              <a:effectLst/>
              <a:uLnTx/>
              <a:uFillTx/>
              <a:latin typeface="Calibri"/>
              <a:cs typeface="Calibri"/>
              <a:sym typeface="Calibri"/>
            </a:endParaRPr>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321"/>
        <p:cNvGrpSpPr/>
        <p:nvPr/>
      </p:nvGrpSpPr>
      <p:grpSpPr>
        <a:xfrm>
          <a:off x="0" y="0"/>
          <a:ext cx="0" cy="0"/>
          <a:chOff x="0" y="0"/>
          <a:chExt cx="0" cy="0"/>
        </a:xfrm>
      </p:grpSpPr>
      <p:sp>
        <p:nvSpPr>
          <p:cNvPr id="322" name="Google Shape;322;p24"/>
          <p:cNvSpPr txBox="1"/>
          <p:nvPr/>
        </p:nvSpPr>
        <p:spPr>
          <a:xfrm>
            <a:off x="1154617" y="612929"/>
            <a:ext cx="9718200" cy="646331"/>
          </a:xfrm>
          <a:prstGeom prst="rect">
            <a:avLst/>
          </a:prstGeom>
          <a:noFill/>
          <a:ln>
            <a:noFill/>
          </a:ln>
        </p:spPr>
        <p:txBody>
          <a:bodyPr spcFirstLastPara="1" wrap="square" lIns="0" tIns="0" rIns="0" bIns="0" anchor="t" anchorCtr="0">
            <a:spAutoFit/>
          </a:bodyPr>
          <a:lstStyle/>
          <a:p>
            <a:pPr marL="0" marR="0" lvl="0" indent="0" algn="ctr" defTabSz="609630" rtl="0" eaLnBrk="1" fontAlgn="auto" latinLnBrk="0" hangingPunct="1">
              <a:lnSpc>
                <a:spcPct val="140000"/>
              </a:lnSpc>
              <a:spcBef>
                <a:spcPts val="0"/>
              </a:spcBef>
              <a:spcAft>
                <a:spcPts val="0"/>
              </a:spcAft>
              <a:buClr>
                <a:srgbClr val="000000"/>
              </a:buClr>
              <a:buSzTx/>
              <a:buFontTx/>
              <a:buNone/>
              <a:tabLst/>
              <a:defRPr/>
            </a:pPr>
            <a:r>
              <a:rPr kumimoji="0" lang="en-GB" sz="3000" b="1" i="0" u="none" strike="noStrike" kern="0" cap="none" spc="0" normalizeH="0" baseline="0" noProof="0" dirty="0">
                <a:ln>
                  <a:noFill/>
                </a:ln>
                <a:solidFill>
                  <a:srgbClr val="FFFFFF"/>
                </a:solidFill>
                <a:effectLst/>
                <a:uLnTx/>
                <a:uFillTx/>
                <a:latin typeface="Inter"/>
                <a:ea typeface="Inter"/>
                <a:cs typeface="Inter"/>
                <a:sym typeface="Inter"/>
              </a:rPr>
              <a:t>Code Base and Audio Files</a:t>
            </a:r>
            <a:endParaRPr kumimoji="0" sz="3000" b="1" i="0" u="none" strike="noStrike" kern="0" cap="none" spc="0" normalizeH="0" baseline="0" noProof="0" dirty="0">
              <a:ln>
                <a:noFill/>
              </a:ln>
              <a:solidFill>
                <a:srgbClr val="FFFFFF"/>
              </a:solidFill>
              <a:effectLst/>
              <a:uLnTx/>
              <a:uFillTx/>
              <a:latin typeface="Inter"/>
              <a:ea typeface="Inter"/>
              <a:cs typeface="Inter"/>
              <a:sym typeface="Inter"/>
            </a:endParaRPr>
          </a:p>
        </p:txBody>
      </p:sp>
      <p:pic>
        <p:nvPicPr>
          <p:cNvPr id="323" name="Google Shape;323;p24"/>
          <p:cNvPicPr preferRelativeResize="0"/>
          <p:nvPr/>
        </p:nvPicPr>
        <p:blipFill>
          <a:blip r:embed="rId3">
            <a:alphaModFix amt="23000"/>
          </a:blip>
          <a:stretch>
            <a:fillRect/>
          </a:stretch>
        </p:blipFill>
        <p:spPr>
          <a:xfrm>
            <a:off x="10031401" y="6404529"/>
            <a:ext cx="1940801" cy="294721"/>
          </a:xfrm>
          <a:prstGeom prst="rect">
            <a:avLst/>
          </a:prstGeom>
          <a:noFill/>
          <a:ln>
            <a:noFill/>
          </a:ln>
        </p:spPr>
      </p:pic>
      <p:sp>
        <p:nvSpPr>
          <p:cNvPr id="325" name="Google Shape;325;p24"/>
          <p:cNvSpPr txBox="1"/>
          <p:nvPr/>
        </p:nvSpPr>
        <p:spPr>
          <a:xfrm>
            <a:off x="1154617" y="1971609"/>
            <a:ext cx="5935731" cy="1083353"/>
          </a:xfrm>
          <a:prstGeom prst="rect">
            <a:avLst/>
          </a:prstGeom>
          <a:noFill/>
          <a:ln>
            <a:noFill/>
          </a:ln>
        </p:spPr>
        <p:txBody>
          <a:bodyPr spcFirstLastPara="1" wrap="square" lIns="60950" tIns="60950" rIns="60950" bIns="60950" anchor="t" anchorCtr="0">
            <a:spAutoFit/>
          </a:bodyPr>
          <a:lstStyle/>
          <a:p>
            <a:pPr marL="0" marR="0" lvl="0" indent="0" algn="l" defTabSz="609630" rtl="0" eaLnBrk="1" fontAlgn="auto" latinLnBrk="0" hangingPunct="1">
              <a:lnSpc>
                <a:spcPct val="130010"/>
              </a:lnSpc>
              <a:spcBef>
                <a:spcPts val="0"/>
              </a:spcBef>
              <a:spcAft>
                <a:spcPts val="0"/>
              </a:spcAft>
              <a:buClr>
                <a:srgbClr val="000000"/>
              </a:buClr>
              <a:buSzTx/>
              <a:buFontTx/>
              <a:buNone/>
              <a:tabLst/>
              <a:defRPr/>
            </a:pPr>
            <a:r>
              <a:rPr kumimoji="0" lang="en-US" sz="2800" b="0" i="0" u="none" strike="noStrike" kern="0" cap="none" spc="0" normalizeH="0" baseline="0" noProof="0" dirty="0">
                <a:ln>
                  <a:noFill/>
                </a:ln>
                <a:solidFill>
                  <a:srgbClr val="FFFFFF"/>
                </a:solidFill>
                <a:effectLst/>
                <a:uLnTx/>
                <a:uFillTx/>
                <a:latin typeface="Inter"/>
                <a:ea typeface="Inter"/>
                <a:cs typeface="Inter"/>
                <a:sym typeface="Inter"/>
              </a:rPr>
              <a:t>Access this link:</a:t>
            </a:r>
            <a:br>
              <a:rPr kumimoji="0" lang="en-US" sz="2000" b="0" i="0" u="none" strike="noStrike" kern="0" cap="none" spc="0" normalizeH="0" baseline="0" noProof="0" dirty="0">
                <a:ln>
                  <a:noFill/>
                </a:ln>
                <a:solidFill>
                  <a:srgbClr val="FFFFFF"/>
                </a:solidFill>
                <a:effectLst/>
                <a:uLnTx/>
                <a:uFillTx/>
                <a:latin typeface="Inter"/>
                <a:ea typeface="Inter"/>
                <a:cs typeface="Inter"/>
                <a:sym typeface="Inter"/>
              </a:rPr>
            </a:br>
            <a:r>
              <a:rPr kumimoji="0" lang="en-US" sz="2000" b="0" i="0" u="sng" strike="noStrike" kern="0" cap="none" spc="0" normalizeH="0" baseline="0" noProof="0" dirty="0">
                <a:ln>
                  <a:noFill/>
                </a:ln>
                <a:solidFill>
                  <a:srgbClr val="4BACC6"/>
                </a:solidFill>
                <a:effectLst/>
                <a:uLnTx/>
                <a:uFillTx/>
                <a:latin typeface="Inter"/>
                <a:ea typeface="Inter"/>
                <a:cs typeface="Inter"/>
                <a:sym typeface="Inter"/>
              </a:rPr>
              <a:t>https://</a:t>
            </a:r>
            <a:r>
              <a:rPr kumimoji="0" lang="en-US" sz="2000" b="0" i="0" u="sng" strike="noStrike" kern="0" cap="none" spc="0" normalizeH="0" baseline="0" noProof="0" dirty="0" err="1">
                <a:ln>
                  <a:noFill/>
                </a:ln>
                <a:solidFill>
                  <a:srgbClr val="4BACC6"/>
                </a:solidFill>
                <a:effectLst/>
                <a:uLnTx/>
                <a:uFillTx/>
                <a:latin typeface="Inter"/>
                <a:ea typeface="Inter"/>
                <a:cs typeface="Inter"/>
                <a:sym typeface="Inter"/>
              </a:rPr>
              <a:t>github.com</a:t>
            </a:r>
            <a:r>
              <a:rPr kumimoji="0" lang="en-US" sz="2000" b="0" i="0" u="sng" strike="noStrike" kern="0" cap="none" spc="0" normalizeH="0" baseline="0" noProof="0" dirty="0">
                <a:ln>
                  <a:noFill/>
                </a:ln>
                <a:solidFill>
                  <a:srgbClr val="4BACC6"/>
                </a:solidFill>
                <a:effectLst/>
                <a:uLnTx/>
                <a:uFillTx/>
                <a:latin typeface="Inter"/>
                <a:ea typeface="Inter"/>
                <a:cs typeface="Inter"/>
                <a:sym typeface="Inter"/>
              </a:rPr>
              <a:t>/</a:t>
            </a:r>
            <a:r>
              <a:rPr kumimoji="0" lang="en-US" sz="2000" b="0" i="0" u="sng" strike="noStrike" kern="0" cap="none" spc="0" normalizeH="0" baseline="0" noProof="0" dirty="0" err="1">
                <a:ln>
                  <a:noFill/>
                </a:ln>
                <a:solidFill>
                  <a:srgbClr val="4BACC6"/>
                </a:solidFill>
                <a:effectLst/>
                <a:uLnTx/>
                <a:uFillTx/>
                <a:latin typeface="Inter"/>
                <a:ea typeface="Inter"/>
                <a:cs typeface="Inter"/>
                <a:sym typeface="Inter"/>
              </a:rPr>
              <a:t>kjayavel</a:t>
            </a:r>
            <a:r>
              <a:rPr kumimoji="0" lang="en-US" sz="2000" b="0" i="0" u="sng" strike="noStrike" kern="0" cap="none" spc="0" normalizeH="0" baseline="0" noProof="0" dirty="0">
                <a:ln>
                  <a:noFill/>
                </a:ln>
                <a:solidFill>
                  <a:srgbClr val="4BACC6"/>
                </a:solidFill>
                <a:effectLst/>
                <a:uLnTx/>
                <a:uFillTx/>
                <a:latin typeface="Inter"/>
                <a:ea typeface="Inter"/>
                <a:cs typeface="Inter"/>
                <a:sym typeface="Inter"/>
              </a:rPr>
              <a:t>/Bela/</a:t>
            </a:r>
            <a:endParaRPr kumimoji="0" sz="2000" b="0" i="0" u="none" strike="noStrike" kern="0" cap="none" spc="0" normalizeH="0" baseline="0" noProof="0" dirty="0">
              <a:ln>
                <a:noFill/>
              </a:ln>
              <a:solidFill>
                <a:srgbClr val="FFFFFF"/>
              </a:solidFill>
              <a:effectLst/>
              <a:uLnTx/>
              <a:uFillTx/>
              <a:latin typeface="Inter"/>
              <a:ea typeface="Inter"/>
              <a:cs typeface="Inter"/>
              <a:sym typeface="Inter"/>
            </a:endParaRPr>
          </a:p>
        </p:txBody>
      </p:sp>
      <p:sp>
        <p:nvSpPr>
          <p:cNvPr id="2" name="Footer Placeholder 1">
            <a:extLst>
              <a:ext uri="{FF2B5EF4-FFF2-40B4-BE49-F238E27FC236}">
                <a16:creationId xmlns:a16="http://schemas.microsoft.com/office/drawing/2014/main" id="{3B098D29-901D-EFB9-8E09-227E34D83A12}"/>
              </a:ext>
            </a:extLst>
          </p:cNvPr>
          <p:cNvSpPr>
            <a:spLocks noGrp="1"/>
          </p:cNvSpPr>
          <p:nvPr>
            <p:ph type="ftr" idx="11"/>
          </p:nvPr>
        </p:nvSpPr>
        <p:spPr>
          <a:xfrm>
            <a:off x="2638269" y="6404528"/>
            <a:ext cx="6452589" cy="335207"/>
          </a:xfrm>
        </p:spPr>
        <p:txBody>
          <a:bodyPr/>
          <a:lstStyle/>
          <a:p>
            <a:pPr marL="0" marR="0" lvl="0" indent="0" algn="ctr" defTabSz="914400" rtl="0" eaLnBrk="1" fontAlgn="auto" latinLnBrk="0" hangingPunct="1">
              <a:lnSpc>
                <a:spcPct val="100000"/>
              </a:lnSpc>
              <a:spcBef>
                <a:spcPts val="0"/>
              </a:spcBef>
              <a:spcAft>
                <a:spcPts val="0"/>
              </a:spcAft>
              <a:buClrTx/>
              <a:buSzPts val="1400"/>
              <a:buFontTx/>
              <a:buNone/>
              <a:tabLst/>
              <a:defRPr/>
            </a:pPr>
            <a:r>
              <a:rPr kumimoji="0" lang="en-GB" sz="1800" b="0" i="0" u="none" strike="noStrike" kern="1200" cap="none" spc="0" normalizeH="0" baseline="0" noProof="0">
                <a:ln>
                  <a:noFill/>
                </a:ln>
                <a:solidFill>
                  <a:srgbClr val="FFFFFF"/>
                </a:solidFill>
                <a:effectLst/>
                <a:uLnTx/>
                <a:uFillTx/>
                <a:latin typeface="Arial"/>
                <a:ea typeface="+mn-ea"/>
                <a:cs typeface="+mn-cs"/>
              </a:rPr>
              <a:t>Slough and Langley | CCI | UAL | BSc Data Science and AI | 29th January 2025</a:t>
            </a: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pic>
        <p:nvPicPr>
          <p:cNvPr id="3" name="Picture 2">
            <a:extLst>
              <a:ext uri="{FF2B5EF4-FFF2-40B4-BE49-F238E27FC236}">
                <a16:creationId xmlns:a16="http://schemas.microsoft.com/office/drawing/2014/main" id="{45747A11-5A2E-DE11-D11E-82206ED3D7DF}"/>
              </a:ext>
            </a:extLst>
          </p:cNvPr>
          <p:cNvPicPr>
            <a:picLocks noChangeAspect="1"/>
          </p:cNvPicPr>
          <p:nvPr/>
        </p:nvPicPr>
        <p:blipFill>
          <a:blip r:embed="rId4"/>
          <a:stretch>
            <a:fillRect/>
          </a:stretch>
        </p:blipFill>
        <p:spPr>
          <a:xfrm>
            <a:off x="6915088" y="1625938"/>
            <a:ext cx="4122295" cy="4141292"/>
          </a:xfrm>
          <a:prstGeom prst="rect">
            <a:avLst/>
          </a:prstGeom>
        </p:spPr>
      </p:pic>
      <p:sp>
        <p:nvSpPr>
          <p:cNvPr id="4" name="Slide Number Placeholder 3">
            <a:extLst>
              <a:ext uri="{FF2B5EF4-FFF2-40B4-BE49-F238E27FC236}">
                <a16:creationId xmlns:a16="http://schemas.microsoft.com/office/drawing/2014/main" id="{8FCE08A5-DCE9-1154-65A9-A81EE3A1A8F9}"/>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800" b="0" i="0" u="none" strike="noStrike" kern="1200" cap="none" spc="0" normalizeH="0" baseline="0" noProof="0" smtClean="0">
                <a:ln>
                  <a:noFill/>
                </a:ln>
                <a:solidFill>
                  <a:srgbClr val="888888"/>
                </a:solidFill>
                <a:effectLst/>
                <a:uLnTx/>
                <a:uFillTx/>
                <a:latin typeface="Calibri"/>
                <a:cs typeface="Calibri"/>
                <a:sym typeface="Calibri"/>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800" b="0" i="0" u="none" strike="noStrike" kern="1200" cap="none" spc="0" normalizeH="0" baseline="0" noProof="0">
              <a:ln>
                <a:noFill/>
              </a:ln>
              <a:solidFill>
                <a:srgbClr val="888888"/>
              </a:solidFill>
              <a:effectLst/>
              <a:uLnTx/>
              <a:uFillTx/>
              <a:latin typeface="Calibri"/>
              <a:cs typeface="Calibri"/>
              <a:sym typeface="Calibri"/>
            </a:endParaRPr>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EFD5F32C-5104-E631-0570-8B920366718E}"/>
              </a:ext>
            </a:extLst>
          </p:cNvPr>
          <p:cNvSpPr>
            <a:spLocks noGrp="1"/>
          </p:cNvSpPr>
          <p:nvPr>
            <p:ph type="body" sz="quarter" idx="13"/>
          </p:nvPr>
        </p:nvSpPr>
        <p:spPr/>
        <p:txBody>
          <a:bodyPr/>
          <a:lstStyle/>
          <a:p>
            <a:endParaRPr lang="en-GB"/>
          </a:p>
        </p:txBody>
      </p:sp>
      <p:sp>
        <p:nvSpPr>
          <p:cNvPr id="16" name="Title 15">
            <a:extLst>
              <a:ext uri="{FF2B5EF4-FFF2-40B4-BE49-F238E27FC236}">
                <a16:creationId xmlns:a16="http://schemas.microsoft.com/office/drawing/2014/main" id="{50E47025-65E3-CA3D-8395-1720CF7271CD}"/>
              </a:ext>
            </a:extLst>
          </p:cNvPr>
          <p:cNvSpPr>
            <a:spLocks noGrp="1"/>
          </p:cNvSpPr>
          <p:nvPr>
            <p:ph type="ctrTitle"/>
          </p:nvPr>
        </p:nvSpPr>
        <p:spPr/>
        <p:txBody>
          <a:bodyPr/>
          <a:lstStyle/>
          <a:p>
            <a:r>
              <a:rPr lang="en-GB" dirty="0"/>
              <a:t>Bela website</a:t>
            </a:r>
          </a:p>
        </p:txBody>
      </p:sp>
      <p:sp>
        <p:nvSpPr>
          <p:cNvPr id="18" name="Text Placeholder 17">
            <a:extLst>
              <a:ext uri="{FF2B5EF4-FFF2-40B4-BE49-F238E27FC236}">
                <a16:creationId xmlns:a16="http://schemas.microsoft.com/office/drawing/2014/main" id="{03469F6D-9551-24F0-818A-1B538A8E13DF}"/>
              </a:ext>
            </a:extLst>
          </p:cNvPr>
          <p:cNvSpPr>
            <a:spLocks noGrp="1"/>
          </p:cNvSpPr>
          <p:nvPr>
            <p:ph type="body" sz="quarter" idx="14"/>
          </p:nvPr>
        </p:nvSpPr>
        <p:spPr/>
        <p:txBody>
          <a:bodyPr/>
          <a:lstStyle/>
          <a:p>
            <a:r>
              <a:rPr lang="en-GB" dirty="0">
                <a:hlinkClick r:id="rId2">
                  <a:extLst>
                    <a:ext uri="{A12FA001-AC4F-418D-AE19-62706E023703}">
                      <ahyp:hlinkClr xmlns:ahyp="http://schemas.microsoft.com/office/drawing/2018/hyperlinkcolor" val="tx"/>
                    </a:ext>
                  </a:extLst>
                </a:hlinkClick>
              </a:rPr>
              <a:t>http://bela.local/</a:t>
            </a:r>
            <a:r>
              <a:rPr lang="en-GB" dirty="0"/>
              <a:t> </a:t>
            </a:r>
          </a:p>
        </p:txBody>
      </p:sp>
      <p:pic>
        <p:nvPicPr>
          <p:cNvPr id="19" name="Picture 18">
            <a:extLst>
              <a:ext uri="{FF2B5EF4-FFF2-40B4-BE49-F238E27FC236}">
                <a16:creationId xmlns:a16="http://schemas.microsoft.com/office/drawing/2014/main" id="{EDA8DE2A-C821-2DD6-7BEC-B0AE04A2E5B4}"/>
              </a:ext>
            </a:extLst>
          </p:cNvPr>
          <p:cNvPicPr>
            <a:picLocks noChangeAspect="1"/>
          </p:cNvPicPr>
          <p:nvPr/>
        </p:nvPicPr>
        <p:blipFill>
          <a:blip r:embed="rId3"/>
          <a:stretch>
            <a:fillRect/>
          </a:stretch>
        </p:blipFill>
        <p:spPr>
          <a:xfrm>
            <a:off x="6748041" y="1468468"/>
            <a:ext cx="4892092" cy="5001780"/>
          </a:xfrm>
          <a:prstGeom prst="rect">
            <a:avLst/>
          </a:prstGeom>
        </p:spPr>
      </p:pic>
    </p:spTree>
    <p:extLst>
      <p:ext uri="{BB962C8B-B14F-4D97-AF65-F5344CB8AC3E}">
        <p14:creationId xmlns:p14="http://schemas.microsoft.com/office/powerpoint/2010/main" val="20471712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33070-6BB7-B846-86AC-45D9C6F7E385}"/>
              </a:ext>
            </a:extLst>
          </p:cNvPr>
          <p:cNvSpPr>
            <a:spLocks noGrp="1"/>
          </p:cNvSpPr>
          <p:nvPr>
            <p:ph type="ctrTitle"/>
          </p:nvPr>
        </p:nvSpPr>
        <p:spPr/>
        <p:txBody>
          <a:bodyPr/>
          <a:lstStyle/>
          <a:p>
            <a:r>
              <a:rPr lang="en-US" dirty="0"/>
              <a:t>Final points and close</a:t>
            </a:r>
          </a:p>
        </p:txBody>
      </p:sp>
      <p:sp>
        <p:nvSpPr>
          <p:cNvPr id="3" name="Footer Placeholder 2">
            <a:extLst>
              <a:ext uri="{FF2B5EF4-FFF2-40B4-BE49-F238E27FC236}">
                <a16:creationId xmlns:a16="http://schemas.microsoft.com/office/drawing/2014/main" id="{EFC03568-336B-5047-87F9-CEF0D2EBCCC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Arial" panose="020B0604020202020204"/>
                <a:ea typeface="+mn-ea"/>
                <a:cs typeface="+mn-cs"/>
              </a:rPr>
              <a:t>Slough and Langley | CCI | UAL | BSc Data Science and AI | 29th January 2025</a:t>
            </a:r>
            <a:endParaRPr kumimoji="0" lang="en-GB" sz="11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4" name="Slide Number Placeholder 3">
            <a:extLst>
              <a:ext uri="{FF2B5EF4-FFF2-40B4-BE49-F238E27FC236}">
                <a16:creationId xmlns:a16="http://schemas.microsoft.com/office/drawing/2014/main" id="{9F2358D5-08DF-4E44-82AF-DF62D1B885D5}"/>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C19541-5F6E-2C4C-BF21-196C1C8E2E31}" type="slidenum">
              <a:rPr kumimoji="0" lang="en-GB"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r>
              <a:rPr kumimoji="0" lang="en-GB" sz="1100" b="0" i="0" u="none" strike="noStrike" kern="1200" cap="none" spc="0" normalizeH="0" baseline="0" noProof="0">
                <a:ln>
                  <a:noFill/>
                </a:ln>
                <a:solidFill>
                  <a:srgbClr val="FFFFFF"/>
                </a:solidFill>
                <a:effectLst/>
                <a:uLnTx/>
                <a:uFillTx/>
                <a:latin typeface="Arial" panose="020B0604020202020204"/>
                <a:ea typeface="+mn-ea"/>
                <a:cs typeface="+mn-cs"/>
              </a:rPr>
              <a:t> </a:t>
            </a:r>
            <a:endParaRPr kumimoji="0" lang="en-GB" sz="11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18587337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AD87CDBE-D214-FE21-B18C-2D12ECDE2BF3}"/>
              </a:ext>
            </a:extLst>
          </p:cNvPr>
          <p:cNvSpPr>
            <a:spLocks noGrp="1"/>
          </p:cNvSpPr>
          <p:nvPr>
            <p:ph type="body" sz="quarter" idx="13"/>
          </p:nvPr>
        </p:nvSpPr>
        <p:spPr/>
        <p:txBody>
          <a:bodyPr/>
          <a:lstStyle/>
          <a:p>
            <a:endParaRPr lang="en-US"/>
          </a:p>
        </p:txBody>
      </p:sp>
      <p:sp>
        <p:nvSpPr>
          <p:cNvPr id="8" name="Title 7">
            <a:extLst>
              <a:ext uri="{FF2B5EF4-FFF2-40B4-BE49-F238E27FC236}">
                <a16:creationId xmlns:a16="http://schemas.microsoft.com/office/drawing/2014/main" id="{0426A0F4-625C-04D9-0D87-0B3089318C70}"/>
              </a:ext>
            </a:extLst>
          </p:cNvPr>
          <p:cNvSpPr>
            <a:spLocks noGrp="1"/>
          </p:cNvSpPr>
          <p:nvPr>
            <p:ph type="ctrTitle"/>
          </p:nvPr>
        </p:nvSpPr>
        <p:spPr/>
        <p:txBody>
          <a:bodyPr/>
          <a:lstStyle/>
          <a:p>
            <a:r>
              <a:rPr lang="en-US" dirty="0"/>
              <a:t>Final points</a:t>
            </a:r>
          </a:p>
        </p:txBody>
      </p:sp>
      <p:sp>
        <p:nvSpPr>
          <p:cNvPr id="4" name="Text Placeholder 3">
            <a:extLst>
              <a:ext uri="{FF2B5EF4-FFF2-40B4-BE49-F238E27FC236}">
                <a16:creationId xmlns:a16="http://schemas.microsoft.com/office/drawing/2014/main" id="{FD8D702B-8BEC-8501-9484-CD1F3A349155}"/>
              </a:ext>
            </a:extLst>
          </p:cNvPr>
          <p:cNvSpPr>
            <a:spLocks noGrp="1"/>
          </p:cNvSpPr>
          <p:nvPr>
            <p:ph type="body" sz="quarter" idx="15"/>
          </p:nvPr>
        </p:nvSpPr>
        <p:spPr>
          <a:xfrm>
            <a:off x="379567" y="1520827"/>
            <a:ext cx="7553171" cy="4392611"/>
          </a:xfrm>
        </p:spPr>
        <p:txBody>
          <a:bodyPr/>
          <a:lstStyle/>
          <a:p>
            <a:r>
              <a:rPr lang="en-GB" dirty="0"/>
              <a:t>Hope to see you soon!!!</a:t>
            </a:r>
          </a:p>
          <a:p>
            <a:r>
              <a:rPr lang="en-GB" dirty="0"/>
              <a:t>My contact details:</a:t>
            </a:r>
            <a:endParaRPr lang="en-US" dirty="0"/>
          </a:p>
          <a:p>
            <a:endParaRPr lang="en-US" dirty="0"/>
          </a:p>
          <a:p>
            <a:pPr marL="0" indent="0">
              <a:buNone/>
            </a:pPr>
            <a:r>
              <a:rPr lang="en-US" b="1" dirty="0"/>
              <a:t>Kayalvizhi Jayavel </a:t>
            </a:r>
            <a:r>
              <a:rPr lang="en-US" b="1" dirty="0" err="1"/>
              <a:t>Ph.D</a:t>
            </a:r>
            <a:r>
              <a:rPr lang="en-US" b="1" dirty="0"/>
              <a:t>, PGCERT, FHEA</a:t>
            </a:r>
            <a:br>
              <a:rPr lang="en-US" dirty="0"/>
            </a:br>
            <a:r>
              <a:rPr lang="en-US" dirty="0"/>
              <a:t>Course Leader and Senior Lecturer | </a:t>
            </a:r>
          </a:p>
          <a:p>
            <a:pPr marL="0" indent="0">
              <a:buNone/>
            </a:pPr>
            <a:r>
              <a:rPr lang="en-US" dirty="0"/>
              <a:t>BSc Data Science and AI</a:t>
            </a:r>
            <a:br>
              <a:rPr lang="en-US" dirty="0"/>
            </a:br>
            <a:r>
              <a:rPr lang="en-GB" dirty="0"/>
              <a:t>She/Her</a:t>
            </a:r>
            <a:br>
              <a:rPr lang="en-US" dirty="0"/>
            </a:br>
            <a:r>
              <a:rPr lang="en-US" dirty="0" err="1"/>
              <a:t>k.jayavel@arts.ac.uk</a:t>
            </a:r>
            <a:endParaRPr lang="en-US" dirty="0"/>
          </a:p>
          <a:p>
            <a:endParaRPr lang="en-US" dirty="0"/>
          </a:p>
        </p:txBody>
      </p:sp>
      <p:sp>
        <p:nvSpPr>
          <p:cNvPr id="6" name="Footer Placeholder 5">
            <a:extLst>
              <a:ext uri="{FF2B5EF4-FFF2-40B4-BE49-F238E27FC236}">
                <a16:creationId xmlns:a16="http://schemas.microsoft.com/office/drawing/2014/main" id="{268C7C0E-6B2B-F042-9787-5B376B767440}"/>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Slough and Langley | CCI | UAL | BSc Data Science and AI | 29th January 2025</a:t>
            </a:r>
            <a:endPar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7" name="Slide Number Placeholder 6">
            <a:extLst>
              <a:ext uri="{FF2B5EF4-FFF2-40B4-BE49-F238E27FC236}">
                <a16:creationId xmlns:a16="http://schemas.microsoft.com/office/drawing/2014/main" id="{DB53E52C-B019-1DFA-F06D-BA37431C43C7}"/>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C19541-5F6E-2C4C-BF21-196C1C8E2E31}" type="slidenum">
              <a:rPr kumimoji="0" lang="en-GB"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 </a:t>
            </a:r>
            <a:endPar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4333218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CDF6B9FA-5ADA-DC3E-E559-7A7C12C25079}"/>
              </a:ext>
            </a:extLst>
          </p:cNvPr>
          <p:cNvSpPr/>
          <p:nvPr/>
        </p:nvSpPr>
        <p:spPr>
          <a:xfrm>
            <a:off x="370041" y="371225"/>
            <a:ext cx="11449051" cy="689471"/>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vert="horz" lIns="0" tIns="0" rIns="0" bIns="0" rtlCol="0" anchor="ctr" anchorCtr="0">
            <a:normAutofit/>
            <a:scene3d>
              <a:camera prst="orthographicFront"/>
              <a:lightRig rig="soft" dir="t">
                <a:rot lat="0" lon="0" rev="15600000"/>
              </a:lightRig>
            </a:scene3d>
            <a:sp3d extrusionH="57150" prstMaterial="softEdge">
              <a:bevelT w="25400" h="38100"/>
            </a:sp3d>
          </a:body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3800" b="1" i="0" u="none" strike="noStrike" kern="1200" cap="none" spc="-10" normalizeH="0" baseline="0" noProof="0" dirty="0">
                <a:ln/>
                <a:solidFill>
                  <a:srgbClr val="FFFFFF"/>
                </a:solidFill>
                <a:effectLst/>
                <a:uLnTx/>
                <a:uFillTx/>
                <a:latin typeface="Arial" panose="020B0604020202020204"/>
                <a:ea typeface="+mn-ea"/>
                <a:cs typeface="+mn-cs"/>
              </a:rPr>
              <a:t>THANK YOU</a:t>
            </a:r>
          </a:p>
        </p:txBody>
      </p:sp>
      <p:pic>
        <p:nvPicPr>
          <p:cNvPr id="2" name="Picture 1" descr="A group of women sitting at a table&#10;&#10;Description automatically generated">
            <a:extLst>
              <a:ext uri="{FF2B5EF4-FFF2-40B4-BE49-F238E27FC236}">
                <a16:creationId xmlns:a16="http://schemas.microsoft.com/office/drawing/2014/main" id="{465101D7-93EC-97B9-0EFD-2ADB6D8B5E6B}"/>
              </a:ext>
            </a:extLst>
          </p:cNvPr>
          <p:cNvPicPr>
            <a:picLocks noChangeAspect="1"/>
          </p:cNvPicPr>
          <p:nvPr/>
        </p:nvPicPr>
        <p:blipFill>
          <a:blip r:embed="rId2"/>
          <a:srcRect t="14982" r="1" b="36896"/>
          <a:stretch/>
        </p:blipFill>
        <p:spPr>
          <a:xfrm>
            <a:off x="370041" y="1251196"/>
            <a:ext cx="11449051" cy="4352544"/>
          </a:xfrm>
          <a:prstGeom prst="rect">
            <a:avLst/>
          </a:prstGeom>
          <a:noFill/>
        </p:spPr>
      </p:pic>
      <p:sp>
        <p:nvSpPr>
          <p:cNvPr id="4" name="TextBox 3">
            <a:extLst>
              <a:ext uri="{FF2B5EF4-FFF2-40B4-BE49-F238E27FC236}">
                <a16:creationId xmlns:a16="http://schemas.microsoft.com/office/drawing/2014/main" id="{A28FA4B0-C741-C355-745F-767D4B48146C}"/>
              </a:ext>
            </a:extLst>
          </p:cNvPr>
          <p:cNvSpPr txBox="1"/>
          <p:nvPr/>
        </p:nvSpPr>
        <p:spPr>
          <a:xfrm>
            <a:off x="2451370" y="5603132"/>
            <a:ext cx="0" cy="0"/>
          </a:xfrm>
          <a:prstGeom prst="rect">
            <a:avLst/>
          </a:prstGeom>
          <a:noFill/>
        </p:spPr>
        <p:txBody>
          <a:bodyPr wrap="none" lIns="0" tIns="0" rIns="0" bIns="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38053166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Engineering Project Proposal">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UAL Theme">
  <a:themeElements>
    <a:clrScheme name="UAL">
      <a:dk1>
        <a:srgbClr val="000000"/>
      </a:dk1>
      <a:lt1>
        <a:srgbClr val="FFFFFF"/>
      </a:lt1>
      <a:dk2>
        <a:srgbClr val="FFD022"/>
      </a:dk2>
      <a:lt2>
        <a:srgbClr val="E71657"/>
      </a:lt2>
      <a:accent1>
        <a:srgbClr val="FF8500"/>
      </a:accent1>
      <a:accent2>
        <a:srgbClr val="9E65FB"/>
      </a:accent2>
      <a:accent3>
        <a:srgbClr val="20BCFF"/>
      </a:accent3>
      <a:accent4>
        <a:srgbClr val="1F4EDC"/>
      </a:accent4>
      <a:accent5>
        <a:srgbClr val="00C73E"/>
      </a:accent5>
      <a:accent6>
        <a:srgbClr val="19A3A3"/>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chor="t" anchorCtr="0">
        <a:noAutofit/>
      </a:bodyPr>
      <a:lstStyle>
        <a:defPPr algn="l">
          <a:defRPr sz="2400" dirty="0" smtClean="0"/>
        </a:defPPr>
      </a:lstStyle>
    </a:txDef>
  </a:objectDefaults>
  <a:extraClrSchemeLst/>
  <a:extLst>
    <a:ext uri="{05A4C25C-085E-4340-85A3-A5531E510DB2}">
      <thm15:themeFamily xmlns:thm15="http://schemas.microsoft.com/office/thememl/2012/main" name="Presentation4" id="{CA7BD0A6-0168-D042-90E5-BF49C655885B}" vid="{F51723E4-6CFC-034D-B6A3-9BF140AB424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113</TotalTime>
  <Words>1798</Words>
  <Application>Microsoft Macintosh PowerPoint</Application>
  <PresentationFormat>Widescreen</PresentationFormat>
  <Paragraphs>205</Paragraphs>
  <Slides>35</Slides>
  <Notes>17</Notes>
  <HiddenSlides>4</HiddenSlides>
  <MMClips>1</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35</vt:i4>
      </vt:variant>
    </vt:vector>
  </HeadingPairs>
  <TitlesOfParts>
    <vt:vector size="45" baseType="lpstr">
      <vt:lpstr>Aptos</vt:lpstr>
      <vt:lpstr>Aptos Display</vt:lpstr>
      <vt:lpstr>Arial</vt:lpstr>
      <vt:lpstr>Calibri</vt:lpstr>
      <vt:lpstr>Inter</vt:lpstr>
      <vt:lpstr>Wingdings</vt:lpstr>
      <vt:lpstr>Wingdings 2</vt:lpstr>
      <vt:lpstr>Office Theme</vt:lpstr>
      <vt:lpstr>Engineering Project Proposal</vt:lpstr>
      <vt:lpstr>UAL Theme</vt:lpstr>
      <vt:lpstr>Data Sonification The art of turning numbers (data) into sound through program/code</vt:lpstr>
      <vt:lpstr>Can you give some examples for Data?</vt:lpstr>
      <vt:lpstr>How is data usually represented?</vt:lpstr>
      <vt:lpstr>Visuals</vt:lpstr>
      <vt:lpstr>Audio?</vt:lpstr>
      <vt:lpstr>What are we trying to do?</vt:lpstr>
      <vt:lpstr>Who can be benefitted from this data sonification?</vt:lpstr>
      <vt:lpstr>Who can be benefitted from this data sonification?</vt:lpstr>
      <vt:lpstr>Libraries- Tools in ToolBoxes</vt:lpstr>
      <vt:lpstr>Vector: List</vt:lpstr>
      <vt:lpstr>Variables for sound and timing</vt:lpstr>
      <vt:lpstr>Variables for sound and timing</vt:lpstr>
      <vt:lpstr>Variables for sound and timing</vt:lpstr>
      <vt:lpstr>Set up function</vt:lpstr>
      <vt:lpstr>Render function</vt:lpstr>
      <vt:lpstr>Turning numbers to pitch</vt:lpstr>
      <vt:lpstr>Making the sound wave- Sine</vt:lpstr>
      <vt:lpstr>Send sound to speaker</vt:lpstr>
      <vt:lpstr>PowerPoint Presentation</vt:lpstr>
      <vt:lpstr>Bela- Microcontroller with Audio capabilities</vt:lpstr>
      <vt:lpstr>Slide Acknowledgement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Bela website</vt:lpstr>
      <vt:lpstr>Final points and close</vt:lpstr>
      <vt:lpstr>Final points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Kayalvizhi Jayavel</dc:creator>
  <cp:lastModifiedBy>Kayalvizhi Jayavel</cp:lastModifiedBy>
  <cp:revision>24</cp:revision>
  <dcterms:created xsi:type="dcterms:W3CDTF">2026-01-28T19:09:34Z</dcterms:created>
  <dcterms:modified xsi:type="dcterms:W3CDTF">2026-01-29T10:34:11Z</dcterms:modified>
</cp:coreProperties>
</file>